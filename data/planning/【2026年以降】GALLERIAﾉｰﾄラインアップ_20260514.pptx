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BC1_1A692DBA.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8"/>
  </p:notesMasterIdLst>
  <p:sldIdLst>
    <p:sldId id="300" r:id="rId5"/>
    <p:sldId id="3001" r:id="rId6"/>
    <p:sldId id="3000" r:id="rId7"/>
    <p:sldId id="3006" r:id="rId8"/>
    <p:sldId id="3017" r:id="rId9"/>
    <p:sldId id="3014" r:id="rId10"/>
    <p:sldId id="3012" r:id="rId11"/>
    <p:sldId id="3013" r:id="rId12"/>
    <p:sldId id="3018" r:id="rId13"/>
    <p:sldId id="3019" r:id="rId14"/>
    <p:sldId id="3009" r:id="rId15"/>
    <p:sldId id="3011" r:id="rId16"/>
    <p:sldId id="3021" r:id="rId17"/>
    <p:sldId id="3015" r:id="rId18"/>
    <p:sldId id="3016" r:id="rId19"/>
    <p:sldId id="3008" r:id="rId20"/>
    <p:sldId id="301" r:id="rId21"/>
    <p:sldId id="3007" r:id="rId22"/>
    <p:sldId id="3002" r:id="rId23"/>
    <p:sldId id="644" r:id="rId24"/>
    <p:sldId id="276" r:id="rId25"/>
    <p:sldId id="287" r:id="rId26"/>
    <p:sldId id="292" r:id="rId27"/>
    <p:sldId id="288" r:id="rId28"/>
    <p:sldId id="291" r:id="rId29"/>
    <p:sldId id="295" r:id="rId30"/>
    <p:sldId id="293" r:id="rId31"/>
    <p:sldId id="264" r:id="rId32"/>
    <p:sldId id="275" r:id="rId33"/>
    <p:sldId id="259" r:id="rId34"/>
    <p:sldId id="274" r:id="rId35"/>
    <p:sldId id="273" r:id="rId36"/>
    <p:sldId id="272" r:id="rId37"/>
    <p:sldId id="289" r:id="rId38"/>
    <p:sldId id="269" r:id="rId39"/>
    <p:sldId id="299" r:id="rId40"/>
    <p:sldId id="286" r:id="rId41"/>
    <p:sldId id="297" r:id="rId42"/>
    <p:sldId id="298" r:id="rId43"/>
    <p:sldId id="262" r:id="rId44"/>
    <p:sldId id="256" r:id="rId45"/>
    <p:sldId id="260" r:id="rId46"/>
    <p:sldId id="261" r:id="rId47"/>
  </p:sldIdLst>
  <p:sldSz cx="12192000" cy="6858000"/>
  <p:notesSz cx="6735763" cy="98663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25D243F-A2F6-25EA-8E56-60503FF58CA5}" name="大内 実" initials="実大" userId="S::m_ouchi@twave.co.jp::a27ae44a-5a3b-4811-b2ba-c10800646f14" providerId="AD"/>
  <p188:author id="{E95A0768-0678-5F87-D05B-4876CFD40600}" name="美野 茜" initials="茜美" userId="S::a_mino@twave.co.jp::d3483031-5bea-44e3-a00e-11a50e693ef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1D1"/>
    <a:srgbClr val="FDCDF4"/>
    <a:srgbClr val="7F7F7F"/>
    <a:srgbClr val="ED7D31"/>
    <a:srgbClr val="00B050"/>
    <a:srgbClr val="0070C0"/>
    <a:srgbClr val="2F5597"/>
    <a:srgbClr val="4472C4"/>
    <a:srgbClr val="00B0F0"/>
    <a:srgbClr val="172C5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3E3768-00C0-4051-80DE-45F63404A428}" v="599" dt="2026-07-01T06:33:19.866"/>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55"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菅原 匠" userId="322e476b-d2d3-417e-8535-ec31b20b66aa" providerId="ADAL" clId="{01C77939-1C54-42B1-9FC6-475EF1B162B8}"/>
    <pc:docChg chg="undo custSel modSld">
      <pc:chgData name="菅原 匠" userId="322e476b-d2d3-417e-8535-ec31b20b66aa" providerId="ADAL" clId="{01C77939-1C54-42B1-9FC6-475EF1B162B8}" dt="2026-06-12T06:00:26.805" v="1" actId="22"/>
      <pc:docMkLst>
        <pc:docMk/>
      </pc:docMkLst>
      <pc:sldChg chg="addSp delSp mod">
        <pc:chgData name="菅原 匠" userId="322e476b-d2d3-417e-8535-ec31b20b66aa" providerId="ADAL" clId="{01C77939-1C54-42B1-9FC6-475EF1B162B8}" dt="2026-06-12T06:00:26.805" v="1" actId="22"/>
        <pc:sldMkLst>
          <pc:docMk/>
          <pc:sldMk cId="3461696685" sldId="3011"/>
        </pc:sldMkLst>
      </pc:sldChg>
    </pc:docChg>
  </pc:docChgLst>
  <pc:docChgLst>
    <pc:chgData name="大内 実" userId="a27ae44a-5a3b-4811-b2ba-c10800646f14" providerId="ADAL" clId="{93F7031F-1472-4372-9732-31D43695602F}"/>
    <pc:docChg chg="undo redo custSel addSld delSld modSld sldOrd">
      <pc:chgData name="大内 実" userId="a27ae44a-5a3b-4811-b2ba-c10800646f14" providerId="ADAL" clId="{93F7031F-1472-4372-9732-31D43695602F}" dt="2026-07-01T06:33:19.866" v="42687" actId="20577"/>
      <pc:docMkLst>
        <pc:docMk/>
      </pc:docMkLst>
      <pc:sldChg chg="modSp mod">
        <pc:chgData name="大内 実" userId="a27ae44a-5a3b-4811-b2ba-c10800646f14" providerId="ADAL" clId="{93F7031F-1472-4372-9732-31D43695602F}" dt="2026-06-09T05:28:13.030" v="39557" actId="20577"/>
        <pc:sldMkLst>
          <pc:docMk/>
          <pc:sldMk cId="2966090393" sldId="300"/>
        </pc:sldMkLst>
        <pc:spChg chg="mod">
          <ac:chgData name="大内 実" userId="a27ae44a-5a3b-4811-b2ba-c10800646f14" providerId="ADAL" clId="{93F7031F-1472-4372-9732-31D43695602F}" dt="2026-06-09T05:28:13.030" v="39557" actId="20577"/>
          <ac:spMkLst>
            <pc:docMk/>
            <pc:sldMk cId="2966090393" sldId="300"/>
            <ac:spMk id="4" creationId="{92746B7B-5B03-1830-13E5-8877EDC7B9A1}"/>
          </ac:spMkLst>
        </pc:spChg>
      </pc:sldChg>
      <pc:sldChg chg="addSp delSp modSp mod ord">
        <pc:chgData name="大内 実" userId="a27ae44a-5a3b-4811-b2ba-c10800646f14" providerId="ADAL" clId="{93F7031F-1472-4372-9732-31D43695602F}" dt="2026-06-09T07:27:28.282" v="39834"/>
        <pc:sldMkLst>
          <pc:docMk/>
          <pc:sldMk cId="1150668679" sldId="301"/>
        </pc:sldMkLst>
      </pc:sldChg>
      <pc:sldChg chg="ord">
        <pc:chgData name="大内 実" userId="a27ae44a-5a3b-4811-b2ba-c10800646f14" providerId="ADAL" clId="{93F7031F-1472-4372-9732-31D43695602F}" dt="2026-06-09T07:27:21.773" v="39832"/>
        <pc:sldMkLst>
          <pc:docMk/>
          <pc:sldMk cId="2168136545" sldId="3002"/>
        </pc:sldMkLst>
      </pc:sldChg>
      <pc:sldChg chg="ord">
        <pc:chgData name="大内 実" userId="a27ae44a-5a3b-4811-b2ba-c10800646f14" providerId="ADAL" clId="{93F7031F-1472-4372-9732-31D43695602F}" dt="2026-06-09T07:27:19.887" v="39830"/>
        <pc:sldMkLst>
          <pc:docMk/>
          <pc:sldMk cId="1022062849" sldId="3007"/>
        </pc:sldMkLst>
      </pc:sldChg>
      <pc:sldChg chg="addSp delSp modSp mod">
        <pc:chgData name="大内 実" userId="a27ae44a-5a3b-4811-b2ba-c10800646f14" providerId="ADAL" clId="{93F7031F-1472-4372-9732-31D43695602F}" dt="2026-06-11T03:36:53.314" v="40196" actId="21"/>
        <pc:sldMkLst>
          <pc:docMk/>
          <pc:sldMk cId="1926010073" sldId="3008"/>
        </pc:sldMkLst>
      </pc:sldChg>
      <pc:sldChg chg="addSp delSp modSp new mod ord">
        <pc:chgData name="大内 実" userId="a27ae44a-5a3b-4811-b2ba-c10800646f14" providerId="ADAL" clId="{93F7031F-1472-4372-9732-31D43695602F}" dt="2026-07-01T06:33:19.866" v="42687" actId="20577"/>
        <pc:sldMkLst>
          <pc:docMk/>
          <pc:sldMk cId="443100602" sldId="3009"/>
        </pc:sldMkLst>
        <pc:spChg chg="mod">
          <ac:chgData name="大内 実" userId="a27ae44a-5a3b-4811-b2ba-c10800646f14" providerId="ADAL" clId="{93F7031F-1472-4372-9732-31D43695602F}" dt="2026-06-19T08:21:46.333" v="41202" actId="1076"/>
          <ac:spMkLst>
            <pc:docMk/>
            <pc:sldMk cId="443100602" sldId="3009"/>
            <ac:spMk id="2" creationId="{15B59A69-F654-65CC-D102-6F5260A03098}"/>
          </ac:spMkLst>
        </pc:spChg>
        <pc:spChg chg="mod">
          <ac:chgData name="大内 実" userId="a27ae44a-5a3b-4811-b2ba-c10800646f14" providerId="ADAL" clId="{93F7031F-1472-4372-9732-31D43695602F}" dt="2026-06-19T08:21:43.699" v="41201" actId="1076"/>
          <ac:spMkLst>
            <pc:docMk/>
            <pc:sldMk cId="443100602" sldId="3009"/>
            <ac:spMk id="3" creationId="{DEB993AC-C800-4917-8BAE-71FE2A1E5BB5}"/>
          </ac:spMkLst>
        </pc:spChg>
        <pc:spChg chg="mod">
          <ac:chgData name="大内 実" userId="a27ae44a-5a3b-4811-b2ba-c10800646f14" providerId="ADAL" clId="{93F7031F-1472-4372-9732-31D43695602F}" dt="2026-06-19T08:21:43.699" v="41201" actId="1076"/>
          <ac:spMkLst>
            <pc:docMk/>
            <pc:sldMk cId="443100602" sldId="3009"/>
            <ac:spMk id="4" creationId="{460B1220-081B-D869-7045-CBA814901E28}"/>
          </ac:spMkLst>
        </pc:spChg>
        <pc:spChg chg="add mod">
          <ac:chgData name="大内 実" userId="a27ae44a-5a3b-4811-b2ba-c10800646f14" providerId="ADAL" clId="{93F7031F-1472-4372-9732-31D43695602F}" dt="2026-06-09T06:17:00.207" v="39658" actId="1076"/>
          <ac:spMkLst>
            <pc:docMk/>
            <pc:sldMk cId="443100602" sldId="3009"/>
            <ac:spMk id="5" creationId="{58848172-D1D6-8273-6BA2-D54DC85F24DD}"/>
          </ac:spMkLst>
        </pc:spChg>
        <pc:spChg chg="add mod ord">
          <ac:chgData name="大内 実" userId="a27ae44a-5a3b-4811-b2ba-c10800646f14" providerId="ADAL" clId="{93F7031F-1472-4372-9732-31D43695602F}" dt="2026-06-09T06:16:43.250" v="39654" actId="1076"/>
          <ac:spMkLst>
            <pc:docMk/>
            <pc:sldMk cId="443100602" sldId="3009"/>
            <ac:spMk id="7" creationId="{D0EA5E38-139B-2BB7-65E2-4294CDD4BA6E}"/>
          </ac:spMkLst>
        </pc:spChg>
        <pc:spChg chg="add mod">
          <ac:chgData name="大内 実" userId="a27ae44a-5a3b-4811-b2ba-c10800646f14" providerId="ADAL" clId="{93F7031F-1472-4372-9732-31D43695602F}" dt="2026-06-25T06:53:12.034" v="41853" actId="20577"/>
          <ac:spMkLst>
            <pc:docMk/>
            <pc:sldMk cId="443100602" sldId="3009"/>
            <ac:spMk id="8" creationId="{C3760FAA-E490-EF26-230B-834D2F59163D}"/>
          </ac:spMkLst>
        </pc:spChg>
        <pc:spChg chg="add mod">
          <ac:chgData name="大内 実" userId="a27ae44a-5a3b-4811-b2ba-c10800646f14" providerId="ADAL" clId="{93F7031F-1472-4372-9732-31D43695602F}" dt="2026-07-01T06:07:36.776" v="42292" actId="1076"/>
          <ac:spMkLst>
            <pc:docMk/>
            <pc:sldMk cId="443100602" sldId="3009"/>
            <ac:spMk id="9" creationId="{61AFA998-802D-FEBB-EB8B-DD7921DFD257}"/>
          </ac:spMkLst>
        </pc:spChg>
        <pc:spChg chg="mod">
          <ac:chgData name="大内 実" userId="a27ae44a-5a3b-4811-b2ba-c10800646f14" providerId="ADAL" clId="{93F7031F-1472-4372-9732-31D43695602F}" dt="2026-06-19T08:21:43.699" v="41201" actId="1076"/>
          <ac:spMkLst>
            <pc:docMk/>
            <pc:sldMk cId="443100602" sldId="3009"/>
            <ac:spMk id="10" creationId="{F6526D4C-930B-BBCC-3019-233A2840C3F3}"/>
          </ac:spMkLst>
        </pc:spChg>
        <pc:spChg chg="add mod ord">
          <ac:chgData name="大内 実" userId="a27ae44a-5a3b-4811-b2ba-c10800646f14" providerId="ADAL" clId="{93F7031F-1472-4372-9732-31D43695602F}" dt="2026-06-11T03:23:33.226" v="40110" actId="20577"/>
          <ac:spMkLst>
            <pc:docMk/>
            <pc:sldMk cId="443100602" sldId="3009"/>
            <ac:spMk id="11" creationId="{AD50A20C-F035-FA11-8BED-CF11569660E8}"/>
          </ac:spMkLst>
        </pc:spChg>
        <pc:spChg chg="mod">
          <ac:chgData name="大内 実" userId="a27ae44a-5a3b-4811-b2ba-c10800646f14" providerId="ADAL" clId="{93F7031F-1472-4372-9732-31D43695602F}" dt="2026-06-26T02:32:24.412" v="42090" actId="1036"/>
          <ac:spMkLst>
            <pc:docMk/>
            <pc:sldMk cId="443100602" sldId="3009"/>
            <ac:spMk id="15" creationId="{58F04571-A1F5-45C0-3CC5-3674F9C30200}"/>
          </ac:spMkLst>
        </pc:spChg>
        <pc:spChg chg="mod">
          <ac:chgData name="大内 実" userId="a27ae44a-5a3b-4811-b2ba-c10800646f14" providerId="ADAL" clId="{93F7031F-1472-4372-9732-31D43695602F}" dt="2026-06-19T08:21:43.699" v="41201" actId="1076"/>
          <ac:spMkLst>
            <pc:docMk/>
            <pc:sldMk cId="443100602" sldId="3009"/>
            <ac:spMk id="21" creationId="{5D3EE496-F0F4-3B86-F4DA-4C98B4361CF2}"/>
          </ac:spMkLst>
        </pc:spChg>
        <pc:spChg chg="add mod ord">
          <ac:chgData name="大内 実" userId="a27ae44a-5a3b-4811-b2ba-c10800646f14" providerId="ADAL" clId="{93F7031F-1472-4372-9732-31D43695602F}" dt="2026-06-09T08:52:17.269" v="39928"/>
          <ac:spMkLst>
            <pc:docMk/>
            <pc:sldMk cId="443100602" sldId="3009"/>
            <ac:spMk id="23" creationId="{64A4BF51-BE9F-F36E-34C7-31BF2AE425D2}"/>
          </ac:spMkLst>
        </pc:spChg>
        <pc:spChg chg="add del mod">
          <ac:chgData name="大内 実" userId="a27ae44a-5a3b-4811-b2ba-c10800646f14" providerId="ADAL" clId="{93F7031F-1472-4372-9732-31D43695602F}" dt="2026-07-01T06:28:35.960" v="42505" actId="478"/>
          <ac:spMkLst>
            <pc:docMk/>
            <pc:sldMk cId="443100602" sldId="3009"/>
            <ac:spMk id="24" creationId="{1FC9473E-8F6C-2479-1132-3E04754B8B71}"/>
          </ac:spMkLst>
        </pc:spChg>
        <pc:spChg chg="add mod ord">
          <ac:chgData name="大内 実" userId="a27ae44a-5a3b-4811-b2ba-c10800646f14" providerId="ADAL" clId="{93F7031F-1472-4372-9732-31D43695602F}" dt="2026-06-09T06:27:16.270" v="39730" actId="1035"/>
          <ac:spMkLst>
            <pc:docMk/>
            <pc:sldMk cId="443100602" sldId="3009"/>
            <ac:spMk id="27" creationId="{5B102988-8147-3BED-8CE3-8A2B73FD6971}"/>
          </ac:spMkLst>
        </pc:spChg>
        <pc:spChg chg="add mod ord">
          <ac:chgData name="大内 実" userId="a27ae44a-5a3b-4811-b2ba-c10800646f14" providerId="ADAL" clId="{93F7031F-1472-4372-9732-31D43695602F}" dt="2026-06-09T06:27:16.270" v="39730" actId="1035"/>
          <ac:spMkLst>
            <pc:docMk/>
            <pc:sldMk cId="443100602" sldId="3009"/>
            <ac:spMk id="28" creationId="{A1F7865F-153F-5501-F00E-A06D40C107DB}"/>
          </ac:spMkLst>
        </pc:spChg>
        <pc:spChg chg="add mod">
          <ac:chgData name="大内 実" userId="a27ae44a-5a3b-4811-b2ba-c10800646f14" providerId="ADAL" clId="{93F7031F-1472-4372-9732-31D43695602F}" dt="2026-06-09T07:32:14.570" v="39910" actId="1076"/>
          <ac:spMkLst>
            <pc:docMk/>
            <pc:sldMk cId="443100602" sldId="3009"/>
            <ac:spMk id="29" creationId="{A8890560-4720-8DBC-5E3E-8342B5251F7F}"/>
          </ac:spMkLst>
        </pc:spChg>
        <pc:spChg chg="add mod ord">
          <ac:chgData name="大内 実" userId="a27ae44a-5a3b-4811-b2ba-c10800646f14" providerId="ADAL" clId="{93F7031F-1472-4372-9732-31D43695602F}" dt="2026-06-09T06:27:30.321" v="39746" actId="1035"/>
          <ac:spMkLst>
            <pc:docMk/>
            <pc:sldMk cId="443100602" sldId="3009"/>
            <ac:spMk id="32" creationId="{6CA71C23-28F1-01CC-F3F5-4D9D836ADE10}"/>
          </ac:spMkLst>
        </pc:spChg>
        <pc:spChg chg="add mod">
          <ac:chgData name="大内 実" userId="a27ae44a-5a3b-4811-b2ba-c10800646f14" providerId="ADAL" clId="{93F7031F-1472-4372-9732-31D43695602F}" dt="2026-06-09T06:27:16.270" v="39730" actId="1035"/>
          <ac:spMkLst>
            <pc:docMk/>
            <pc:sldMk cId="443100602" sldId="3009"/>
            <ac:spMk id="33" creationId="{2096E08C-8FBB-18D6-AF4E-3BF55A5EB40F}"/>
          </ac:spMkLst>
        </pc:spChg>
        <pc:spChg chg="add mod">
          <ac:chgData name="大内 実" userId="a27ae44a-5a3b-4811-b2ba-c10800646f14" providerId="ADAL" clId="{93F7031F-1472-4372-9732-31D43695602F}" dt="2026-07-01T06:14:51.261" v="42453" actId="14100"/>
          <ac:spMkLst>
            <pc:docMk/>
            <pc:sldMk cId="443100602" sldId="3009"/>
            <ac:spMk id="34" creationId="{82708C0E-424F-1573-59E2-707E07286172}"/>
          </ac:spMkLst>
        </pc:spChg>
        <pc:spChg chg="add mod ord">
          <ac:chgData name="大内 実" userId="a27ae44a-5a3b-4811-b2ba-c10800646f14" providerId="ADAL" clId="{93F7031F-1472-4372-9732-31D43695602F}" dt="2026-06-09T06:27:16.270" v="39730" actId="1035"/>
          <ac:spMkLst>
            <pc:docMk/>
            <pc:sldMk cId="443100602" sldId="3009"/>
            <ac:spMk id="35" creationId="{F45CE778-17EF-45C2-3944-D84409854934}"/>
          </ac:spMkLst>
        </pc:spChg>
        <pc:spChg chg="add mod">
          <ac:chgData name="大内 実" userId="a27ae44a-5a3b-4811-b2ba-c10800646f14" providerId="ADAL" clId="{93F7031F-1472-4372-9732-31D43695602F}" dt="2026-06-09T07:31:36.526" v="39900" actId="6549"/>
          <ac:spMkLst>
            <pc:docMk/>
            <pc:sldMk cId="443100602" sldId="3009"/>
            <ac:spMk id="37" creationId="{3DE1B9F4-1437-315E-B2BB-1B9FBE97675A}"/>
          </ac:spMkLst>
        </pc:spChg>
        <pc:spChg chg="add mod">
          <ac:chgData name="大内 実" userId="a27ae44a-5a3b-4811-b2ba-c10800646f14" providerId="ADAL" clId="{93F7031F-1472-4372-9732-31D43695602F}" dt="2026-06-09T06:27:16.270" v="39730" actId="1035"/>
          <ac:spMkLst>
            <pc:docMk/>
            <pc:sldMk cId="443100602" sldId="3009"/>
            <ac:spMk id="39" creationId="{1ACC0EF3-5458-D8C8-CB82-15F44A2837B2}"/>
          </ac:spMkLst>
        </pc:spChg>
        <pc:spChg chg="add del mod">
          <ac:chgData name="大内 実" userId="a27ae44a-5a3b-4811-b2ba-c10800646f14" providerId="ADAL" clId="{93F7031F-1472-4372-9732-31D43695602F}" dt="2026-07-01T06:28:24.183" v="42492" actId="478"/>
          <ac:spMkLst>
            <pc:docMk/>
            <pc:sldMk cId="443100602" sldId="3009"/>
            <ac:spMk id="41" creationId="{7AA7D89F-2D72-FAB0-2345-A6AC51908C84}"/>
          </ac:spMkLst>
        </pc:spChg>
        <pc:spChg chg="add mod">
          <ac:chgData name="大内 実" userId="a27ae44a-5a3b-4811-b2ba-c10800646f14" providerId="ADAL" clId="{93F7031F-1472-4372-9732-31D43695602F}" dt="2026-07-01T06:33:19.866" v="42687" actId="20577"/>
          <ac:spMkLst>
            <pc:docMk/>
            <pc:sldMk cId="443100602" sldId="3009"/>
            <ac:spMk id="42" creationId="{CBD37BBD-BE9F-01AE-5416-C5B68259E703}"/>
          </ac:spMkLst>
        </pc:spChg>
        <pc:spChg chg="add mod">
          <ac:chgData name="大内 実" userId="a27ae44a-5a3b-4811-b2ba-c10800646f14" providerId="ADAL" clId="{93F7031F-1472-4372-9732-31D43695602F}" dt="2026-06-09T06:18:12.916" v="39703" actId="1076"/>
          <ac:spMkLst>
            <pc:docMk/>
            <pc:sldMk cId="443100602" sldId="3009"/>
            <ac:spMk id="44" creationId="{FE2400F6-4BF1-2BD6-4C55-BFD9721F9394}"/>
          </ac:spMkLst>
        </pc:spChg>
        <pc:spChg chg="add mod">
          <ac:chgData name="大内 実" userId="a27ae44a-5a3b-4811-b2ba-c10800646f14" providerId="ADAL" clId="{93F7031F-1472-4372-9732-31D43695602F}" dt="2026-06-09T06:04:52.966" v="39570" actId="14100"/>
          <ac:spMkLst>
            <pc:docMk/>
            <pc:sldMk cId="443100602" sldId="3009"/>
            <ac:spMk id="48" creationId="{761D14F0-3C98-34E2-14B1-C5C8CA95C65C}"/>
          </ac:spMkLst>
        </pc:spChg>
        <pc:spChg chg="add mod ord">
          <ac:chgData name="大内 実" userId="a27ae44a-5a3b-4811-b2ba-c10800646f14" providerId="ADAL" clId="{93F7031F-1472-4372-9732-31D43695602F}" dt="2026-07-01T06:28:59.361" v="42551" actId="6549"/>
          <ac:spMkLst>
            <pc:docMk/>
            <pc:sldMk cId="443100602" sldId="3009"/>
            <ac:spMk id="52" creationId="{438CF5FC-1F1E-D95F-7A6D-84A0807A41F8}"/>
          </ac:spMkLst>
        </pc:spChg>
        <pc:spChg chg="add mod ord">
          <ac:chgData name="大内 実" userId="a27ae44a-5a3b-4811-b2ba-c10800646f14" providerId="ADAL" clId="{93F7031F-1472-4372-9732-31D43695602F}" dt="2026-06-11T03:23:28.287" v="40107" actId="20577"/>
          <ac:spMkLst>
            <pc:docMk/>
            <pc:sldMk cId="443100602" sldId="3009"/>
            <ac:spMk id="53" creationId="{A43A8E09-DA64-B89A-8AFB-51C280E0C09B}"/>
          </ac:spMkLst>
        </pc:spChg>
        <pc:spChg chg="add mod ord">
          <ac:chgData name="大内 実" userId="a27ae44a-5a3b-4811-b2ba-c10800646f14" providerId="ADAL" clId="{93F7031F-1472-4372-9732-31D43695602F}" dt="2026-06-11T03:23:29.684" v="40108" actId="20577"/>
          <ac:spMkLst>
            <pc:docMk/>
            <pc:sldMk cId="443100602" sldId="3009"/>
            <ac:spMk id="54" creationId="{B4A589CB-5CDD-3C51-0F20-22A2C43B7364}"/>
          </ac:spMkLst>
        </pc:spChg>
        <pc:spChg chg="add mod ord">
          <ac:chgData name="大内 実" userId="a27ae44a-5a3b-4811-b2ba-c10800646f14" providerId="ADAL" clId="{93F7031F-1472-4372-9732-31D43695602F}" dt="2026-06-11T03:23:31.604" v="40109" actId="20577"/>
          <ac:spMkLst>
            <pc:docMk/>
            <pc:sldMk cId="443100602" sldId="3009"/>
            <ac:spMk id="56" creationId="{3AB276AD-B341-4D56-349A-22C082EF593B}"/>
          </ac:spMkLst>
        </pc:spChg>
        <pc:picChg chg="add mod ord modCrop">
          <ac:chgData name="大内 実" userId="a27ae44a-5a3b-4811-b2ba-c10800646f14" providerId="ADAL" clId="{93F7031F-1472-4372-9732-31D43695602F}" dt="2026-06-09T06:40:11.276" v="39826" actId="1076"/>
          <ac:picMkLst>
            <pc:docMk/>
            <pc:sldMk cId="443100602" sldId="3009"/>
            <ac:picMk id="50" creationId="{F55D6D71-AF6B-EB48-19A3-7537F40182F3}"/>
          </ac:picMkLst>
        </pc:picChg>
        <pc:cxnChg chg="add del mod">
          <ac:chgData name="大内 実" userId="a27ae44a-5a3b-4811-b2ba-c10800646f14" providerId="ADAL" clId="{93F7031F-1472-4372-9732-31D43695602F}" dt="2026-07-01T06:28:37.823" v="42506" actId="478"/>
          <ac:cxnSpMkLst>
            <pc:docMk/>
            <pc:sldMk cId="443100602" sldId="3009"/>
            <ac:cxnSpMk id="36" creationId="{57BA5B26-0D3D-B967-55CF-B37CEE1A9CBC}"/>
          </ac:cxnSpMkLst>
        </pc:cxnChg>
        <pc:cxnChg chg="add mod">
          <ac:chgData name="大内 実" userId="a27ae44a-5a3b-4811-b2ba-c10800646f14" providerId="ADAL" clId="{93F7031F-1472-4372-9732-31D43695602F}" dt="2026-07-01T06:07:36.776" v="42292" actId="1076"/>
          <ac:cxnSpMkLst>
            <pc:docMk/>
            <pc:sldMk cId="443100602" sldId="3009"/>
            <ac:cxnSpMk id="51" creationId="{E8737B5A-0DAD-2982-1858-25A53248B4FA}"/>
          </ac:cxnSpMkLst>
        </pc:cxnChg>
      </pc:sldChg>
      <pc:sldChg chg="addSp delSp modSp add mod ord">
        <pc:chgData name="大内 実" userId="a27ae44a-5a3b-4811-b2ba-c10800646f14" providerId="ADAL" clId="{93F7031F-1472-4372-9732-31D43695602F}" dt="2026-07-01T06:16:57.162" v="42454" actId="14100"/>
        <pc:sldMkLst>
          <pc:docMk/>
          <pc:sldMk cId="3461696685" sldId="3011"/>
        </pc:sldMkLst>
        <pc:spChg chg="add mod">
          <ac:chgData name="大内 実" userId="a27ae44a-5a3b-4811-b2ba-c10800646f14" providerId="ADAL" clId="{93F7031F-1472-4372-9732-31D43695602F}" dt="2026-06-09T06:18:06.430" v="39701" actId="1076"/>
          <ac:spMkLst>
            <pc:docMk/>
            <pc:sldMk cId="3461696685" sldId="3011"/>
            <ac:spMk id="2" creationId="{3F775D96-1D73-13BB-7A28-1CB205E20814}"/>
          </ac:spMkLst>
        </pc:spChg>
        <pc:spChg chg="add mod">
          <ac:chgData name="大内 実" userId="a27ae44a-5a3b-4811-b2ba-c10800646f14" providerId="ADAL" clId="{93F7031F-1472-4372-9732-31D43695602F}" dt="2026-07-01T06:06:44.954" v="42291" actId="1076"/>
          <ac:spMkLst>
            <pc:docMk/>
            <pc:sldMk cId="3461696685" sldId="3011"/>
            <ac:spMk id="4" creationId="{2F99806C-3FAA-48CF-0B0B-7D926C8953AD}"/>
          </ac:spMkLst>
        </pc:spChg>
        <pc:spChg chg="add mod">
          <ac:chgData name="大内 実" userId="a27ae44a-5a3b-4811-b2ba-c10800646f14" providerId="ADAL" clId="{93F7031F-1472-4372-9732-31D43695602F}" dt="2026-07-01T06:06:24.065" v="42289" actId="1076"/>
          <ac:spMkLst>
            <pc:docMk/>
            <pc:sldMk cId="3461696685" sldId="3011"/>
            <ac:spMk id="5" creationId="{57D52FD7-3273-8B20-48C4-D00D367341D3}"/>
          </ac:spMkLst>
        </pc:spChg>
        <pc:spChg chg="add mod ord">
          <ac:chgData name="大内 実" userId="a27ae44a-5a3b-4811-b2ba-c10800646f14" providerId="ADAL" clId="{93F7031F-1472-4372-9732-31D43695602F}" dt="2026-06-09T06:16:03.486" v="39649" actId="14100"/>
          <ac:spMkLst>
            <pc:docMk/>
            <pc:sldMk cId="3461696685" sldId="3011"/>
            <ac:spMk id="23" creationId="{39F11DBA-1E74-42E8-F0E2-243C3A24822F}"/>
          </ac:spMkLst>
        </pc:spChg>
        <pc:spChg chg="add mod ord">
          <ac:chgData name="大内 実" userId="a27ae44a-5a3b-4811-b2ba-c10800646f14" providerId="ADAL" clId="{93F7031F-1472-4372-9732-31D43695602F}" dt="2026-06-12T02:38:38.091" v="40697" actId="14100"/>
          <ac:spMkLst>
            <pc:docMk/>
            <pc:sldMk cId="3461696685" sldId="3011"/>
            <ac:spMk id="24" creationId="{D0880B5B-2D47-8F39-9E16-96A46A3D27D7}"/>
          </ac:spMkLst>
        </pc:spChg>
        <pc:spChg chg="add mod">
          <ac:chgData name="大内 実" userId="a27ae44a-5a3b-4811-b2ba-c10800646f14" providerId="ADAL" clId="{93F7031F-1472-4372-9732-31D43695602F}" dt="2026-06-30T07:24:57.146" v="42287" actId="14100"/>
          <ac:spMkLst>
            <pc:docMk/>
            <pc:sldMk cId="3461696685" sldId="3011"/>
            <ac:spMk id="25" creationId="{9FAC818C-6E21-EEFB-43B8-F5448F95A5D9}"/>
          </ac:spMkLst>
        </pc:spChg>
        <pc:spChg chg="add mod ord">
          <ac:chgData name="大内 実" userId="a27ae44a-5a3b-4811-b2ba-c10800646f14" providerId="ADAL" clId="{93F7031F-1472-4372-9732-31D43695602F}" dt="2026-06-09T06:15:26.368" v="39644" actId="14100"/>
          <ac:spMkLst>
            <pc:docMk/>
            <pc:sldMk cId="3461696685" sldId="3011"/>
            <ac:spMk id="26" creationId="{AA4FCF70-73B8-978E-D52A-560D2E4DB481}"/>
          </ac:spMkLst>
        </pc:spChg>
        <pc:spChg chg="add mod ord">
          <ac:chgData name="大内 実" userId="a27ae44a-5a3b-4811-b2ba-c10800646f14" providerId="ADAL" clId="{93F7031F-1472-4372-9732-31D43695602F}" dt="2026-06-09T06:16:17.840" v="39652" actId="14100"/>
          <ac:spMkLst>
            <pc:docMk/>
            <pc:sldMk cId="3461696685" sldId="3011"/>
            <ac:spMk id="27" creationId="{2947780A-E159-B475-7C64-D4FCF19EC1C9}"/>
          </ac:spMkLst>
        </pc:spChg>
        <pc:spChg chg="add mod ord">
          <ac:chgData name="大内 実" userId="a27ae44a-5a3b-4811-b2ba-c10800646f14" providerId="ADAL" clId="{93F7031F-1472-4372-9732-31D43695602F}" dt="2026-07-01T06:06:41.239" v="42290" actId="14100"/>
          <ac:spMkLst>
            <pc:docMk/>
            <pc:sldMk cId="3461696685" sldId="3011"/>
            <ac:spMk id="28" creationId="{2EF79F4A-BFD5-5922-0975-F86E229414CE}"/>
          </ac:spMkLst>
        </pc:spChg>
        <pc:spChg chg="add mod">
          <ac:chgData name="大内 実" userId="a27ae44a-5a3b-4811-b2ba-c10800646f14" providerId="ADAL" clId="{93F7031F-1472-4372-9732-31D43695602F}" dt="2026-06-11T03:30:08.263" v="40118" actId="207"/>
          <ac:spMkLst>
            <pc:docMk/>
            <pc:sldMk cId="3461696685" sldId="3011"/>
            <ac:spMk id="29" creationId="{6AF0C56E-42B7-CACD-69AA-380F08413652}"/>
          </ac:spMkLst>
        </pc:spChg>
        <pc:spChg chg="add mod ord">
          <ac:chgData name="大内 実" userId="a27ae44a-5a3b-4811-b2ba-c10800646f14" providerId="ADAL" clId="{93F7031F-1472-4372-9732-31D43695602F}" dt="2026-06-11T03:23:07.854" v="40098" actId="6549"/>
          <ac:spMkLst>
            <pc:docMk/>
            <pc:sldMk cId="3461696685" sldId="3011"/>
            <ac:spMk id="31" creationId="{41794B57-B18C-49EA-1882-491A92D07BD5}"/>
          </ac:spMkLst>
        </pc:spChg>
        <pc:spChg chg="add mod">
          <ac:chgData name="大内 実" userId="a27ae44a-5a3b-4811-b2ba-c10800646f14" providerId="ADAL" clId="{93F7031F-1472-4372-9732-31D43695602F}" dt="2026-06-09T06:18:02.411" v="39700" actId="1076"/>
          <ac:spMkLst>
            <pc:docMk/>
            <pc:sldMk cId="3461696685" sldId="3011"/>
            <ac:spMk id="32" creationId="{36AAA757-7B80-A0AB-482B-8284664FAD3A}"/>
          </ac:spMkLst>
        </pc:spChg>
        <pc:spChg chg="add mod">
          <ac:chgData name="大内 実" userId="a27ae44a-5a3b-4811-b2ba-c10800646f14" providerId="ADAL" clId="{93F7031F-1472-4372-9732-31D43695602F}" dt="2026-06-30T05:59:19.366" v="42252" actId="1076"/>
          <ac:spMkLst>
            <pc:docMk/>
            <pc:sldMk cId="3461696685" sldId="3011"/>
            <ac:spMk id="33" creationId="{3C77F5E1-0AA7-7047-08DA-7D00257763B6}"/>
          </ac:spMkLst>
        </pc:spChg>
        <pc:spChg chg="add mod ord">
          <ac:chgData name="大内 実" userId="a27ae44a-5a3b-4811-b2ba-c10800646f14" providerId="ADAL" clId="{93F7031F-1472-4372-9732-31D43695602F}" dt="2026-06-11T03:23:03.653" v="40093" actId="6549"/>
          <ac:spMkLst>
            <pc:docMk/>
            <pc:sldMk cId="3461696685" sldId="3011"/>
            <ac:spMk id="35" creationId="{06ED9F09-38B1-55EB-17CE-ACC6D0E808A1}"/>
          </ac:spMkLst>
        </pc:spChg>
        <pc:spChg chg="add mod ord">
          <ac:chgData name="大内 実" userId="a27ae44a-5a3b-4811-b2ba-c10800646f14" providerId="ADAL" clId="{93F7031F-1472-4372-9732-31D43695602F}" dt="2026-07-01T06:16:57.162" v="42454" actId="14100"/>
          <ac:spMkLst>
            <pc:docMk/>
            <pc:sldMk cId="3461696685" sldId="3011"/>
            <ac:spMk id="36" creationId="{32794295-BFB2-BEB4-5970-E034B2BB617D}"/>
          </ac:spMkLst>
        </pc:spChg>
        <pc:spChg chg="add mod ord">
          <ac:chgData name="大内 実" userId="a27ae44a-5a3b-4811-b2ba-c10800646f14" providerId="ADAL" clId="{93F7031F-1472-4372-9732-31D43695602F}" dt="2026-06-11T03:23:13.786" v="40103" actId="20577"/>
          <ac:spMkLst>
            <pc:docMk/>
            <pc:sldMk cId="3461696685" sldId="3011"/>
            <ac:spMk id="37" creationId="{97969201-8849-FE36-11FC-C499C9FE49AC}"/>
          </ac:spMkLst>
        </pc:spChg>
        <pc:spChg chg="add mod">
          <ac:chgData name="大内 実" userId="a27ae44a-5a3b-4811-b2ba-c10800646f14" providerId="ADAL" clId="{93F7031F-1472-4372-9732-31D43695602F}" dt="2026-06-19T08:21:57.669" v="41205"/>
          <ac:spMkLst>
            <pc:docMk/>
            <pc:sldMk cId="3461696685" sldId="3011"/>
            <ac:spMk id="38" creationId="{B073A0BF-D784-EC36-98AB-578AB4B8A8E0}"/>
          </ac:spMkLst>
        </pc:spChg>
        <pc:spChg chg="add mod ord">
          <ac:chgData name="大内 実" userId="a27ae44a-5a3b-4811-b2ba-c10800646f14" providerId="ADAL" clId="{93F7031F-1472-4372-9732-31D43695602F}" dt="2026-06-12T02:38:37.635" v="40696" actId="1076"/>
          <ac:spMkLst>
            <pc:docMk/>
            <pc:sldMk cId="3461696685" sldId="3011"/>
            <ac:spMk id="39" creationId="{3DF5DDC1-D812-D4E5-F5AC-256BD474C5DF}"/>
          </ac:spMkLst>
        </pc:spChg>
        <pc:spChg chg="add mod">
          <ac:chgData name="大内 実" userId="a27ae44a-5a3b-4811-b2ba-c10800646f14" providerId="ADAL" clId="{93F7031F-1472-4372-9732-31D43695602F}" dt="2026-06-19T08:21:57.669" v="41205"/>
          <ac:spMkLst>
            <pc:docMk/>
            <pc:sldMk cId="3461696685" sldId="3011"/>
            <ac:spMk id="40" creationId="{54193B96-47E7-49A4-665E-61063BFEB5F5}"/>
          </ac:spMkLst>
        </pc:spChg>
        <pc:spChg chg="add mod">
          <ac:chgData name="大内 実" userId="a27ae44a-5a3b-4811-b2ba-c10800646f14" providerId="ADAL" clId="{93F7031F-1472-4372-9732-31D43695602F}" dt="2026-06-19T08:21:57.669" v="41205"/>
          <ac:spMkLst>
            <pc:docMk/>
            <pc:sldMk cId="3461696685" sldId="3011"/>
            <ac:spMk id="41" creationId="{2690E68F-F6BA-37DE-8748-F969241B0B02}"/>
          </ac:spMkLst>
        </pc:spChg>
        <pc:spChg chg="add mod">
          <ac:chgData name="大内 実" userId="a27ae44a-5a3b-4811-b2ba-c10800646f14" providerId="ADAL" clId="{93F7031F-1472-4372-9732-31D43695602F}" dt="2026-06-19T08:21:57.669" v="41205"/>
          <ac:spMkLst>
            <pc:docMk/>
            <pc:sldMk cId="3461696685" sldId="3011"/>
            <ac:spMk id="44" creationId="{275A2C7E-98FF-AB7B-BC1D-0639BF94AD70}"/>
          </ac:spMkLst>
        </pc:spChg>
        <pc:spChg chg="add mod">
          <ac:chgData name="大内 実" userId="a27ae44a-5a3b-4811-b2ba-c10800646f14" providerId="ADAL" clId="{93F7031F-1472-4372-9732-31D43695602F}" dt="2026-06-19T08:21:57.669" v="41205"/>
          <ac:spMkLst>
            <pc:docMk/>
            <pc:sldMk cId="3461696685" sldId="3011"/>
            <ac:spMk id="46" creationId="{6AF0FEFB-85BA-5EB1-5539-A26439C3F514}"/>
          </ac:spMkLst>
        </pc:spChg>
        <pc:cxnChg chg="add mod">
          <ac:chgData name="大内 実" userId="a27ae44a-5a3b-4811-b2ba-c10800646f14" providerId="ADAL" clId="{93F7031F-1472-4372-9732-31D43695602F}" dt="2026-06-30T05:59:40.993" v="42255" actId="1582"/>
          <ac:cxnSpMkLst>
            <pc:docMk/>
            <pc:sldMk cId="3461696685" sldId="3011"/>
            <ac:cxnSpMk id="14" creationId="{231D4C80-30D5-5E66-0826-91A8DB3F9F5B}"/>
          </ac:cxnSpMkLst>
        </pc:cxnChg>
      </pc:sldChg>
      <pc:sldChg chg="addSp modSp new mod ord">
        <pc:chgData name="大内 実" userId="a27ae44a-5a3b-4811-b2ba-c10800646f14" providerId="ADAL" clId="{93F7031F-1472-4372-9732-31D43695602F}" dt="2026-06-09T07:27:46.278" v="39836"/>
        <pc:sldMkLst>
          <pc:docMk/>
          <pc:sldMk cId="775175428" sldId="3012"/>
        </pc:sldMkLst>
      </pc:sldChg>
      <pc:sldChg chg="addSp new mod ord">
        <pc:chgData name="大内 実" userId="a27ae44a-5a3b-4811-b2ba-c10800646f14" providerId="ADAL" clId="{93F7031F-1472-4372-9732-31D43695602F}" dt="2026-06-09T07:27:46.278" v="39836"/>
        <pc:sldMkLst>
          <pc:docMk/>
          <pc:sldMk cId="4017185486" sldId="3013"/>
        </pc:sldMkLst>
      </pc:sldChg>
      <pc:sldChg chg="addSp delSp modSp new mod ord">
        <pc:chgData name="大内 実" userId="a27ae44a-5a3b-4811-b2ba-c10800646f14" providerId="ADAL" clId="{93F7031F-1472-4372-9732-31D43695602F}" dt="2026-06-09T07:27:46.278" v="39836"/>
        <pc:sldMkLst>
          <pc:docMk/>
          <pc:sldMk cId="2257999889" sldId="3014"/>
        </pc:sldMkLst>
        <pc:picChg chg="add mod">
          <ac:chgData name="大内 実" userId="a27ae44a-5a3b-4811-b2ba-c10800646f14" providerId="ADAL" clId="{93F7031F-1472-4372-9732-31D43695602F}" dt="2026-06-09T05:35:00.539" v="39567" actId="1076"/>
          <ac:picMkLst>
            <pc:docMk/>
            <pc:sldMk cId="2257999889" sldId="3014"/>
            <ac:picMk id="4" creationId="{3ACD73D7-DB22-D00E-60B9-53AB919A2AC6}"/>
          </ac:picMkLst>
        </pc:picChg>
      </pc:sldChg>
      <pc:sldChg chg="addSp modSp new mod ord">
        <pc:chgData name="大内 実" userId="a27ae44a-5a3b-4811-b2ba-c10800646f14" providerId="ADAL" clId="{93F7031F-1472-4372-9732-31D43695602F}" dt="2026-06-09T07:27:46.278" v="39836"/>
        <pc:sldMkLst>
          <pc:docMk/>
          <pc:sldMk cId="3263564946" sldId="3015"/>
        </pc:sldMkLst>
      </pc:sldChg>
      <pc:sldChg chg="addSp modSp new mod ord">
        <pc:chgData name="大内 実" userId="a27ae44a-5a3b-4811-b2ba-c10800646f14" providerId="ADAL" clId="{93F7031F-1472-4372-9732-31D43695602F}" dt="2026-06-09T07:27:46.278" v="39836"/>
        <pc:sldMkLst>
          <pc:docMk/>
          <pc:sldMk cId="1181535004" sldId="3016"/>
        </pc:sldMkLst>
      </pc:sldChg>
      <pc:sldChg chg="addSp modSp new mod ord">
        <pc:chgData name="大内 実" userId="a27ae44a-5a3b-4811-b2ba-c10800646f14" providerId="ADAL" clId="{93F7031F-1472-4372-9732-31D43695602F}" dt="2026-06-09T07:27:46.278" v="39836"/>
        <pc:sldMkLst>
          <pc:docMk/>
          <pc:sldMk cId="2408054148" sldId="3017"/>
        </pc:sldMkLst>
      </pc:sldChg>
      <pc:sldChg chg="addSp delSp modSp new mod ord">
        <pc:chgData name="大内 実" userId="a27ae44a-5a3b-4811-b2ba-c10800646f14" providerId="ADAL" clId="{93F7031F-1472-4372-9732-31D43695602F}" dt="2026-06-19T08:45:29.628" v="41566" actId="20577"/>
        <pc:sldMkLst>
          <pc:docMk/>
          <pc:sldMk cId="2886335107" sldId="3018"/>
        </pc:sldMkLst>
        <pc:spChg chg="add mod">
          <ac:chgData name="大内 実" userId="a27ae44a-5a3b-4811-b2ba-c10800646f14" providerId="ADAL" clId="{93F7031F-1472-4372-9732-31D43695602F}" dt="2026-06-11T02:21:15.494" v="39975" actId="20577"/>
          <ac:spMkLst>
            <pc:docMk/>
            <pc:sldMk cId="2886335107" sldId="3018"/>
            <ac:spMk id="2" creationId="{1EC8D12A-C2CA-709F-229D-6DAD3E7F8241}"/>
          </ac:spMkLst>
        </pc:spChg>
        <pc:spChg chg="add mod">
          <ac:chgData name="大内 実" userId="a27ae44a-5a3b-4811-b2ba-c10800646f14" providerId="ADAL" clId="{93F7031F-1472-4372-9732-31D43695602F}" dt="2026-06-11T03:30:55.984" v="40172" actId="20577"/>
          <ac:spMkLst>
            <pc:docMk/>
            <pc:sldMk cId="2886335107" sldId="3018"/>
            <ac:spMk id="60" creationId="{8364C400-25EB-3AE5-3F48-C629F2A02B3B}"/>
          </ac:spMkLst>
        </pc:spChg>
        <pc:spChg chg="add mod">
          <ac:chgData name="大内 実" userId="a27ae44a-5a3b-4811-b2ba-c10800646f14" providerId="ADAL" clId="{93F7031F-1472-4372-9732-31D43695602F}" dt="2026-06-11T02:21:22.631" v="39978" actId="6549"/>
          <ac:spMkLst>
            <pc:docMk/>
            <pc:sldMk cId="2886335107" sldId="3018"/>
            <ac:spMk id="102" creationId="{A87FD513-8DBB-EBBA-6763-02FF36174601}"/>
          </ac:spMkLst>
        </pc:spChg>
        <pc:spChg chg="add mod">
          <ac:chgData name="大内 実" userId="a27ae44a-5a3b-4811-b2ba-c10800646f14" providerId="ADAL" clId="{93F7031F-1472-4372-9732-31D43695602F}" dt="2026-06-11T03:17:33.295" v="40079" actId="20577"/>
          <ac:spMkLst>
            <pc:docMk/>
            <pc:sldMk cId="2886335107" sldId="3018"/>
            <ac:spMk id="103" creationId="{C313D2A6-70BF-FCAA-CE57-542C3D0F1F4E}"/>
          </ac:spMkLst>
        </pc:spChg>
        <pc:spChg chg="add mod">
          <ac:chgData name="大内 実" userId="a27ae44a-5a3b-4811-b2ba-c10800646f14" providerId="ADAL" clId="{93F7031F-1472-4372-9732-31D43695602F}" dt="2026-06-11T02:21:08.448" v="39969" actId="20577"/>
          <ac:spMkLst>
            <pc:docMk/>
            <pc:sldMk cId="2886335107" sldId="3018"/>
            <ac:spMk id="105" creationId="{958A4336-4941-8FF0-8876-68289981DABC}"/>
          </ac:spMkLst>
        </pc:spChg>
        <pc:spChg chg="add mod">
          <ac:chgData name="大内 実" userId="a27ae44a-5a3b-4811-b2ba-c10800646f14" providerId="ADAL" clId="{93F7031F-1472-4372-9732-31D43695602F}" dt="2026-06-19T08:45:29.628" v="41566" actId="20577"/>
          <ac:spMkLst>
            <pc:docMk/>
            <pc:sldMk cId="2886335107" sldId="3018"/>
            <ac:spMk id="106" creationId="{D768ACBF-19CB-5205-4AE7-6CB8F4C7E5FF}"/>
          </ac:spMkLst>
        </pc:spChg>
        <pc:spChg chg="add mod">
          <ac:chgData name="大内 実" userId="a27ae44a-5a3b-4811-b2ba-c10800646f14" providerId="ADAL" clId="{93F7031F-1472-4372-9732-31D43695602F}" dt="2026-06-11T02:23:20.043" v="40006" actId="20577"/>
          <ac:spMkLst>
            <pc:docMk/>
            <pc:sldMk cId="2886335107" sldId="3018"/>
            <ac:spMk id="109" creationId="{6327AD22-2BBE-FEF9-EE3E-13BC75F5A4E4}"/>
          </ac:spMkLst>
        </pc:spChg>
        <pc:spChg chg="add mod">
          <ac:chgData name="大内 実" userId="a27ae44a-5a3b-4811-b2ba-c10800646f14" providerId="ADAL" clId="{93F7031F-1472-4372-9732-31D43695602F}" dt="2026-06-11T02:23:06.984" v="39994" actId="20577"/>
          <ac:spMkLst>
            <pc:docMk/>
            <pc:sldMk cId="2886335107" sldId="3018"/>
            <ac:spMk id="110" creationId="{5D080D10-8B58-5DF6-1CC7-508A29ACFEE3}"/>
          </ac:spMkLst>
        </pc:spChg>
        <pc:spChg chg="add mod">
          <ac:chgData name="大内 実" userId="a27ae44a-5a3b-4811-b2ba-c10800646f14" providerId="ADAL" clId="{93F7031F-1472-4372-9732-31D43695602F}" dt="2026-06-11T02:23:12.310" v="40000" actId="6549"/>
          <ac:spMkLst>
            <pc:docMk/>
            <pc:sldMk cId="2886335107" sldId="3018"/>
            <ac:spMk id="111" creationId="{38F4E22C-E155-E63D-3CD4-83B90F9D2CF3}"/>
          </ac:spMkLst>
        </pc:spChg>
        <pc:spChg chg="add mod">
          <ac:chgData name="大内 実" userId="a27ae44a-5a3b-4811-b2ba-c10800646f14" providerId="ADAL" clId="{93F7031F-1472-4372-9732-31D43695602F}" dt="2026-06-11T02:23:00.636" v="39988" actId="6549"/>
          <ac:spMkLst>
            <pc:docMk/>
            <pc:sldMk cId="2886335107" sldId="3018"/>
            <ac:spMk id="112" creationId="{95D80D4F-FEB1-A6CE-ED6D-3553B67435B0}"/>
          </ac:spMkLst>
        </pc:spChg>
      </pc:sldChg>
      <pc:sldChg chg="addSp modSp new mod">
        <pc:chgData name="大内 実" userId="a27ae44a-5a3b-4811-b2ba-c10800646f14" providerId="ADAL" clId="{93F7031F-1472-4372-9732-31D43695602F}" dt="2026-06-11T03:31:20.535" v="40184" actId="20577"/>
        <pc:sldMkLst>
          <pc:docMk/>
          <pc:sldMk cId="2451410067" sldId="3019"/>
        </pc:sldMkLst>
        <pc:spChg chg="add mod">
          <ac:chgData name="大内 実" userId="a27ae44a-5a3b-4811-b2ba-c10800646f14" providerId="ADAL" clId="{93F7031F-1472-4372-9732-31D43695602F}" dt="2026-06-11T03:31:20.535" v="40184" actId="20577"/>
          <ac:spMkLst>
            <pc:docMk/>
            <pc:sldMk cId="2451410067" sldId="3019"/>
            <ac:spMk id="2" creationId="{72142213-23F5-9D17-05AA-9528096A5AEA}"/>
          </ac:spMkLst>
        </pc:spChg>
        <pc:picChg chg="add mod">
          <ac:chgData name="大内 実" userId="a27ae44a-5a3b-4811-b2ba-c10800646f14" providerId="ADAL" clId="{93F7031F-1472-4372-9732-31D43695602F}" dt="2026-06-11T03:09:40.168" v="40011" actId="1076"/>
          <ac:picMkLst>
            <pc:docMk/>
            <pc:sldMk cId="2451410067" sldId="3019"/>
            <ac:picMk id="4" creationId="{1521915A-4CD4-14A8-BFFF-BE22C3AE3124}"/>
          </ac:picMkLst>
        </pc:picChg>
      </pc:sldChg>
      <pc:sldChg chg="addSp modSp new del mod">
        <pc:chgData name="大内 実" userId="a27ae44a-5a3b-4811-b2ba-c10800646f14" providerId="ADAL" clId="{93F7031F-1472-4372-9732-31D43695602F}" dt="2026-06-30T05:49:46.840" v="42092" actId="47"/>
        <pc:sldMkLst>
          <pc:docMk/>
          <pc:sldMk cId="3726696621" sldId="3020"/>
        </pc:sldMkLst>
      </pc:sldChg>
      <pc:sldChg chg="addSp delSp modSp add mod">
        <pc:chgData name="大内 実" userId="a27ae44a-5a3b-4811-b2ba-c10800646f14" providerId="ADAL" clId="{93F7031F-1472-4372-9732-31D43695602F}" dt="2026-07-01T06:32:18.753" v="42679" actId="1035"/>
        <pc:sldMkLst>
          <pc:docMk/>
          <pc:sldMk cId="3668578167" sldId="3021"/>
        </pc:sldMkLst>
        <pc:spChg chg="add del mod">
          <ac:chgData name="大内 実" userId="a27ae44a-5a3b-4811-b2ba-c10800646f14" providerId="ADAL" clId="{93F7031F-1472-4372-9732-31D43695602F}" dt="2026-07-01T06:32:11.325" v="42645" actId="478"/>
          <ac:spMkLst>
            <pc:docMk/>
            <pc:sldMk cId="3668578167" sldId="3021"/>
            <ac:spMk id="2" creationId="{F2A091E9-B19D-239C-EE32-3439D77E7259}"/>
          </ac:spMkLst>
        </pc:spChg>
        <pc:spChg chg="mod">
          <ac:chgData name="大内 実" userId="a27ae44a-5a3b-4811-b2ba-c10800646f14" providerId="ADAL" clId="{93F7031F-1472-4372-9732-31D43695602F}" dt="2026-06-19T08:55:33.597" v="41567" actId="14100"/>
          <ac:spMkLst>
            <pc:docMk/>
            <pc:sldMk cId="3668578167" sldId="3021"/>
            <ac:spMk id="3" creationId="{E7393A4A-0324-8012-663E-E702A0571F2A}"/>
          </ac:spMkLst>
        </pc:spChg>
        <pc:spChg chg="add mod">
          <ac:chgData name="大内 実" userId="a27ae44a-5a3b-4811-b2ba-c10800646f14" providerId="ADAL" clId="{93F7031F-1472-4372-9732-31D43695602F}" dt="2026-07-01T06:30:47.117" v="42592" actId="14100"/>
          <ac:spMkLst>
            <pc:docMk/>
            <pc:sldMk cId="3668578167" sldId="3021"/>
            <ac:spMk id="4" creationId="{D01D4259-67D8-49CC-E35B-FF252A13BB09}"/>
          </ac:spMkLst>
        </pc:spChg>
        <pc:spChg chg="add mod">
          <ac:chgData name="大内 実" userId="a27ae44a-5a3b-4811-b2ba-c10800646f14" providerId="ADAL" clId="{93F7031F-1472-4372-9732-31D43695602F}" dt="2026-07-01T06:30:51.775" v="42593" actId="1076"/>
          <ac:spMkLst>
            <pc:docMk/>
            <pc:sldMk cId="3668578167" sldId="3021"/>
            <ac:spMk id="7" creationId="{D839E9DF-6F8B-8701-9125-30478760850F}"/>
          </ac:spMkLst>
        </pc:spChg>
        <pc:spChg chg="add del mod">
          <ac:chgData name="大内 実" userId="a27ae44a-5a3b-4811-b2ba-c10800646f14" providerId="ADAL" clId="{93F7031F-1472-4372-9732-31D43695602F}" dt="2026-07-01T06:31:02.463" v="42596" actId="478"/>
          <ac:spMkLst>
            <pc:docMk/>
            <pc:sldMk cId="3668578167" sldId="3021"/>
            <ac:spMk id="8" creationId="{1E6340C1-3AE1-05DC-50A9-A66C1603DC94}"/>
          </ac:spMkLst>
        </pc:spChg>
        <pc:spChg chg="add mod">
          <ac:chgData name="大内 実" userId="a27ae44a-5a3b-4811-b2ba-c10800646f14" providerId="ADAL" clId="{93F7031F-1472-4372-9732-31D43695602F}" dt="2026-07-01T06:31:32.367" v="42642" actId="20577"/>
          <ac:spMkLst>
            <pc:docMk/>
            <pc:sldMk cId="3668578167" sldId="3021"/>
            <ac:spMk id="9" creationId="{7B17416F-E84A-0F70-7A77-F13A3D40381C}"/>
          </ac:spMkLst>
        </pc:spChg>
        <pc:spChg chg="add mod ord">
          <ac:chgData name="大内 実" userId="a27ae44a-5a3b-4811-b2ba-c10800646f14" providerId="ADAL" clId="{93F7031F-1472-4372-9732-31D43695602F}" dt="2026-06-19T08:57:02.404" v="41610" actId="14100"/>
          <ac:spMkLst>
            <pc:docMk/>
            <pc:sldMk cId="3668578167" sldId="3021"/>
            <ac:spMk id="40" creationId="{763CD81D-5C1D-ECE4-98A7-182DECE10EE6}"/>
          </ac:spMkLst>
        </pc:spChg>
        <pc:spChg chg="add mod">
          <ac:chgData name="大内 実" userId="a27ae44a-5a3b-4811-b2ba-c10800646f14" providerId="ADAL" clId="{93F7031F-1472-4372-9732-31D43695602F}" dt="2026-06-19T08:22:12.709" v="41212" actId="6549"/>
          <ac:spMkLst>
            <pc:docMk/>
            <pc:sldMk cId="3668578167" sldId="3021"/>
            <ac:spMk id="41" creationId="{C848473F-F090-3D16-54EE-6203FF674EF9}"/>
          </ac:spMkLst>
        </pc:spChg>
        <pc:spChg chg="add mod">
          <ac:chgData name="大内 実" userId="a27ae44a-5a3b-4811-b2ba-c10800646f14" providerId="ADAL" clId="{93F7031F-1472-4372-9732-31D43695602F}" dt="2026-06-19T08:22:02.698" v="41207"/>
          <ac:spMkLst>
            <pc:docMk/>
            <pc:sldMk cId="3668578167" sldId="3021"/>
            <ac:spMk id="44" creationId="{3C13A85B-651A-65EF-06CE-9B3815A7DB56}"/>
          </ac:spMkLst>
        </pc:spChg>
        <pc:spChg chg="add mod">
          <ac:chgData name="大内 実" userId="a27ae44a-5a3b-4811-b2ba-c10800646f14" providerId="ADAL" clId="{93F7031F-1472-4372-9732-31D43695602F}" dt="2026-06-19T08:22:02.698" v="41207"/>
          <ac:spMkLst>
            <pc:docMk/>
            <pc:sldMk cId="3668578167" sldId="3021"/>
            <ac:spMk id="46" creationId="{1E113DBC-EA9E-150B-F674-CDBE122A4B4F}"/>
          </ac:spMkLst>
        </pc:spChg>
        <pc:spChg chg="add mod">
          <ac:chgData name="大内 実" userId="a27ae44a-5a3b-4811-b2ba-c10800646f14" providerId="ADAL" clId="{93F7031F-1472-4372-9732-31D43695602F}" dt="2026-06-19T08:22:02.698" v="41207"/>
          <ac:spMkLst>
            <pc:docMk/>
            <pc:sldMk cId="3668578167" sldId="3021"/>
            <ac:spMk id="48" creationId="{D4D4A87B-2F99-3121-7246-3C8D55817AF7}"/>
          </ac:spMkLst>
        </pc:spChg>
        <pc:spChg chg="add mod">
          <ac:chgData name="大内 実" userId="a27ae44a-5a3b-4811-b2ba-c10800646f14" providerId="ADAL" clId="{93F7031F-1472-4372-9732-31D43695602F}" dt="2026-06-19T08:22:02.698" v="41207"/>
          <ac:spMkLst>
            <pc:docMk/>
            <pc:sldMk cId="3668578167" sldId="3021"/>
            <ac:spMk id="49" creationId="{5F0BC192-5609-0946-1625-67AF1314C629}"/>
          </ac:spMkLst>
        </pc:spChg>
        <pc:spChg chg="add mod ord">
          <ac:chgData name="大内 実" userId="a27ae44a-5a3b-4811-b2ba-c10800646f14" providerId="ADAL" clId="{93F7031F-1472-4372-9732-31D43695602F}" dt="2026-06-19T08:58:10.340" v="41709" actId="20577"/>
          <ac:spMkLst>
            <pc:docMk/>
            <pc:sldMk cId="3668578167" sldId="3021"/>
            <ac:spMk id="50" creationId="{BE6F8E45-A255-4650-F8E9-B222CE1BE427}"/>
          </ac:spMkLst>
        </pc:spChg>
        <pc:spChg chg="add mod">
          <ac:chgData name="大内 実" userId="a27ae44a-5a3b-4811-b2ba-c10800646f14" providerId="ADAL" clId="{93F7031F-1472-4372-9732-31D43695602F}" dt="2026-06-19T08:55:35.954" v="41568" actId="14100"/>
          <ac:spMkLst>
            <pc:docMk/>
            <pc:sldMk cId="3668578167" sldId="3021"/>
            <ac:spMk id="51" creationId="{B15ADDD0-1A76-4AAC-B75D-9EB6B5C02B52}"/>
          </ac:spMkLst>
        </pc:spChg>
        <pc:spChg chg="add mod">
          <ac:chgData name="大内 実" userId="a27ae44a-5a3b-4811-b2ba-c10800646f14" providerId="ADAL" clId="{93F7031F-1472-4372-9732-31D43695602F}" dt="2026-06-19T08:55:37.936" v="41569" actId="14100"/>
          <ac:spMkLst>
            <pc:docMk/>
            <pc:sldMk cId="3668578167" sldId="3021"/>
            <ac:spMk id="52" creationId="{38FEA250-840D-6139-BC16-89AD2F4F4717}"/>
          </ac:spMkLst>
        </pc:spChg>
        <pc:spChg chg="add mod">
          <ac:chgData name="大内 実" userId="a27ae44a-5a3b-4811-b2ba-c10800646f14" providerId="ADAL" clId="{93F7031F-1472-4372-9732-31D43695602F}" dt="2026-06-19T09:01:45.120" v="41837" actId="20577"/>
          <ac:spMkLst>
            <pc:docMk/>
            <pc:sldMk cId="3668578167" sldId="3021"/>
            <ac:spMk id="53" creationId="{8F5399A8-4933-B92E-6C10-A15A6CA5DDD5}"/>
          </ac:spMkLst>
        </pc:spChg>
        <pc:spChg chg="add mod">
          <ac:chgData name="大内 実" userId="a27ae44a-5a3b-4811-b2ba-c10800646f14" providerId="ADAL" clId="{93F7031F-1472-4372-9732-31D43695602F}" dt="2026-06-19T09:01:47.467" v="41838" actId="20577"/>
          <ac:spMkLst>
            <pc:docMk/>
            <pc:sldMk cId="3668578167" sldId="3021"/>
            <ac:spMk id="54" creationId="{DBE1B16B-B219-7E24-21AE-103ED10CFC66}"/>
          </ac:spMkLst>
        </pc:spChg>
        <pc:spChg chg="add mod ord">
          <ac:chgData name="大内 実" userId="a27ae44a-5a3b-4811-b2ba-c10800646f14" providerId="ADAL" clId="{93F7031F-1472-4372-9732-31D43695602F}" dt="2026-07-01T06:30:56.646" v="42594" actId="166"/>
          <ac:spMkLst>
            <pc:docMk/>
            <pc:sldMk cId="3668578167" sldId="3021"/>
            <ac:spMk id="55" creationId="{7FFD9EC9-CF60-509E-0854-4F1C63B318A6}"/>
          </ac:spMkLst>
        </pc:spChg>
        <pc:spChg chg="add mod ord">
          <ac:chgData name="大内 実" userId="a27ae44a-5a3b-4811-b2ba-c10800646f14" providerId="ADAL" clId="{93F7031F-1472-4372-9732-31D43695602F}" dt="2026-07-01T06:31:35.288" v="42644" actId="20577"/>
          <ac:spMkLst>
            <pc:docMk/>
            <pc:sldMk cId="3668578167" sldId="3021"/>
            <ac:spMk id="57" creationId="{B2F8F0EE-D506-087A-CD4F-2FE75204EA9B}"/>
          </ac:spMkLst>
        </pc:spChg>
        <pc:spChg chg="add mod ord">
          <ac:chgData name="大内 実" userId="a27ae44a-5a3b-4811-b2ba-c10800646f14" providerId="ADAL" clId="{93F7031F-1472-4372-9732-31D43695602F}" dt="2026-06-19T08:57:25.472" v="41620" actId="20577"/>
          <ac:spMkLst>
            <pc:docMk/>
            <pc:sldMk cId="3668578167" sldId="3021"/>
            <ac:spMk id="58" creationId="{306FBD14-441E-0565-B951-6B6DB3744252}"/>
          </ac:spMkLst>
        </pc:spChg>
        <pc:spChg chg="add mod">
          <ac:chgData name="大内 実" userId="a27ae44a-5a3b-4811-b2ba-c10800646f14" providerId="ADAL" clId="{93F7031F-1472-4372-9732-31D43695602F}" dt="2026-07-01T06:32:15.087" v="42661" actId="1035"/>
          <ac:spMkLst>
            <pc:docMk/>
            <pc:sldMk cId="3668578167" sldId="3021"/>
            <ac:spMk id="59" creationId="{ADBAF7DC-DA65-994B-F279-ED5BFECF7C11}"/>
          </ac:spMkLst>
        </pc:spChg>
        <pc:spChg chg="add mod">
          <ac:chgData name="大内 実" userId="a27ae44a-5a3b-4811-b2ba-c10800646f14" providerId="ADAL" clId="{93F7031F-1472-4372-9732-31D43695602F}" dt="2026-07-01T06:32:18.753" v="42679" actId="1035"/>
          <ac:spMkLst>
            <pc:docMk/>
            <pc:sldMk cId="3668578167" sldId="3021"/>
            <ac:spMk id="60" creationId="{0038417C-F72C-3068-AC37-84F99D5BADC7}"/>
          </ac:spMkLst>
        </pc:spChg>
        <pc:graphicFrameChg chg="ord">
          <ac:chgData name="大内 実" userId="a27ae44a-5a3b-4811-b2ba-c10800646f14" providerId="ADAL" clId="{93F7031F-1472-4372-9732-31D43695602F}" dt="2026-06-19T08:28:43.011" v="41300" actId="166"/>
          <ac:graphicFrameMkLst>
            <pc:docMk/>
            <pc:sldMk cId="3668578167" sldId="3021"/>
            <ac:graphicFrameMk id="17" creationId="{D45657C2-3968-7E15-6745-8100644B1AD0}"/>
          </ac:graphicFrameMkLst>
        </pc:graphicFrameChg>
        <pc:picChg chg="add mod">
          <ac:chgData name="大内 実" userId="a27ae44a-5a3b-4811-b2ba-c10800646f14" providerId="ADAL" clId="{93F7031F-1472-4372-9732-31D43695602F}" dt="2026-07-01T06:30:34.254" v="42589" actId="1076"/>
          <ac:picMkLst>
            <pc:docMk/>
            <pc:sldMk cId="3668578167" sldId="3021"/>
            <ac:picMk id="5" creationId="{3AB740AA-B04E-44A7-A5C4-D1D0AEDCAF84}"/>
          </ac:picMkLst>
        </pc:picChg>
        <pc:picChg chg="add mod ord">
          <ac:chgData name="大内 実" userId="a27ae44a-5a3b-4811-b2ba-c10800646f14" providerId="ADAL" clId="{93F7031F-1472-4372-9732-31D43695602F}" dt="2026-06-19T08:27:34.337" v="41293" actId="1076"/>
          <ac:picMkLst>
            <pc:docMk/>
            <pc:sldMk cId="3668578167" sldId="3021"/>
            <ac:picMk id="38" creationId="{70E43F41-A7AE-6B07-58BF-7793DC200A81}"/>
          </ac:picMkLst>
        </pc:picChg>
      </pc:sldChg>
    </pc:docChg>
  </pc:docChgLst>
</pc:chgInfo>
</file>

<file path=ppt/comments/modernComment_BC1_1A692DBA.xml><?xml version="1.0" encoding="utf-8"?>
<p188:cmLst xmlns:a="http://schemas.openxmlformats.org/drawingml/2006/main" xmlns:r="http://schemas.openxmlformats.org/officeDocument/2006/relationships" xmlns:p188="http://schemas.microsoft.com/office/powerpoint/2018/8/main">
  <p188:cm id="{EBAD15CF-0F5E-4FFB-875F-38C0D4AD3BC2}" authorId="{F25D243F-A2F6-25EA-8E56-60503FF58CA5}" created="2026-05-12T08:40:06.171">
    <ac:deMkLst xmlns:ac="http://schemas.microsoft.com/office/drawing/2013/main/command">
      <pc:docMk xmlns:pc="http://schemas.microsoft.com/office/powerpoint/2013/main/command"/>
      <pc:sldMk xmlns:pc="http://schemas.microsoft.com/office/powerpoint/2013/main/command" cId="443100602" sldId="3009"/>
      <ac:picMk id="42" creationId="{62D3DCF4-55C4-A9D0-413E-A0E9747C980A}"/>
    </ac:deMkLst>
    <p188:txBody>
      <a:bodyPr/>
      <a:lstStyle/>
      <a:p>
        <a:r>
          <a:rPr lang="ja-JP" altLang="en-US"/>
          <a:t>2026 3月
ArrowLake HX Refresh
Ultra 9 290HX Plus</a:t>
        </a:r>
      </a:p>
    </p188:txBody>
  </p188:cm>
  <p188:cm id="{0E3DDB8E-3EF5-48E3-BAE9-3388AA01C6A3}" authorId="{F25D243F-A2F6-25EA-8E56-60503FF58CA5}" created="2026-05-12T08:40:37.882">
    <ac:deMkLst xmlns:ac="http://schemas.microsoft.com/office/drawing/2013/main/command">
      <pc:docMk xmlns:pc="http://schemas.microsoft.com/office/powerpoint/2013/main/command"/>
      <pc:sldMk xmlns:pc="http://schemas.microsoft.com/office/powerpoint/2013/main/command" cId="443100602" sldId="3009"/>
      <ac:picMk id="45" creationId="{E69DC531-DA1C-A5FF-6463-5F3B165501E1}"/>
    </ac:deMkLst>
    <p188:txBody>
      <a:bodyPr/>
      <a:lstStyle/>
      <a:p>
        <a:r>
          <a:rPr lang="ja-JP" altLang="en-US"/>
          <a:t>2026 1月
Ryzen AI 400
AI 9 HX 470</a:t>
        </a:r>
      </a:p>
    </p188:txBody>
  </p188:cm>
  <p188:cm id="{E2E41B7E-6133-411A-81C1-46A4317D0B63}" authorId="{F25D243F-A2F6-25EA-8E56-60503FF58CA5}" created="2026-05-12T08:41:32.451">
    <ac:deMkLst xmlns:ac="http://schemas.microsoft.com/office/drawing/2013/main/command">
      <pc:docMk xmlns:pc="http://schemas.microsoft.com/office/powerpoint/2013/main/command"/>
      <pc:sldMk xmlns:pc="http://schemas.microsoft.com/office/powerpoint/2013/main/command" cId="443100602" sldId="3009"/>
      <ac:picMk id="43" creationId="{3BD0D3A4-4CC1-5880-3F04-FAD53B039863}"/>
    </ac:deMkLst>
    <p188:txBody>
      <a:bodyPr/>
      <a:lstStyle/>
      <a:p>
        <a:r>
          <a:rPr lang="ja-JP" altLang="en-US"/>
          <a:t>2027 Q1~2
Nova Lake(Core ultra)
Raptor HX NEXT(Core)</a:t>
        </a:r>
      </a:p>
    </p188:txBody>
  </p188:cm>
  <p188:cm id="{AA126CF3-B2FB-4DD5-B3FC-E63A30CAF899}" authorId="{F25D243F-A2F6-25EA-8E56-60503FF58CA5}" created="2026-05-12T08:44:14.205">
    <ac:deMkLst xmlns:ac="http://schemas.microsoft.com/office/drawing/2013/main/command">
      <pc:docMk xmlns:pc="http://schemas.microsoft.com/office/powerpoint/2013/main/command"/>
      <pc:sldMk xmlns:pc="http://schemas.microsoft.com/office/powerpoint/2013/main/command" cId="443100602" sldId="3009"/>
      <ac:picMk id="46" creationId="{31B46208-B020-B818-8E1F-5529300F2622}"/>
    </ac:deMkLst>
    <p188:txBody>
      <a:bodyPr/>
      <a:lstStyle/>
      <a:p>
        <a:r>
          <a:rPr lang="ja-JP" altLang="en-US"/>
          <a:t>2027 Q1
Medusa Point (Ryzen AI)
Fire Range Refresh(Ryzen)
</a:t>
        </a:r>
      </a:p>
    </p188:txBody>
  </p188:cm>
  <p188:cm id="{D8E1CF27-BDF8-4E24-ACE6-FA26A1159508}" authorId="{F25D243F-A2F6-25EA-8E56-60503FF58CA5}" created="2026-05-13T05:49:17.237">
    <ac:deMkLst xmlns:ac="http://schemas.microsoft.com/office/drawing/2013/main/command">
      <pc:docMk xmlns:pc="http://schemas.microsoft.com/office/powerpoint/2013/main/command"/>
      <pc:sldMk xmlns:pc="http://schemas.microsoft.com/office/powerpoint/2013/main/command" cId="443100602" sldId="3009"/>
      <ac:picMk id="12" creationId="{3651BC37-EFAB-5D27-9B21-50D2E0C41DA9}"/>
    </ac:deMkLst>
    <p188:txBody>
      <a:bodyPr/>
      <a:lstStyle/>
      <a:p>
        <a:r>
          <a:rPr lang="ja-JP" altLang="en-US"/>
          <a:t>2028 Q1
Razer Lake(Ultra)</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3" y="0"/>
            <a:ext cx="2918831" cy="495029"/>
          </a:xfrm>
          <a:prstGeom prst="rect">
            <a:avLst/>
          </a:prstGeom>
        </p:spPr>
        <p:txBody>
          <a:bodyPr vert="horz" lIns="91440" tIns="45720" rIns="91440" bIns="45720" rtlCol="0"/>
          <a:lstStyle>
            <a:lvl1pPr algn="r">
              <a:defRPr sz="1200"/>
            </a:lvl1pPr>
          </a:lstStyle>
          <a:p>
            <a:fld id="{CF297570-C951-4E3A-AB71-6864DCF2768E}" type="datetimeFigureOut">
              <a:rPr kumimoji="1" lang="ja-JP" altLang="en-US" smtClean="0"/>
              <a:t>2026/6/30</a:t>
            </a:fld>
            <a:endParaRPr kumimoji="1" lang="ja-JP" altLang="en-US"/>
          </a:p>
        </p:txBody>
      </p:sp>
      <p:sp>
        <p:nvSpPr>
          <p:cNvPr id="4" name="スライド イメージ プレースホルダー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3577" y="4748163"/>
            <a:ext cx="5388610" cy="3884861"/>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71286"/>
            <a:ext cx="2918831" cy="495028"/>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3" y="9371286"/>
            <a:ext cx="2918831" cy="495028"/>
          </a:xfrm>
          <a:prstGeom prst="rect">
            <a:avLst/>
          </a:prstGeom>
        </p:spPr>
        <p:txBody>
          <a:bodyPr vert="horz" lIns="91440" tIns="45720" rIns="91440" bIns="45720" rtlCol="0" anchor="b"/>
          <a:lstStyle>
            <a:lvl1pPr algn="r">
              <a:defRPr sz="1200"/>
            </a:lvl1pPr>
          </a:lstStyle>
          <a:p>
            <a:fld id="{7BC11D46-B8DD-4D82-9C0B-ABF0AC1C82C6}" type="slidenum">
              <a:rPr kumimoji="1" lang="ja-JP" altLang="en-US" smtClean="0"/>
              <a:t>‹#›</a:t>
            </a:fld>
            <a:endParaRPr kumimoji="1" lang="ja-JP" altLang="en-US"/>
          </a:p>
        </p:txBody>
      </p:sp>
    </p:spTree>
    <p:extLst>
      <p:ext uri="{BB962C8B-B14F-4D97-AF65-F5344CB8AC3E}">
        <p14:creationId xmlns:p14="http://schemas.microsoft.com/office/powerpoint/2010/main" val="144475914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7E666-6B46-88FA-5746-15D73D1B6C9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0EC3F25-9C51-5304-B888-31989B9FEC7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C5072C0-4FD1-97C6-6EB4-7DEF358B2C73}"/>
              </a:ext>
            </a:extLst>
          </p:cNvPr>
          <p:cNvSpPr>
            <a:spLocks noGrp="1"/>
          </p:cNvSpPr>
          <p:nvPr>
            <p:ph type="body" idx="1"/>
          </p:nvPr>
        </p:nvSpPr>
        <p:spPr/>
        <p:txBody>
          <a:bodyPr/>
          <a:lstStyle/>
          <a:p>
            <a:r>
              <a:rPr kumimoji="1" lang="ja-JP" altLang="en-US"/>
              <a:t>オプション</a:t>
            </a:r>
          </a:p>
        </p:txBody>
      </p:sp>
      <p:sp>
        <p:nvSpPr>
          <p:cNvPr id="4" name="スライド番号プレースホルダー 3">
            <a:extLst>
              <a:ext uri="{FF2B5EF4-FFF2-40B4-BE49-F238E27FC236}">
                <a16:creationId xmlns:a16="http://schemas.microsoft.com/office/drawing/2014/main" id="{51D6F39A-2110-4C04-BD7F-72E2A0301AA9}"/>
              </a:ext>
            </a:extLst>
          </p:cNvPr>
          <p:cNvSpPr>
            <a:spLocks noGrp="1"/>
          </p:cNvSpPr>
          <p:nvPr>
            <p:ph type="sldNum" sz="quarter" idx="5"/>
          </p:nvPr>
        </p:nvSpPr>
        <p:spPr/>
        <p:txBody>
          <a:bodyPr/>
          <a:lstStyle/>
          <a:p>
            <a:fld id="{7BC11D46-B8DD-4D82-9C0B-ABF0AC1C82C6}" type="slidenum">
              <a:rPr kumimoji="1" lang="ja-JP" altLang="en-US" smtClean="0"/>
              <a:t>3</a:t>
            </a:fld>
            <a:endParaRPr kumimoji="1" lang="ja-JP" altLang="en-US"/>
          </a:p>
        </p:txBody>
      </p:sp>
    </p:spTree>
    <p:extLst>
      <p:ext uri="{BB962C8B-B14F-4D97-AF65-F5344CB8AC3E}">
        <p14:creationId xmlns:p14="http://schemas.microsoft.com/office/powerpoint/2010/main" val="26057316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a:p>
        </p:txBody>
      </p:sp>
      <p:sp>
        <p:nvSpPr>
          <p:cNvPr id="4" name="スライド番号プレースホルダー 3"/>
          <p:cNvSpPr>
            <a:spLocks noGrp="1"/>
          </p:cNvSpPr>
          <p:nvPr>
            <p:ph type="sldNum" sz="quarter" idx="5"/>
          </p:nvPr>
        </p:nvSpPr>
        <p:spPr/>
        <p:txBody>
          <a:bodyPr/>
          <a:lstStyle/>
          <a:p>
            <a:fld id="{D8DB311A-DA27-4310-97A2-3E2DB02DC2E8}" type="slidenum">
              <a:rPr kumimoji="1" lang="ja-JP" altLang="en-US" smtClean="0"/>
              <a:pPr/>
              <a:t>20</a:t>
            </a:fld>
            <a:endParaRPr kumimoji="1" lang="ja-JP" altLang="en-US"/>
          </a:p>
        </p:txBody>
      </p:sp>
    </p:spTree>
    <p:extLst>
      <p:ext uri="{BB962C8B-B14F-4D97-AF65-F5344CB8AC3E}">
        <p14:creationId xmlns:p14="http://schemas.microsoft.com/office/powerpoint/2010/main" val="440937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7BC11D46-B8DD-4D82-9C0B-ABF0AC1C82C6}" type="slidenum">
              <a:rPr kumimoji="1" lang="ja-JP" altLang="en-US" smtClean="0"/>
              <a:t>21</a:t>
            </a:fld>
            <a:endParaRPr kumimoji="1" lang="ja-JP" altLang="en-US"/>
          </a:p>
        </p:txBody>
      </p:sp>
    </p:spTree>
    <p:extLst>
      <p:ext uri="{BB962C8B-B14F-4D97-AF65-F5344CB8AC3E}">
        <p14:creationId xmlns:p14="http://schemas.microsoft.com/office/powerpoint/2010/main" val="10751531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7BC11D46-B8DD-4D82-9C0B-ABF0AC1C82C6}" type="slidenum">
              <a:rPr kumimoji="1" lang="ja-JP" altLang="en-US" smtClean="0"/>
              <a:t>27</a:t>
            </a:fld>
            <a:endParaRPr kumimoji="1" lang="ja-JP" altLang="en-US"/>
          </a:p>
        </p:txBody>
      </p:sp>
    </p:spTree>
    <p:extLst>
      <p:ext uri="{BB962C8B-B14F-4D97-AF65-F5344CB8AC3E}">
        <p14:creationId xmlns:p14="http://schemas.microsoft.com/office/powerpoint/2010/main" val="2018530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96FB0-636A-9A48-2893-FED10FAB632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968B61E-75DE-2CEF-1653-66AA10220C0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CFA8FFA-6755-5BD2-3342-42D99EEFC1F6}"/>
              </a:ext>
            </a:extLst>
          </p:cNvPr>
          <p:cNvSpPr>
            <a:spLocks noGrp="1"/>
          </p:cNvSpPr>
          <p:nvPr>
            <p:ph type="body" idx="1"/>
          </p:nvPr>
        </p:nvSpPr>
        <p:spPr/>
        <p:txBody>
          <a:bodyPr/>
          <a:lstStyle/>
          <a:p>
            <a:r>
              <a:rPr kumimoji="1" lang="ja-JP" altLang="en-US"/>
              <a:t>オプション</a:t>
            </a:r>
          </a:p>
        </p:txBody>
      </p:sp>
      <p:sp>
        <p:nvSpPr>
          <p:cNvPr id="4" name="スライド番号プレースホルダー 3">
            <a:extLst>
              <a:ext uri="{FF2B5EF4-FFF2-40B4-BE49-F238E27FC236}">
                <a16:creationId xmlns:a16="http://schemas.microsoft.com/office/drawing/2014/main" id="{3B585F77-B1A6-2FE5-E441-EE7758E2EC8C}"/>
              </a:ext>
            </a:extLst>
          </p:cNvPr>
          <p:cNvSpPr>
            <a:spLocks noGrp="1"/>
          </p:cNvSpPr>
          <p:nvPr>
            <p:ph type="sldNum" sz="quarter" idx="5"/>
          </p:nvPr>
        </p:nvSpPr>
        <p:spPr/>
        <p:txBody>
          <a:bodyPr/>
          <a:lstStyle/>
          <a:p>
            <a:fld id="{7BC11D46-B8DD-4D82-9C0B-ABF0AC1C82C6}" type="slidenum">
              <a:rPr kumimoji="1" lang="ja-JP" altLang="en-US" smtClean="0"/>
              <a:t>36</a:t>
            </a:fld>
            <a:endParaRPr kumimoji="1" lang="ja-JP" altLang="en-US"/>
          </a:p>
        </p:txBody>
      </p:sp>
    </p:spTree>
    <p:extLst>
      <p:ext uri="{BB962C8B-B14F-4D97-AF65-F5344CB8AC3E}">
        <p14:creationId xmlns:p14="http://schemas.microsoft.com/office/powerpoint/2010/main" val="40134543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C9FD0FE-2129-8DA8-D26A-B49E67862B3C}"/>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D0712289-8589-8398-2179-AF59A66E84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39EB9013-D29B-3A90-F160-10A1E4F5B011}"/>
              </a:ext>
            </a:extLst>
          </p:cNvPr>
          <p:cNvSpPr>
            <a:spLocks noGrp="1"/>
          </p:cNvSpPr>
          <p:nvPr>
            <p:ph type="dt" sz="half" idx="10"/>
          </p:nvPr>
        </p:nvSpPr>
        <p:spPr/>
        <p:txBody>
          <a:bodyPr/>
          <a:lstStyle/>
          <a:p>
            <a:fld id="{EA3F16E8-4F37-459D-8D1C-F9B74153F772}" type="datetimeFigureOut">
              <a:rPr kumimoji="1" lang="ja-JP" altLang="en-US" smtClean="0"/>
              <a:t>2026/6/30</a:t>
            </a:fld>
            <a:endParaRPr kumimoji="1" lang="ja-JP" altLang="en-US"/>
          </a:p>
        </p:txBody>
      </p:sp>
      <p:sp>
        <p:nvSpPr>
          <p:cNvPr id="5" name="フッター プレースホルダー 4">
            <a:extLst>
              <a:ext uri="{FF2B5EF4-FFF2-40B4-BE49-F238E27FC236}">
                <a16:creationId xmlns:a16="http://schemas.microsoft.com/office/drawing/2014/main" id="{040666BB-A568-A364-2228-C1A7819E165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56BEF08-7690-1A38-6A9D-B006F7E21BC2}"/>
              </a:ext>
            </a:extLst>
          </p:cNvPr>
          <p:cNvSpPr>
            <a:spLocks noGrp="1"/>
          </p:cNvSpPr>
          <p:nvPr>
            <p:ph type="sldNum" sz="quarter" idx="12"/>
          </p:nvPr>
        </p:nvSpPr>
        <p:spPr/>
        <p:txBody>
          <a:bodyPr/>
          <a:lstStyle/>
          <a:p>
            <a:fld id="{7112DC08-C049-4A49-89C6-FF04F15C70A5}" type="slidenum">
              <a:rPr kumimoji="1" lang="ja-JP" altLang="en-US" smtClean="0"/>
              <a:t>‹#›</a:t>
            </a:fld>
            <a:endParaRPr kumimoji="1" lang="ja-JP" altLang="en-US"/>
          </a:p>
        </p:txBody>
      </p:sp>
    </p:spTree>
    <p:extLst>
      <p:ext uri="{BB962C8B-B14F-4D97-AF65-F5344CB8AC3E}">
        <p14:creationId xmlns:p14="http://schemas.microsoft.com/office/powerpoint/2010/main" val="624500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6DC8B8F-85D5-4B2D-2B83-B30983A96F2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338F843-B4E5-C20E-1C64-71FB64C1697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A4932E3-6CBA-89A2-C4F8-2DBCDB49F2CD}"/>
              </a:ext>
            </a:extLst>
          </p:cNvPr>
          <p:cNvSpPr>
            <a:spLocks noGrp="1"/>
          </p:cNvSpPr>
          <p:nvPr>
            <p:ph type="dt" sz="half" idx="10"/>
          </p:nvPr>
        </p:nvSpPr>
        <p:spPr/>
        <p:txBody>
          <a:bodyPr/>
          <a:lstStyle/>
          <a:p>
            <a:fld id="{EA3F16E8-4F37-459D-8D1C-F9B74153F772}" type="datetimeFigureOut">
              <a:rPr kumimoji="1" lang="ja-JP" altLang="en-US" smtClean="0"/>
              <a:t>2026/6/30</a:t>
            </a:fld>
            <a:endParaRPr kumimoji="1" lang="ja-JP" altLang="en-US"/>
          </a:p>
        </p:txBody>
      </p:sp>
      <p:sp>
        <p:nvSpPr>
          <p:cNvPr id="5" name="フッター プレースホルダー 4">
            <a:extLst>
              <a:ext uri="{FF2B5EF4-FFF2-40B4-BE49-F238E27FC236}">
                <a16:creationId xmlns:a16="http://schemas.microsoft.com/office/drawing/2014/main" id="{98C0C916-30C3-9888-D351-C61501F89FA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4AB8209-62AA-65B6-C8BC-C67DF62D2F90}"/>
              </a:ext>
            </a:extLst>
          </p:cNvPr>
          <p:cNvSpPr>
            <a:spLocks noGrp="1"/>
          </p:cNvSpPr>
          <p:nvPr>
            <p:ph type="sldNum" sz="quarter" idx="12"/>
          </p:nvPr>
        </p:nvSpPr>
        <p:spPr/>
        <p:txBody>
          <a:bodyPr/>
          <a:lstStyle/>
          <a:p>
            <a:fld id="{7112DC08-C049-4A49-89C6-FF04F15C70A5}" type="slidenum">
              <a:rPr kumimoji="1" lang="ja-JP" altLang="en-US" smtClean="0"/>
              <a:t>‹#›</a:t>
            </a:fld>
            <a:endParaRPr kumimoji="1" lang="ja-JP" altLang="en-US"/>
          </a:p>
        </p:txBody>
      </p:sp>
    </p:spTree>
    <p:extLst>
      <p:ext uri="{BB962C8B-B14F-4D97-AF65-F5344CB8AC3E}">
        <p14:creationId xmlns:p14="http://schemas.microsoft.com/office/powerpoint/2010/main" val="3687689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E6C730B-A5BE-7AED-F117-E57DD141E2A6}"/>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CB2657F-920E-51BF-1D35-606179673B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1E23C55-8C4E-D07C-2FEC-E6890746E85D}"/>
              </a:ext>
            </a:extLst>
          </p:cNvPr>
          <p:cNvSpPr>
            <a:spLocks noGrp="1"/>
          </p:cNvSpPr>
          <p:nvPr>
            <p:ph type="dt" sz="half" idx="10"/>
          </p:nvPr>
        </p:nvSpPr>
        <p:spPr/>
        <p:txBody>
          <a:bodyPr/>
          <a:lstStyle/>
          <a:p>
            <a:fld id="{EA3F16E8-4F37-459D-8D1C-F9B74153F772}" type="datetimeFigureOut">
              <a:rPr kumimoji="1" lang="ja-JP" altLang="en-US" smtClean="0"/>
              <a:t>2026/6/30</a:t>
            </a:fld>
            <a:endParaRPr kumimoji="1" lang="ja-JP" altLang="en-US"/>
          </a:p>
        </p:txBody>
      </p:sp>
      <p:sp>
        <p:nvSpPr>
          <p:cNvPr id="5" name="フッター プレースホルダー 4">
            <a:extLst>
              <a:ext uri="{FF2B5EF4-FFF2-40B4-BE49-F238E27FC236}">
                <a16:creationId xmlns:a16="http://schemas.microsoft.com/office/drawing/2014/main" id="{8A588F42-C321-BFD9-8CC6-AAAD9918849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EF75BDC-F955-FCC3-31F1-6F3C7485EE06}"/>
              </a:ext>
            </a:extLst>
          </p:cNvPr>
          <p:cNvSpPr>
            <a:spLocks noGrp="1"/>
          </p:cNvSpPr>
          <p:nvPr>
            <p:ph type="sldNum" sz="quarter" idx="12"/>
          </p:nvPr>
        </p:nvSpPr>
        <p:spPr/>
        <p:txBody>
          <a:bodyPr/>
          <a:lstStyle/>
          <a:p>
            <a:fld id="{7112DC08-C049-4A49-89C6-FF04F15C70A5}" type="slidenum">
              <a:rPr kumimoji="1" lang="ja-JP" altLang="en-US" smtClean="0"/>
              <a:t>‹#›</a:t>
            </a:fld>
            <a:endParaRPr kumimoji="1" lang="ja-JP" altLang="en-US"/>
          </a:p>
        </p:txBody>
      </p:sp>
    </p:spTree>
    <p:extLst>
      <p:ext uri="{BB962C8B-B14F-4D97-AF65-F5344CB8AC3E}">
        <p14:creationId xmlns:p14="http://schemas.microsoft.com/office/powerpoint/2010/main" val="17545254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F1D8A5-1F11-4747-2A01-20471F6DA09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E791D3E-40CC-BA83-88ED-355D7790809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712A2635-6FA6-F241-A32B-3D7F56A04D0F}"/>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02F7B021-B36B-73EB-D18F-3DD3508CE8B3}"/>
              </a:ext>
            </a:extLst>
          </p:cNvPr>
          <p:cNvSpPr>
            <a:spLocks noGrp="1"/>
          </p:cNvSpPr>
          <p:nvPr>
            <p:ph type="dt" sz="half" idx="10"/>
          </p:nvPr>
        </p:nvSpPr>
        <p:spPr/>
        <p:txBody>
          <a:bodyPr/>
          <a:lstStyle/>
          <a:p>
            <a:fld id="{EA3F16E8-4F37-459D-8D1C-F9B74153F772}" type="datetimeFigureOut">
              <a:rPr kumimoji="1" lang="ja-JP" altLang="en-US" smtClean="0"/>
              <a:t>2026/6/30</a:t>
            </a:fld>
            <a:endParaRPr kumimoji="1" lang="ja-JP" altLang="en-US"/>
          </a:p>
        </p:txBody>
      </p:sp>
      <p:sp>
        <p:nvSpPr>
          <p:cNvPr id="6" name="フッター プレースホルダー 5">
            <a:extLst>
              <a:ext uri="{FF2B5EF4-FFF2-40B4-BE49-F238E27FC236}">
                <a16:creationId xmlns:a16="http://schemas.microsoft.com/office/drawing/2014/main" id="{2662DF55-D5D6-E140-E2C5-34CD1F3F0CF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511EC01-B4BE-FD47-0993-7CD99C9AD822}"/>
              </a:ext>
            </a:extLst>
          </p:cNvPr>
          <p:cNvSpPr>
            <a:spLocks noGrp="1"/>
          </p:cNvSpPr>
          <p:nvPr>
            <p:ph type="sldNum" sz="quarter" idx="12"/>
          </p:nvPr>
        </p:nvSpPr>
        <p:spPr/>
        <p:txBody>
          <a:bodyPr/>
          <a:lstStyle/>
          <a:p>
            <a:fld id="{7112DC08-C049-4A49-89C6-FF04F15C70A5}" type="slidenum">
              <a:rPr kumimoji="1" lang="ja-JP" altLang="en-US" smtClean="0"/>
              <a:t>‹#›</a:t>
            </a:fld>
            <a:endParaRPr kumimoji="1" lang="ja-JP" altLang="en-US"/>
          </a:p>
        </p:txBody>
      </p:sp>
    </p:spTree>
    <p:extLst>
      <p:ext uri="{BB962C8B-B14F-4D97-AF65-F5344CB8AC3E}">
        <p14:creationId xmlns:p14="http://schemas.microsoft.com/office/powerpoint/2010/main" val="1381413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06E506D-A306-43D1-1EDA-D86BBE004396}"/>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838DC1A-0769-42BF-1017-96962AF639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D520A8E0-8CD2-F6E8-BD8B-3249BBAB147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4AAC81A-EDFB-BB4A-3A0A-1FD4196E85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7AE91BE-F26C-2103-B1F6-FB75EBA04CC8}"/>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E8F73650-9510-F801-44CB-1825B9008DE6}"/>
              </a:ext>
            </a:extLst>
          </p:cNvPr>
          <p:cNvSpPr>
            <a:spLocks noGrp="1"/>
          </p:cNvSpPr>
          <p:nvPr>
            <p:ph type="dt" sz="half" idx="10"/>
          </p:nvPr>
        </p:nvSpPr>
        <p:spPr/>
        <p:txBody>
          <a:bodyPr/>
          <a:lstStyle/>
          <a:p>
            <a:fld id="{EA3F16E8-4F37-459D-8D1C-F9B74153F772}" type="datetimeFigureOut">
              <a:rPr kumimoji="1" lang="ja-JP" altLang="en-US" smtClean="0"/>
              <a:t>2026/6/30</a:t>
            </a:fld>
            <a:endParaRPr kumimoji="1" lang="ja-JP" altLang="en-US"/>
          </a:p>
        </p:txBody>
      </p:sp>
      <p:sp>
        <p:nvSpPr>
          <p:cNvPr id="8" name="フッター プレースホルダー 7">
            <a:extLst>
              <a:ext uri="{FF2B5EF4-FFF2-40B4-BE49-F238E27FC236}">
                <a16:creationId xmlns:a16="http://schemas.microsoft.com/office/drawing/2014/main" id="{67D1FFBF-33B4-B5CD-FE2B-F27B15E9CD66}"/>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851CF7F7-E7A4-CACA-FCC0-9B292E64BCC9}"/>
              </a:ext>
            </a:extLst>
          </p:cNvPr>
          <p:cNvSpPr>
            <a:spLocks noGrp="1"/>
          </p:cNvSpPr>
          <p:nvPr>
            <p:ph type="sldNum" sz="quarter" idx="12"/>
          </p:nvPr>
        </p:nvSpPr>
        <p:spPr/>
        <p:txBody>
          <a:bodyPr/>
          <a:lstStyle/>
          <a:p>
            <a:fld id="{7112DC08-C049-4A49-89C6-FF04F15C70A5}" type="slidenum">
              <a:rPr kumimoji="1" lang="ja-JP" altLang="en-US" smtClean="0"/>
              <a:t>‹#›</a:t>
            </a:fld>
            <a:endParaRPr kumimoji="1" lang="ja-JP" altLang="en-US"/>
          </a:p>
        </p:txBody>
      </p:sp>
    </p:spTree>
    <p:extLst>
      <p:ext uri="{BB962C8B-B14F-4D97-AF65-F5344CB8AC3E}">
        <p14:creationId xmlns:p14="http://schemas.microsoft.com/office/powerpoint/2010/main" val="3818614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ED6441-89E4-418A-ABC6-9B64F33D077A}"/>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F646901-556B-1761-6384-755CEB48D848}"/>
              </a:ext>
            </a:extLst>
          </p:cNvPr>
          <p:cNvSpPr>
            <a:spLocks noGrp="1"/>
          </p:cNvSpPr>
          <p:nvPr>
            <p:ph type="dt" sz="half" idx="10"/>
          </p:nvPr>
        </p:nvSpPr>
        <p:spPr/>
        <p:txBody>
          <a:bodyPr/>
          <a:lstStyle/>
          <a:p>
            <a:fld id="{EA3F16E8-4F37-459D-8D1C-F9B74153F772}" type="datetimeFigureOut">
              <a:rPr kumimoji="1" lang="ja-JP" altLang="en-US" smtClean="0"/>
              <a:t>2026/6/30</a:t>
            </a:fld>
            <a:endParaRPr kumimoji="1" lang="ja-JP" altLang="en-US"/>
          </a:p>
        </p:txBody>
      </p:sp>
      <p:sp>
        <p:nvSpPr>
          <p:cNvPr id="4" name="フッター プレースホルダー 3">
            <a:extLst>
              <a:ext uri="{FF2B5EF4-FFF2-40B4-BE49-F238E27FC236}">
                <a16:creationId xmlns:a16="http://schemas.microsoft.com/office/drawing/2014/main" id="{FA9D831A-9DA9-8AB4-6692-41BB81664C3E}"/>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30ACE56D-571F-10E9-C46F-F61C3881B97B}"/>
              </a:ext>
            </a:extLst>
          </p:cNvPr>
          <p:cNvSpPr>
            <a:spLocks noGrp="1"/>
          </p:cNvSpPr>
          <p:nvPr>
            <p:ph type="sldNum" sz="quarter" idx="12"/>
          </p:nvPr>
        </p:nvSpPr>
        <p:spPr/>
        <p:txBody>
          <a:bodyPr/>
          <a:lstStyle/>
          <a:p>
            <a:fld id="{7112DC08-C049-4A49-89C6-FF04F15C70A5}" type="slidenum">
              <a:rPr kumimoji="1" lang="ja-JP" altLang="en-US" smtClean="0"/>
              <a:t>‹#›</a:t>
            </a:fld>
            <a:endParaRPr kumimoji="1" lang="ja-JP" altLang="en-US"/>
          </a:p>
        </p:txBody>
      </p:sp>
    </p:spTree>
    <p:extLst>
      <p:ext uri="{BB962C8B-B14F-4D97-AF65-F5344CB8AC3E}">
        <p14:creationId xmlns:p14="http://schemas.microsoft.com/office/powerpoint/2010/main" val="1747497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59350130-1DF0-051E-B93C-4C4D17EE07FE}"/>
              </a:ext>
            </a:extLst>
          </p:cNvPr>
          <p:cNvSpPr>
            <a:spLocks noGrp="1"/>
          </p:cNvSpPr>
          <p:nvPr>
            <p:ph type="dt" sz="half" idx="10"/>
          </p:nvPr>
        </p:nvSpPr>
        <p:spPr/>
        <p:txBody>
          <a:bodyPr/>
          <a:lstStyle/>
          <a:p>
            <a:fld id="{EA3F16E8-4F37-459D-8D1C-F9B74153F772}" type="datetimeFigureOut">
              <a:rPr kumimoji="1" lang="ja-JP" altLang="en-US" smtClean="0"/>
              <a:t>2026/6/30</a:t>
            </a:fld>
            <a:endParaRPr kumimoji="1" lang="ja-JP" altLang="en-US"/>
          </a:p>
        </p:txBody>
      </p:sp>
      <p:sp>
        <p:nvSpPr>
          <p:cNvPr id="3" name="フッター プレースホルダー 2">
            <a:extLst>
              <a:ext uri="{FF2B5EF4-FFF2-40B4-BE49-F238E27FC236}">
                <a16:creationId xmlns:a16="http://schemas.microsoft.com/office/drawing/2014/main" id="{A67BE5AB-61B5-461D-8558-963AA3A820A8}"/>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6AABF58-D273-89D7-3305-8620CEDB7630}"/>
              </a:ext>
            </a:extLst>
          </p:cNvPr>
          <p:cNvSpPr>
            <a:spLocks noGrp="1"/>
          </p:cNvSpPr>
          <p:nvPr>
            <p:ph type="sldNum" sz="quarter" idx="12"/>
          </p:nvPr>
        </p:nvSpPr>
        <p:spPr/>
        <p:txBody>
          <a:bodyPr/>
          <a:lstStyle/>
          <a:p>
            <a:fld id="{7112DC08-C049-4A49-89C6-FF04F15C70A5}" type="slidenum">
              <a:rPr kumimoji="1" lang="ja-JP" altLang="en-US" smtClean="0"/>
              <a:t>‹#›</a:t>
            </a:fld>
            <a:endParaRPr kumimoji="1" lang="ja-JP" altLang="en-US"/>
          </a:p>
        </p:txBody>
      </p:sp>
    </p:spTree>
    <p:extLst>
      <p:ext uri="{BB962C8B-B14F-4D97-AF65-F5344CB8AC3E}">
        <p14:creationId xmlns:p14="http://schemas.microsoft.com/office/powerpoint/2010/main" val="10770337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C0A195-8038-F8B8-DAE0-D70AE1F795B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469538-2EB6-17F5-A165-755D579821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324D2683-DB50-A989-6AA9-F542FD8E91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7FCDB56-3D50-8F7D-D4BC-A91E538A745D}"/>
              </a:ext>
            </a:extLst>
          </p:cNvPr>
          <p:cNvSpPr>
            <a:spLocks noGrp="1"/>
          </p:cNvSpPr>
          <p:nvPr>
            <p:ph type="dt" sz="half" idx="10"/>
          </p:nvPr>
        </p:nvSpPr>
        <p:spPr/>
        <p:txBody>
          <a:bodyPr/>
          <a:lstStyle/>
          <a:p>
            <a:fld id="{EA3F16E8-4F37-459D-8D1C-F9B74153F772}" type="datetimeFigureOut">
              <a:rPr kumimoji="1" lang="ja-JP" altLang="en-US" smtClean="0"/>
              <a:t>2026/6/30</a:t>
            </a:fld>
            <a:endParaRPr kumimoji="1" lang="ja-JP" altLang="en-US"/>
          </a:p>
        </p:txBody>
      </p:sp>
      <p:sp>
        <p:nvSpPr>
          <p:cNvPr id="6" name="フッター プレースホルダー 5">
            <a:extLst>
              <a:ext uri="{FF2B5EF4-FFF2-40B4-BE49-F238E27FC236}">
                <a16:creationId xmlns:a16="http://schemas.microsoft.com/office/drawing/2014/main" id="{688B18A2-7B92-3678-3D3D-96F846DC79B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CF05C1F-BD7B-0363-9C2C-4ED1842C265C}"/>
              </a:ext>
            </a:extLst>
          </p:cNvPr>
          <p:cNvSpPr>
            <a:spLocks noGrp="1"/>
          </p:cNvSpPr>
          <p:nvPr>
            <p:ph type="sldNum" sz="quarter" idx="12"/>
          </p:nvPr>
        </p:nvSpPr>
        <p:spPr/>
        <p:txBody>
          <a:bodyPr/>
          <a:lstStyle/>
          <a:p>
            <a:fld id="{7112DC08-C049-4A49-89C6-FF04F15C70A5}" type="slidenum">
              <a:rPr kumimoji="1" lang="ja-JP" altLang="en-US" smtClean="0"/>
              <a:t>‹#›</a:t>
            </a:fld>
            <a:endParaRPr kumimoji="1" lang="ja-JP" altLang="en-US"/>
          </a:p>
        </p:txBody>
      </p:sp>
    </p:spTree>
    <p:extLst>
      <p:ext uri="{BB962C8B-B14F-4D97-AF65-F5344CB8AC3E}">
        <p14:creationId xmlns:p14="http://schemas.microsoft.com/office/powerpoint/2010/main" val="1461152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C57F07D-5D9A-90F5-22AB-C2D24162E85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CDC5C09-91C6-1A49-A347-69A63E0136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BF2DC2C2-266D-541F-7170-C81D915695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3EF1003-EC40-D4F7-CBAC-E48C9541E85B}"/>
              </a:ext>
            </a:extLst>
          </p:cNvPr>
          <p:cNvSpPr>
            <a:spLocks noGrp="1"/>
          </p:cNvSpPr>
          <p:nvPr>
            <p:ph type="dt" sz="half" idx="10"/>
          </p:nvPr>
        </p:nvSpPr>
        <p:spPr/>
        <p:txBody>
          <a:bodyPr/>
          <a:lstStyle/>
          <a:p>
            <a:fld id="{EA3F16E8-4F37-459D-8D1C-F9B74153F772}" type="datetimeFigureOut">
              <a:rPr kumimoji="1" lang="ja-JP" altLang="en-US" smtClean="0"/>
              <a:t>2026/6/30</a:t>
            </a:fld>
            <a:endParaRPr kumimoji="1" lang="ja-JP" altLang="en-US"/>
          </a:p>
        </p:txBody>
      </p:sp>
      <p:sp>
        <p:nvSpPr>
          <p:cNvPr id="6" name="フッター プレースホルダー 5">
            <a:extLst>
              <a:ext uri="{FF2B5EF4-FFF2-40B4-BE49-F238E27FC236}">
                <a16:creationId xmlns:a16="http://schemas.microsoft.com/office/drawing/2014/main" id="{9649DB9A-A8B4-23F9-87DA-FBA7E032A82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7D575C1-E7B2-C632-279A-0EB1A42DEED8}"/>
              </a:ext>
            </a:extLst>
          </p:cNvPr>
          <p:cNvSpPr>
            <a:spLocks noGrp="1"/>
          </p:cNvSpPr>
          <p:nvPr>
            <p:ph type="sldNum" sz="quarter" idx="12"/>
          </p:nvPr>
        </p:nvSpPr>
        <p:spPr/>
        <p:txBody>
          <a:bodyPr/>
          <a:lstStyle/>
          <a:p>
            <a:fld id="{7112DC08-C049-4A49-89C6-FF04F15C70A5}" type="slidenum">
              <a:rPr kumimoji="1" lang="ja-JP" altLang="en-US" smtClean="0"/>
              <a:t>‹#›</a:t>
            </a:fld>
            <a:endParaRPr kumimoji="1" lang="ja-JP" altLang="en-US"/>
          </a:p>
        </p:txBody>
      </p:sp>
    </p:spTree>
    <p:extLst>
      <p:ext uri="{BB962C8B-B14F-4D97-AF65-F5344CB8AC3E}">
        <p14:creationId xmlns:p14="http://schemas.microsoft.com/office/powerpoint/2010/main" val="2584567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6156A1-69E6-36CB-D62D-B660D5128E5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88F9F4C-E04E-A344-693A-D67A40ED03E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8E8009E-5A11-1515-0C8D-D237DABD3847}"/>
              </a:ext>
            </a:extLst>
          </p:cNvPr>
          <p:cNvSpPr>
            <a:spLocks noGrp="1"/>
          </p:cNvSpPr>
          <p:nvPr>
            <p:ph type="dt" sz="half" idx="10"/>
          </p:nvPr>
        </p:nvSpPr>
        <p:spPr/>
        <p:txBody>
          <a:bodyPr/>
          <a:lstStyle/>
          <a:p>
            <a:fld id="{EA3F16E8-4F37-459D-8D1C-F9B74153F772}" type="datetimeFigureOut">
              <a:rPr kumimoji="1" lang="ja-JP" altLang="en-US" smtClean="0"/>
              <a:t>2026/6/30</a:t>
            </a:fld>
            <a:endParaRPr kumimoji="1" lang="ja-JP" altLang="en-US"/>
          </a:p>
        </p:txBody>
      </p:sp>
      <p:sp>
        <p:nvSpPr>
          <p:cNvPr id="5" name="フッター プレースホルダー 4">
            <a:extLst>
              <a:ext uri="{FF2B5EF4-FFF2-40B4-BE49-F238E27FC236}">
                <a16:creationId xmlns:a16="http://schemas.microsoft.com/office/drawing/2014/main" id="{F6015D54-F040-E3AA-4C4C-21154A7A1B9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59E669A-1D6A-30F2-377C-2F260BA20714}"/>
              </a:ext>
            </a:extLst>
          </p:cNvPr>
          <p:cNvSpPr>
            <a:spLocks noGrp="1"/>
          </p:cNvSpPr>
          <p:nvPr>
            <p:ph type="sldNum" sz="quarter" idx="12"/>
          </p:nvPr>
        </p:nvSpPr>
        <p:spPr/>
        <p:txBody>
          <a:bodyPr/>
          <a:lstStyle/>
          <a:p>
            <a:fld id="{7112DC08-C049-4A49-89C6-FF04F15C70A5}" type="slidenum">
              <a:rPr kumimoji="1" lang="ja-JP" altLang="en-US" smtClean="0"/>
              <a:t>‹#›</a:t>
            </a:fld>
            <a:endParaRPr kumimoji="1" lang="ja-JP" altLang="en-US"/>
          </a:p>
        </p:txBody>
      </p:sp>
    </p:spTree>
    <p:extLst>
      <p:ext uri="{BB962C8B-B14F-4D97-AF65-F5344CB8AC3E}">
        <p14:creationId xmlns:p14="http://schemas.microsoft.com/office/powerpoint/2010/main" val="3005423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9DC05853-058C-581B-E46C-9E08EAEF379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2589778-248C-F7A9-5BD3-B07FEF9BDA08}"/>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79970A0-8BF5-D3EC-CF9D-8C039E84078C}"/>
              </a:ext>
            </a:extLst>
          </p:cNvPr>
          <p:cNvSpPr>
            <a:spLocks noGrp="1"/>
          </p:cNvSpPr>
          <p:nvPr>
            <p:ph type="dt" sz="half" idx="10"/>
          </p:nvPr>
        </p:nvSpPr>
        <p:spPr/>
        <p:txBody>
          <a:bodyPr/>
          <a:lstStyle/>
          <a:p>
            <a:fld id="{EA3F16E8-4F37-459D-8D1C-F9B74153F772}" type="datetimeFigureOut">
              <a:rPr kumimoji="1" lang="ja-JP" altLang="en-US" smtClean="0"/>
              <a:t>2026/6/30</a:t>
            </a:fld>
            <a:endParaRPr kumimoji="1" lang="ja-JP" altLang="en-US"/>
          </a:p>
        </p:txBody>
      </p:sp>
      <p:sp>
        <p:nvSpPr>
          <p:cNvPr id="5" name="フッター プレースホルダー 4">
            <a:extLst>
              <a:ext uri="{FF2B5EF4-FFF2-40B4-BE49-F238E27FC236}">
                <a16:creationId xmlns:a16="http://schemas.microsoft.com/office/drawing/2014/main" id="{BC418B0A-4554-563D-E257-078DA4E0DE8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666C494-BFFD-31FD-157E-90182A2F13E1}"/>
              </a:ext>
            </a:extLst>
          </p:cNvPr>
          <p:cNvSpPr>
            <a:spLocks noGrp="1"/>
          </p:cNvSpPr>
          <p:nvPr>
            <p:ph type="sldNum" sz="quarter" idx="12"/>
          </p:nvPr>
        </p:nvSpPr>
        <p:spPr/>
        <p:txBody>
          <a:bodyPr/>
          <a:lstStyle/>
          <a:p>
            <a:fld id="{7112DC08-C049-4A49-89C6-FF04F15C70A5}" type="slidenum">
              <a:rPr kumimoji="1" lang="ja-JP" altLang="en-US" smtClean="0"/>
              <a:t>‹#›</a:t>
            </a:fld>
            <a:endParaRPr kumimoji="1" lang="ja-JP" altLang="en-US"/>
          </a:p>
        </p:txBody>
      </p:sp>
    </p:spTree>
    <p:extLst>
      <p:ext uri="{BB962C8B-B14F-4D97-AF65-F5344CB8AC3E}">
        <p14:creationId xmlns:p14="http://schemas.microsoft.com/office/powerpoint/2010/main" val="2625359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837DC57-2A85-FF18-4EB4-55A2F9A8FA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23AB78B-FB03-59F3-C10B-CF07ABB736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41E4ADE-F402-9767-8C53-35944F0B41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3F16E8-4F37-459D-8D1C-F9B74153F772}" type="datetimeFigureOut">
              <a:rPr kumimoji="1" lang="ja-JP" altLang="en-US" smtClean="0"/>
              <a:t>2026/6/30</a:t>
            </a:fld>
            <a:endParaRPr kumimoji="1" lang="ja-JP" altLang="en-US"/>
          </a:p>
        </p:txBody>
      </p:sp>
      <p:sp>
        <p:nvSpPr>
          <p:cNvPr id="5" name="フッター プレースホルダー 4">
            <a:extLst>
              <a:ext uri="{FF2B5EF4-FFF2-40B4-BE49-F238E27FC236}">
                <a16:creationId xmlns:a16="http://schemas.microsoft.com/office/drawing/2014/main" id="{198F44DB-1AFE-06A0-D81C-1EE29CF16C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BA8A4F0-7103-6F5F-11F9-8F1F187F36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12DC08-C049-4A49-89C6-FF04F15C70A5}" type="slidenum">
              <a:rPr kumimoji="1" lang="ja-JP" altLang="en-US" smtClean="0"/>
              <a:t>‹#›</a:t>
            </a:fld>
            <a:endParaRPr kumimoji="1" lang="ja-JP" altLang="en-US"/>
          </a:p>
        </p:txBody>
      </p:sp>
    </p:spTree>
    <p:extLst>
      <p:ext uri="{BB962C8B-B14F-4D97-AF65-F5344CB8AC3E}">
        <p14:creationId xmlns:p14="http://schemas.microsoft.com/office/powerpoint/2010/main" val="13185161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8/10/relationships/comments" Target="../comments/modernComment_BC1_1A692DBA.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jpeg"/><Relationship Id="rId7" Type="http://schemas.openxmlformats.org/officeDocument/2006/relationships/image" Target="../media/image19.jpe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jpeg"/><Relationship Id="rId9" Type="http://schemas.openxmlformats.org/officeDocument/2006/relationships/image" Target="../media/image21.jpeg"/></Relationships>
</file>

<file path=ppt/slides/_rels/slide32.xml.rels><?xml version="1.0" encoding="UTF-8" standalone="yes"?>
<Relationships xmlns="http://schemas.openxmlformats.org/package/2006/relationships"><Relationship Id="rId8" Type="http://schemas.openxmlformats.org/officeDocument/2006/relationships/image" Target="../media/image16.jpeg"/><Relationship Id="rId13" Type="http://schemas.openxmlformats.org/officeDocument/2006/relationships/image" Target="../media/image19.jpeg"/><Relationship Id="rId3" Type="http://schemas.openxmlformats.org/officeDocument/2006/relationships/image" Target="../media/image24.jpeg"/><Relationship Id="rId7" Type="http://schemas.openxmlformats.org/officeDocument/2006/relationships/image" Target="../media/image15.jpeg"/><Relationship Id="rId12" Type="http://schemas.openxmlformats.org/officeDocument/2006/relationships/image" Target="../media/image18.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17.png"/><Relationship Id="rId5" Type="http://schemas.openxmlformats.org/officeDocument/2006/relationships/image" Target="../media/image25.png"/><Relationship Id="rId10" Type="http://schemas.openxmlformats.org/officeDocument/2006/relationships/image" Target="../media/image27.png"/><Relationship Id="rId4" Type="http://schemas.openxmlformats.org/officeDocument/2006/relationships/image" Target="../media/image14.png"/><Relationship Id="rId9" Type="http://schemas.openxmlformats.org/officeDocument/2006/relationships/image" Target="../media/image21.jpeg"/><Relationship Id="rId14" Type="http://schemas.openxmlformats.org/officeDocument/2006/relationships/image" Target="../media/image20.png"/></Relationships>
</file>

<file path=ppt/slides/_rels/slide33.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image" Target="../media/image14.png"/><Relationship Id="rId7" Type="http://schemas.openxmlformats.org/officeDocument/2006/relationships/image" Target="../media/image16.jpeg"/><Relationship Id="rId2" Type="http://schemas.openxmlformats.org/officeDocument/2006/relationships/image" Target="../media/image24.jpeg"/><Relationship Id="rId1" Type="http://schemas.openxmlformats.org/officeDocument/2006/relationships/slideLayout" Target="../slideLayouts/slideLayout2.xml"/><Relationship Id="rId6" Type="http://schemas.openxmlformats.org/officeDocument/2006/relationships/image" Target="../media/image15.jpeg"/><Relationship Id="rId5" Type="http://schemas.openxmlformats.org/officeDocument/2006/relationships/image" Target="../media/image26.png"/><Relationship Id="rId10" Type="http://schemas.openxmlformats.org/officeDocument/2006/relationships/image" Target="../media/image23.png"/><Relationship Id="rId4" Type="http://schemas.openxmlformats.org/officeDocument/2006/relationships/image" Target="../media/image25.png"/><Relationship Id="rId9"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41.xml.rels><?xml version="1.0" encoding="UTF-8" standalone="yes"?>
<Relationships xmlns="http://schemas.openxmlformats.org/package/2006/relationships"><Relationship Id="rId2" Type="http://schemas.openxmlformats.org/officeDocument/2006/relationships/hyperlink" Target="https://rog.asus.com/jp/articles/guides/zephyrus-vs-strix-vs-flow-whats-the-difference-between-rog-laptops/" TargetMode="Externa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8" Type="http://schemas.openxmlformats.org/officeDocument/2006/relationships/hyperlink" Target="https://www.asus.com/jp/laptops/for-gaming/tuf-gaming/asus-tuf-gaming-f16-2025/" TargetMode="External"/><Relationship Id="rId13" Type="http://schemas.openxmlformats.org/officeDocument/2006/relationships/hyperlink" Target="https://www.dell.com/ja-jp/shop/cty/pdp/spd/alienware-aurora-ac16251-gaming-laptop" TargetMode="External"/><Relationship Id="rId3" Type="http://schemas.openxmlformats.org/officeDocument/2006/relationships/hyperlink" Target="https://rog.asus.com/jp/laptops/rog-strix/rog-strix-g16-2025/" TargetMode="External"/><Relationship Id="rId7" Type="http://schemas.openxmlformats.org/officeDocument/2006/relationships/image" Target="../media/image35.png"/><Relationship Id="rId12"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36.png"/><Relationship Id="rId5" Type="http://schemas.openxmlformats.org/officeDocument/2006/relationships/image" Target="../media/image10.png"/><Relationship Id="rId10" Type="http://schemas.openxmlformats.org/officeDocument/2006/relationships/hyperlink" Target="https://jp.ext.hp.com/gaming/personal/omen_max_16_intel/" TargetMode="External"/><Relationship Id="rId4" Type="http://schemas.openxmlformats.org/officeDocument/2006/relationships/hyperlink" Target="https://www.razer.com/jp-jp/gaming-laptops/razer-blade-16-2024?srsltid=AfmBOopEYsuouuf-9UbVb60AOm4kPsHsyrjVi6mHIw8klwqV6_JeIJsS" TargetMode="External"/><Relationship Id="rId9" Type="http://schemas.openxmlformats.org/officeDocument/2006/relationships/hyperlink" Target="https://jp.msi.com/Laptop/Vector-16-HX-AI-A2XWX" TargetMode="External"/></Relationships>
</file>

<file path=ppt/slides/_rels/slide43.xml.rels><?xml version="1.0" encoding="UTF-8" standalone="yes"?>
<Relationships xmlns="http://schemas.openxmlformats.org/package/2006/relationships"><Relationship Id="rId3" Type="http://schemas.openxmlformats.org/officeDocument/2006/relationships/hyperlink" Target="https://www.dell.com/ja-jp/gaming/alienware-laptops" TargetMode="External"/><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92746B7B-5B03-1830-13E5-8877EDC7B9A1}"/>
              </a:ext>
            </a:extLst>
          </p:cNvPr>
          <p:cNvSpPr>
            <a:spLocks noGrp="1"/>
          </p:cNvSpPr>
          <p:nvPr>
            <p:ph type="title"/>
          </p:nvPr>
        </p:nvSpPr>
        <p:spPr>
          <a:xfrm>
            <a:off x="838200" y="595890"/>
            <a:ext cx="10515600" cy="5666220"/>
          </a:xfrm>
        </p:spPr>
        <p:txBody>
          <a:bodyPr>
            <a:normAutofit/>
          </a:bodyPr>
          <a:lstStyle/>
          <a:p>
            <a:r>
              <a:rPr kumimoji="1" lang="en-US" altLang="ja-JP"/>
              <a:t>GALLERIA</a:t>
            </a:r>
            <a:r>
              <a:rPr kumimoji="1" lang="ja-JP" altLang="en-US"/>
              <a:t>ノート</a:t>
            </a:r>
            <a:br>
              <a:rPr kumimoji="1" lang="en-US" altLang="ja-JP"/>
            </a:br>
            <a:r>
              <a:rPr lang="en-US" altLang="ja-JP"/>
              <a:t>2026~2027</a:t>
            </a:r>
            <a:r>
              <a:rPr lang="ja-JP" altLang="en-US"/>
              <a:t>年計画</a:t>
            </a:r>
            <a:br>
              <a:rPr kumimoji="1" lang="en-US" altLang="ja-JP"/>
            </a:br>
            <a:br>
              <a:rPr kumimoji="1" lang="en-US" altLang="ja-JP"/>
            </a:br>
            <a:br>
              <a:rPr kumimoji="1" lang="en-US" altLang="ja-JP"/>
            </a:br>
            <a:r>
              <a:rPr kumimoji="1" lang="en-US" altLang="ja-JP"/>
              <a:t>2026/6/9</a:t>
            </a:r>
            <a:br>
              <a:rPr kumimoji="1" lang="en-US" altLang="ja-JP"/>
            </a:br>
            <a:r>
              <a:rPr kumimoji="1" lang="ja-JP" altLang="en-US"/>
              <a:t>企画</a:t>
            </a:r>
            <a:r>
              <a:rPr lang="ja-JP" altLang="en-US"/>
              <a:t>部</a:t>
            </a:r>
            <a:endParaRPr kumimoji="1" lang="ja-JP" altLang="en-US"/>
          </a:p>
        </p:txBody>
      </p:sp>
    </p:spTree>
    <p:extLst>
      <p:ext uri="{BB962C8B-B14F-4D97-AF65-F5344CB8AC3E}">
        <p14:creationId xmlns:p14="http://schemas.microsoft.com/office/powerpoint/2010/main" val="29660903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CE3D9-5CE3-6EC3-4F47-D242E54561CE}"/>
            </a:ext>
          </a:extLst>
        </p:cNvPr>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66CC5555-C29B-7B36-1CAC-BB6742760DF9}"/>
              </a:ext>
            </a:extLst>
          </p:cNvPr>
          <p:cNvGraphicFramePr>
            <a:graphicFrameLocks noGrp="1"/>
          </p:cNvGraphicFramePr>
          <p:nvPr/>
        </p:nvGraphicFramePr>
        <p:xfrm>
          <a:off x="600940" y="430243"/>
          <a:ext cx="11346281" cy="2447550"/>
        </p:xfrm>
        <a:graphic>
          <a:graphicData uri="http://schemas.openxmlformats.org/drawingml/2006/table">
            <a:tbl>
              <a:tblPr/>
              <a:tblGrid>
                <a:gridCol w="1397467">
                  <a:extLst>
                    <a:ext uri="{9D8B030D-6E8A-4147-A177-3AD203B41FA5}">
                      <a16:colId xmlns:a16="http://schemas.microsoft.com/office/drawing/2014/main" val="3589400105"/>
                    </a:ext>
                  </a:extLst>
                </a:gridCol>
                <a:gridCol w="1099479">
                  <a:extLst>
                    <a:ext uri="{9D8B030D-6E8A-4147-A177-3AD203B41FA5}">
                      <a16:colId xmlns:a16="http://schemas.microsoft.com/office/drawing/2014/main" val="673837074"/>
                    </a:ext>
                  </a:extLst>
                </a:gridCol>
                <a:gridCol w="1450975">
                  <a:extLst>
                    <a:ext uri="{9D8B030D-6E8A-4147-A177-3AD203B41FA5}">
                      <a16:colId xmlns:a16="http://schemas.microsoft.com/office/drawing/2014/main" val="1456068884"/>
                    </a:ext>
                  </a:extLst>
                </a:gridCol>
                <a:gridCol w="739836">
                  <a:extLst>
                    <a:ext uri="{9D8B030D-6E8A-4147-A177-3AD203B41FA5}">
                      <a16:colId xmlns:a16="http://schemas.microsoft.com/office/drawing/2014/main" val="353428103"/>
                    </a:ext>
                  </a:extLst>
                </a:gridCol>
                <a:gridCol w="739836">
                  <a:extLst>
                    <a:ext uri="{9D8B030D-6E8A-4147-A177-3AD203B41FA5}">
                      <a16:colId xmlns:a16="http://schemas.microsoft.com/office/drawing/2014/main" val="1469016995"/>
                    </a:ext>
                  </a:extLst>
                </a:gridCol>
                <a:gridCol w="739836">
                  <a:extLst>
                    <a:ext uri="{9D8B030D-6E8A-4147-A177-3AD203B41FA5}">
                      <a16:colId xmlns:a16="http://schemas.microsoft.com/office/drawing/2014/main" val="371752920"/>
                    </a:ext>
                  </a:extLst>
                </a:gridCol>
                <a:gridCol w="739836">
                  <a:extLst>
                    <a:ext uri="{9D8B030D-6E8A-4147-A177-3AD203B41FA5}">
                      <a16:colId xmlns:a16="http://schemas.microsoft.com/office/drawing/2014/main" val="2691609310"/>
                    </a:ext>
                  </a:extLst>
                </a:gridCol>
                <a:gridCol w="739836">
                  <a:extLst>
                    <a:ext uri="{9D8B030D-6E8A-4147-A177-3AD203B41FA5}">
                      <a16:colId xmlns:a16="http://schemas.microsoft.com/office/drawing/2014/main" val="2250297400"/>
                    </a:ext>
                  </a:extLst>
                </a:gridCol>
                <a:gridCol w="739836">
                  <a:extLst>
                    <a:ext uri="{9D8B030D-6E8A-4147-A177-3AD203B41FA5}">
                      <a16:colId xmlns:a16="http://schemas.microsoft.com/office/drawing/2014/main" val="4227349130"/>
                    </a:ext>
                  </a:extLst>
                </a:gridCol>
                <a:gridCol w="739836">
                  <a:extLst>
                    <a:ext uri="{9D8B030D-6E8A-4147-A177-3AD203B41FA5}">
                      <a16:colId xmlns:a16="http://schemas.microsoft.com/office/drawing/2014/main" val="164541742"/>
                    </a:ext>
                  </a:extLst>
                </a:gridCol>
                <a:gridCol w="739836">
                  <a:extLst>
                    <a:ext uri="{9D8B030D-6E8A-4147-A177-3AD203B41FA5}">
                      <a16:colId xmlns:a16="http://schemas.microsoft.com/office/drawing/2014/main" val="2570254026"/>
                    </a:ext>
                  </a:extLst>
                </a:gridCol>
                <a:gridCol w="739836">
                  <a:extLst>
                    <a:ext uri="{9D8B030D-6E8A-4147-A177-3AD203B41FA5}">
                      <a16:colId xmlns:a16="http://schemas.microsoft.com/office/drawing/2014/main" val="3664638252"/>
                    </a:ext>
                  </a:extLst>
                </a:gridCol>
                <a:gridCol w="739836">
                  <a:extLst>
                    <a:ext uri="{9D8B030D-6E8A-4147-A177-3AD203B41FA5}">
                      <a16:colId xmlns:a16="http://schemas.microsoft.com/office/drawing/2014/main" val="2405998405"/>
                    </a:ext>
                  </a:extLst>
                </a:gridCol>
              </a:tblGrid>
              <a:tr h="290466">
                <a:tc>
                  <a:txBody>
                    <a:bodyPr/>
                    <a:lstStyle/>
                    <a:p>
                      <a:pPr algn="l" fontAlgn="ctr">
                        <a:buNone/>
                      </a:pPr>
                      <a:endParaRPr lang="ja-JP" altLang="en-US" sz="14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14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14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gridSpan="5">
                  <a:txBody>
                    <a:bodyPr/>
                    <a:lstStyle/>
                    <a:p>
                      <a:pPr algn="ctr"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for Gamer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5">
                  <a:txBody>
                    <a:bodyPr/>
                    <a:lstStyle/>
                    <a:p>
                      <a:pPr algn="ctr"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for Creator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4033249444"/>
                  </a:ext>
                </a:extLst>
              </a:tr>
              <a:tr h="359514">
                <a:tc>
                  <a:txBody>
                    <a:bodyPr/>
                    <a:lstStyle/>
                    <a:p>
                      <a:pPr algn="l"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シリーズ名</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意味</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ジャンル</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Laptop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E-ATX</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ATX</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mATX</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mITX</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Laptop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E-ATX</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ATX</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mATX</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mITX</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4268616"/>
                  </a:ext>
                </a:extLst>
              </a:tr>
              <a:tr h="359514">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S Series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Supreme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HEDT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41221546"/>
                  </a:ext>
                </a:extLst>
              </a:tr>
              <a:tr h="359514">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F Series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Favorite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Decoration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56348774"/>
                  </a:ext>
                </a:extLst>
              </a:tr>
              <a:tr h="359514">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X Series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eXPand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Mainstream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60534323"/>
                  </a:ext>
                </a:extLst>
              </a:tr>
              <a:tr h="359514">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E Series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efficient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SFF</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16539080"/>
                  </a:ext>
                </a:extLst>
              </a:tr>
              <a:tr h="359514">
                <a:tc>
                  <a:txBody>
                    <a:bodyPr/>
                    <a:lstStyle/>
                    <a:p>
                      <a:pPr algn="l" fontAlgn="ctr">
                        <a:buNone/>
                      </a:pPr>
                      <a:r>
                        <a:rPr lang="en-US" altLang="ja-JP" sz="1400" b="1" i="0" u="none" strike="noStrike">
                          <a:solidFill>
                            <a:schemeClr val="bg1"/>
                          </a:solidFill>
                          <a:effectLst/>
                          <a:latin typeface="游ゴシック" panose="020B0400000000000000" pitchFamily="50" charset="-128"/>
                          <a:ea typeface="游ゴシック" panose="020B0400000000000000" pitchFamily="50" charset="-128"/>
                        </a:rPr>
                        <a:t>N</a:t>
                      </a:r>
                      <a:r>
                        <a:rPr lang="it-IT" sz="1400" b="1" i="0" u="none" strike="noStrike">
                          <a:solidFill>
                            <a:schemeClr val="bg1"/>
                          </a:solidFill>
                          <a:effectLst/>
                          <a:latin typeface="游ゴシック" panose="020B0400000000000000" pitchFamily="50" charset="-128"/>
                          <a:ea typeface="游ゴシック" panose="020B0400000000000000" pitchFamily="50" charset="-128"/>
                        </a:rPr>
                        <a:t> Series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fontAlgn="ctr">
                        <a:buNone/>
                      </a:pPr>
                      <a:r>
                        <a:rPr lang="en-US" altLang="ja-JP" sz="1400" b="1" i="0" u="none" strike="noStrike">
                          <a:solidFill>
                            <a:schemeClr val="bg1"/>
                          </a:solidFill>
                          <a:effectLst/>
                          <a:latin typeface="游ゴシック" panose="020B0400000000000000" pitchFamily="50" charset="-128"/>
                          <a:ea typeface="游ゴシック" panose="020B0400000000000000" pitchFamily="50" charset="-128"/>
                        </a:rPr>
                        <a:t>Nexus</a:t>
                      </a:r>
                      <a:endParaRPr lang="it-IT" sz="1400" b="1" i="0" u="none" strike="noStrike">
                        <a:solidFill>
                          <a:schemeClr val="bg1"/>
                        </a:solidFill>
                        <a:effectLst/>
                        <a:latin typeface="游ゴシック" panose="020B0400000000000000" pitchFamily="50" charset="-128"/>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fontAlgn="ctr">
                        <a:buNone/>
                      </a:pPr>
                      <a:r>
                        <a:rPr lang="en-US" altLang="ja-JP" sz="1400" b="1" i="0" u="none" strike="noStrike">
                          <a:solidFill>
                            <a:schemeClr val="bg1"/>
                          </a:solidFill>
                          <a:effectLst/>
                          <a:latin typeface="游ゴシック" panose="020B0400000000000000" pitchFamily="50" charset="-128"/>
                          <a:ea typeface="游ゴシック" panose="020B0400000000000000" pitchFamily="50" charset="-128"/>
                        </a:rPr>
                        <a:t>Note PC</a:t>
                      </a:r>
                      <a:endParaRPr lang="it-IT" sz="1400" b="1" i="0" u="none" strike="noStrike">
                        <a:solidFill>
                          <a:schemeClr val="bg1"/>
                        </a:solidFill>
                        <a:effectLst/>
                        <a:latin typeface="游ゴシック" panose="020B0400000000000000" pitchFamily="50" charset="-128"/>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86346705"/>
                  </a:ext>
                </a:extLst>
              </a:tr>
            </a:tbl>
          </a:graphicData>
        </a:graphic>
      </p:graphicFrame>
      <p:graphicFrame>
        <p:nvGraphicFramePr>
          <p:cNvPr id="5" name="表 4">
            <a:extLst>
              <a:ext uri="{FF2B5EF4-FFF2-40B4-BE49-F238E27FC236}">
                <a16:creationId xmlns:a16="http://schemas.microsoft.com/office/drawing/2014/main" id="{D8F6F175-5FC4-CC55-E590-39340ACD40D5}"/>
              </a:ext>
            </a:extLst>
          </p:cNvPr>
          <p:cNvGraphicFramePr>
            <a:graphicFrameLocks noGrp="1"/>
          </p:cNvGraphicFramePr>
          <p:nvPr/>
        </p:nvGraphicFramePr>
        <p:xfrm>
          <a:off x="600940" y="3332011"/>
          <a:ext cx="11267784" cy="3323286"/>
        </p:xfrm>
        <a:graphic>
          <a:graphicData uri="http://schemas.openxmlformats.org/drawingml/2006/table">
            <a:tbl>
              <a:tblPr/>
              <a:tblGrid>
                <a:gridCol w="1251976">
                  <a:extLst>
                    <a:ext uri="{9D8B030D-6E8A-4147-A177-3AD203B41FA5}">
                      <a16:colId xmlns:a16="http://schemas.microsoft.com/office/drawing/2014/main" val="730727168"/>
                    </a:ext>
                  </a:extLst>
                </a:gridCol>
                <a:gridCol w="1251976">
                  <a:extLst>
                    <a:ext uri="{9D8B030D-6E8A-4147-A177-3AD203B41FA5}">
                      <a16:colId xmlns:a16="http://schemas.microsoft.com/office/drawing/2014/main" val="1569848036"/>
                    </a:ext>
                  </a:extLst>
                </a:gridCol>
                <a:gridCol w="1251976">
                  <a:extLst>
                    <a:ext uri="{9D8B030D-6E8A-4147-A177-3AD203B41FA5}">
                      <a16:colId xmlns:a16="http://schemas.microsoft.com/office/drawing/2014/main" val="3379446958"/>
                    </a:ext>
                  </a:extLst>
                </a:gridCol>
                <a:gridCol w="1251976">
                  <a:extLst>
                    <a:ext uri="{9D8B030D-6E8A-4147-A177-3AD203B41FA5}">
                      <a16:colId xmlns:a16="http://schemas.microsoft.com/office/drawing/2014/main" val="1657030227"/>
                    </a:ext>
                  </a:extLst>
                </a:gridCol>
                <a:gridCol w="1251976">
                  <a:extLst>
                    <a:ext uri="{9D8B030D-6E8A-4147-A177-3AD203B41FA5}">
                      <a16:colId xmlns:a16="http://schemas.microsoft.com/office/drawing/2014/main" val="4028831136"/>
                    </a:ext>
                  </a:extLst>
                </a:gridCol>
                <a:gridCol w="1251976">
                  <a:extLst>
                    <a:ext uri="{9D8B030D-6E8A-4147-A177-3AD203B41FA5}">
                      <a16:colId xmlns:a16="http://schemas.microsoft.com/office/drawing/2014/main" val="1541921777"/>
                    </a:ext>
                  </a:extLst>
                </a:gridCol>
                <a:gridCol w="1251976">
                  <a:extLst>
                    <a:ext uri="{9D8B030D-6E8A-4147-A177-3AD203B41FA5}">
                      <a16:colId xmlns:a16="http://schemas.microsoft.com/office/drawing/2014/main" val="3602591165"/>
                    </a:ext>
                  </a:extLst>
                </a:gridCol>
                <a:gridCol w="1251976">
                  <a:extLst>
                    <a:ext uri="{9D8B030D-6E8A-4147-A177-3AD203B41FA5}">
                      <a16:colId xmlns:a16="http://schemas.microsoft.com/office/drawing/2014/main" val="32613142"/>
                    </a:ext>
                  </a:extLst>
                </a:gridCol>
                <a:gridCol w="1251976">
                  <a:extLst>
                    <a:ext uri="{9D8B030D-6E8A-4147-A177-3AD203B41FA5}">
                      <a16:colId xmlns:a16="http://schemas.microsoft.com/office/drawing/2014/main" val="3289963011"/>
                    </a:ext>
                  </a:extLst>
                </a:gridCol>
              </a:tblGrid>
              <a:tr h="369254">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Grade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カテゴリ</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名称</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意味</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F</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X</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it-IT" altLang="ja-JP" sz="1400" b="1" i="0" u="none" strike="noStrike">
                          <a:solidFill>
                            <a:schemeClr val="bg1"/>
                          </a:solidFill>
                          <a:effectLst/>
                          <a:latin typeface="游ゴシック" panose="020B0400000000000000" pitchFamily="50" charset="-128"/>
                          <a:ea typeface="+mn-ea"/>
                        </a:rPr>
                        <a:t>N</a:t>
                      </a:r>
                      <a:endParaRPr lang="it-IT" sz="1400" b="1" i="0" u="none" strike="noStrike">
                        <a:solidFill>
                          <a:schemeClr val="bg1"/>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1131634238"/>
                  </a:ext>
                </a:extLst>
              </a:tr>
              <a:tr h="369254">
                <a:tc rowSpan="2">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Premium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Game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Master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400025"/>
                  </a:ext>
                </a:extLst>
              </a:tr>
              <a:tr h="369254">
                <a:tc vMerge="1">
                  <a:txBody>
                    <a:bodyPr/>
                    <a:lstStyle/>
                    <a:p>
                      <a:endParaRPr kumimoji="1" lang="ja-JP" altLang="en-US"/>
                    </a:p>
                  </a:txBody>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Creative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U</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Ultimate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1930428695"/>
                  </a:ext>
                </a:extLst>
              </a:tr>
              <a:tr h="369254">
                <a:tc rowSpan="2">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High-end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Game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Diamond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5088765"/>
                  </a:ext>
                </a:extLst>
              </a:tr>
              <a:tr h="369254">
                <a:tc vMerge="1">
                  <a:txBody>
                    <a:bodyPr/>
                    <a:lstStyle/>
                    <a:p>
                      <a:endParaRPr kumimoji="1" lang="ja-JP" altLang="en-US"/>
                    </a:p>
                  </a:txBody>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Creative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Deluxe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1978160821"/>
                  </a:ext>
                </a:extLst>
              </a:tr>
              <a:tr h="369254">
                <a:tc rowSpan="2">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Standard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Game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P</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Platinum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091235"/>
                  </a:ext>
                </a:extLst>
              </a:tr>
              <a:tr h="369254">
                <a:tc vMerge="1">
                  <a:txBody>
                    <a:bodyPr/>
                    <a:lstStyle/>
                    <a:p>
                      <a:endParaRPr kumimoji="1" lang="ja-JP" altLang="en-US"/>
                    </a:p>
                  </a:txBody>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Creative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Selected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2856077406"/>
                  </a:ext>
                </a:extLst>
              </a:tr>
              <a:tr h="369254">
                <a:tc rowSpan="2">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Light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Game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Gold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21516474"/>
                  </a:ext>
                </a:extLst>
              </a:tr>
              <a:tr h="369254">
                <a:tc vMerge="1">
                  <a:txBody>
                    <a:bodyPr/>
                    <a:lstStyle/>
                    <a:p>
                      <a:endParaRPr kumimoji="1" lang="ja-JP" altLang="en-US"/>
                    </a:p>
                  </a:txBody>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Creative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Comfort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2487298813"/>
                  </a:ext>
                </a:extLst>
              </a:tr>
            </a:tbl>
          </a:graphicData>
        </a:graphic>
      </p:graphicFrame>
      <p:sp>
        <p:nvSpPr>
          <p:cNvPr id="2" name="テキスト ボックス 1">
            <a:extLst>
              <a:ext uri="{FF2B5EF4-FFF2-40B4-BE49-F238E27FC236}">
                <a16:creationId xmlns:a16="http://schemas.microsoft.com/office/drawing/2014/main" id="{A3B32D72-D89B-865D-64E8-9D05FCE91876}"/>
              </a:ext>
            </a:extLst>
          </p:cNvPr>
          <p:cNvSpPr txBox="1"/>
          <p:nvPr/>
        </p:nvSpPr>
        <p:spPr>
          <a:xfrm>
            <a:off x="250145" y="245577"/>
            <a:ext cx="5166284" cy="369332"/>
          </a:xfrm>
          <a:prstGeom prst="rect">
            <a:avLst/>
          </a:prstGeom>
          <a:noFill/>
        </p:spPr>
        <p:txBody>
          <a:bodyPr wrap="square" rtlCol="0">
            <a:spAutoFit/>
          </a:bodyPr>
          <a:lstStyle/>
          <a:p>
            <a:r>
              <a:rPr lang="ja-JP" altLang="en-US" b="1"/>
              <a:t>シリーズ </a:t>
            </a:r>
            <a:r>
              <a:rPr lang="en-US" altLang="ja-JP" b="1"/>
              <a:t>x </a:t>
            </a:r>
            <a:r>
              <a:rPr lang="ja-JP" altLang="en-US" b="1"/>
              <a:t>グレード一覧</a:t>
            </a:r>
            <a:endParaRPr kumimoji="1" lang="ja-JP" altLang="en-US" b="1"/>
          </a:p>
        </p:txBody>
      </p:sp>
    </p:spTree>
    <p:extLst>
      <p:ext uri="{BB962C8B-B14F-4D97-AF65-F5344CB8AC3E}">
        <p14:creationId xmlns:p14="http://schemas.microsoft.com/office/powerpoint/2010/main" val="13250594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3DF97-C49C-5D1D-24B8-40D66268D836}"/>
            </a:ext>
          </a:extLst>
        </p:cNvPr>
        <p:cNvGrpSpPr/>
        <p:nvPr/>
      </p:nvGrpSpPr>
      <p:grpSpPr>
        <a:xfrm>
          <a:off x="0" y="0"/>
          <a:ext cx="0" cy="0"/>
          <a:chOff x="0" y="0"/>
          <a:chExt cx="0" cy="0"/>
        </a:xfrm>
      </p:grpSpPr>
      <p:sp>
        <p:nvSpPr>
          <p:cNvPr id="43" name="正方形/長方形 42">
            <a:extLst>
              <a:ext uri="{FF2B5EF4-FFF2-40B4-BE49-F238E27FC236}">
                <a16:creationId xmlns:a16="http://schemas.microsoft.com/office/drawing/2014/main" id="{8B51C171-CC22-B0EA-B770-FDD686304E6C}"/>
              </a:ext>
            </a:extLst>
          </p:cNvPr>
          <p:cNvSpPr/>
          <p:nvPr/>
        </p:nvSpPr>
        <p:spPr>
          <a:xfrm>
            <a:off x="8399481" y="442534"/>
            <a:ext cx="3663207" cy="4803721"/>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0B47D3BF-0401-D2E0-F3F5-A093801C307A}"/>
              </a:ext>
            </a:extLst>
          </p:cNvPr>
          <p:cNvSpPr/>
          <p:nvPr/>
        </p:nvSpPr>
        <p:spPr>
          <a:xfrm>
            <a:off x="236269" y="1376493"/>
            <a:ext cx="1144915" cy="798818"/>
          </a:xfrm>
          <a:prstGeom prst="rect">
            <a:avLst/>
          </a:prstGeom>
          <a:solidFill>
            <a:srgbClr val="002060"/>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4400">
                <a:solidFill>
                  <a:schemeClr val="bg1">
                    <a:lumMod val="95000"/>
                  </a:schemeClr>
                </a:solidFill>
                <a:latin typeface="Meiryo UI" panose="020B0604030504040204" pitchFamily="50" charset="-128"/>
                <a:ea typeface="Meiryo UI" panose="020B0604030504040204" pitchFamily="50" charset="-128"/>
              </a:rPr>
              <a:t>N</a:t>
            </a:r>
            <a:endParaRPr kumimoji="1" lang="ja-JP" altLang="en-US" sz="4400">
              <a:solidFill>
                <a:schemeClr val="bg1">
                  <a:lumMod val="95000"/>
                </a:schemeClr>
              </a:solidFill>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155DF4E4-A221-FC50-0C3B-6EDA50C08638}"/>
              </a:ext>
            </a:extLst>
          </p:cNvPr>
          <p:cNvSpPr/>
          <p:nvPr/>
        </p:nvSpPr>
        <p:spPr>
          <a:xfrm>
            <a:off x="6953797" y="1389254"/>
            <a:ext cx="1310444" cy="798819"/>
          </a:xfrm>
          <a:prstGeom prst="rect">
            <a:avLst/>
          </a:prstGeom>
          <a:solidFill>
            <a:schemeClr val="accent6">
              <a:lumMod val="40000"/>
              <a:lumOff val="60000"/>
            </a:schemeClr>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4400">
                <a:solidFill>
                  <a:schemeClr val="tx1">
                    <a:lumMod val="75000"/>
                    <a:lumOff val="25000"/>
                  </a:schemeClr>
                </a:solidFill>
                <a:latin typeface="Meiryo UI" panose="020B0604030504040204" pitchFamily="50" charset="-128"/>
                <a:ea typeface="Meiryo UI" panose="020B0604030504040204" pitchFamily="50" charset="-128"/>
              </a:rPr>
              <a:t>R57</a:t>
            </a:r>
          </a:p>
        </p:txBody>
      </p:sp>
      <p:sp>
        <p:nvSpPr>
          <p:cNvPr id="17" name="正方形/長方形 16">
            <a:extLst>
              <a:ext uri="{FF2B5EF4-FFF2-40B4-BE49-F238E27FC236}">
                <a16:creationId xmlns:a16="http://schemas.microsoft.com/office/drawing/2014/main" id="{24775D93-749F-0D1F-5632-B87C939E95DA}"/>
              </a:ext>
            </a:extLst>
          </p:cNvPr>
          <p:cNvSpPr/>
          <p:nvPr/>
        </p:nvSpPr>
        <p:spPr>
          <a:xfrm>
            <a:off x="6376109" y="1397848"/>
            <a:ext cx="438214" cy="798041"/>
          </a:xfrm>
          <a:prstGeom prst="rect">
            <a:avLst/>
          </a:prstGeom>
          <a:solidFill>
            <a:schemeClr val="bg1"/>
          </a:solidFill>
          <a:ln w="38100">
            <a:solidFill>
              <a:srgbClr val="FF000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4400">
                <a:solidFill>
                  <a:schemeClr val="tx1">
                    <a:lumMod val="75000"/>
                    <a:lumOff val="25000"/>
                  </a:schemeClr>
                </a:solidFill>
                <a:latin typeface="Meiryo UI" panose="020B0604030504040204" pitchFamily="50" charset="-128"/>
                <a:ea typeface="Meiryo UI" panose="020B0604030504040204" pitchFamily="50" charset="-128"/>
              </a:rPr>
              <a:t>-</a:t>
            </a:r>
            <a:endParaRPr kumimoji="1" lang="ja-JP" altLang="en-US" sz="4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5DAA31D9-1D90-E00F-C4B6-4B2F11585D82}"/>
              </a:ext>
            </a:extLst>
          </p:cNvPr>
          <p:cNvSpPr/>
          <p:nvPr/>
        </p:nvSpPr>
        <p:spPr>
          <a:xfrm>
            <a:off x="236269" y="677212"/>
            <a:ext cx="2403160" cy="59105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a:latin typeface="Meiryo UI" panose="020B0604030504040204" pitchFamily="50" charset="-128"/>
                <a:ea typeface="Meiryo UI" panose="020B0604030504040204" pitchFamily="50" charset="-128"/>
              </a:rPr>
              <a:t>Series/Grade</a:t>
            </a:r>
            <a:endParaRPr kumimoji="1" lang="ja-JP" altLang="en-US">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5D79A998-AFFE-0125-BA4F-2C0DAB9293EA}"/>
              </a:ext>
            </a:extLst>
          </p:cNvPr>
          <p:cNvSpPr/>
          <p:nvPr/>
        </p:nvSpPr>
        <p:spPr>
          <a:xfrm>
            <a:off x="2730734" y="676498"/>
            <a:ext cx="2296686" cy="58066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a:latin typeface="Meiryo UI" panose="020B0604030504040204" pitchFamily="50" charset="-128"/>
                <a:ea typeface="Meiryo UI" panose="020B0604030504040204" pitchFamily="50" charset="-128"/>
              </a:rPr>
              <a:t>CPU</a:t>
            </a:r>
          </a:p>
        </p:txBody>
      </p:sp>
      <p:sp>
        <p:nvSpPr>
          <p:cNvPr id="20" name="正方形/長方形 19">
            <a:extLst>
              <a:ext uri="{FF2B5EF4-FFF2-40B4-BE49-F238E27FC236}">
                <a16:creationId xmlns:a16="http://schemas.microsoft.com/office/drawing/2014/main" id="{677D8748-6430-DA81-4A0E-B848AC8BF4FA}"/>
              </a:ext>
            </a:extLst>
          </p:cNvPr>
          <p:cNvSpPr/>
          <p:nvPr/>
        </p:nvSpPr>
        <p:spPr>
          <a:xfrm>
            <a:off x="8503265" y="1382901"/>
            <a:ext cx="431693" cy="798041"/>
          </a:xfrm>
          <a:prstGeom prst="rect">
            <a:avLst/>
          </a:prstGeom>
          <a:solidFill>
            <a:schemeClr val="bg1"/>
          </a:solidFill>
          <a:ln w="38100">
            <a:solidFill>
              <a:srgbClr val="FF000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4400">
                <a:solidFill>
                  <a:schemeClr val="tx1">
                    <a:lumMod val="75000"/>
                    <a:lumOff val="25000"/>
                  </a:schemeClr>
                </a:solidFill>
                <a:latin typeface="Meiryo UI" panose="020B0604030504040204" pitchFamily="50" charset="-128"/>
                <a:ea typeface="Meiryo UI" panose="020B0604030504040204" pitchFamily="50" charset="-128"/>
              </a:rPr>
              <a:t>-</a:t>
            </a:r>
            <a:endParaRPr kumimoji="1" lang="ja-JP" altLang="en-US" sz="4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1156201D-2BE0-4A5D-0910-10275B2C8A31}"/>
              </a:ext>
            </a:extLst>
          </p:cNvPr>
          <p:cNvSpPr/>
          <p:nvPr/>
        </p:nvSpPr>
        <p:spPr>
          <a:xfrm>
            <a:off x="9061229" y="1363966"/>
            <a:ext cx="1222737" cy="798818"/>
          </a:xfrm>
          <a:prstGeom prst="rect">
            <a:avLst/>
          </a:prstGeom>
          <a:solidFill>
            <a:srgbClr val="FFC000"/>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4400">
                <a:solidFill>
                  <a:schemeClr val="tx1">
                    <a:lumMod val="75000"/>
                    <a:lumOff val="25000"/>
                  </a:schemeClr>
                </a:solidFill>
                <a:latin typeface="Meiryo UI" panose="020B0604030504040204" pitchFamily="50" charset="-128"/>
                <a:ea typeface="Meiryo UI" panose="020B0604030504040204" pitchFamily="50" charset="-128"/>
              </a:rPr>
              <a:t>G6</a:t>
            </a:r>
            <a:endParaRPr kumimoji="1" lang="ja-JP" altLang="en-US" sz="4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5" name="正方形/長方形 24">
            <a:extLst>
              <a:ext uri="{FF2B5EF4-FFF2-40B4-BE49-F238E27FC236}">
                <a16:creationId xmlns:a16="http://schemas.microsoft.com/office/drawing/2014/main" id="{6E4D68B6-4563-5444-AA11-8F415967839B}"/>
              </a:ext>
            </a:extLst>
          </p:cNvPr>
          <p:cNvSpPr/>
          <p:nvPr/>
        </p:nvSpPr>
        <p:spPr>
          <a:xfrm>
            <a:off x="3919903" y="1376493"/>
            <a:ext cx="1108292" cy="798041"/>
          </a:xfrm>
          <a:prstGeom prst="rect">
            <a:avLst/>
          </a:prstGeom>
          <a:solidFill>
            <a:schemeClr val="tx1">
              <a:lumMod val="50000"/>
              <a:lumOff val="50000"/>
            </a:schemeClr>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4400">
                <a:solidFill>
                  <a:schemeClr val="bg1">
                    <a:lumMod val="95000"/>
                  </a:schemeClr>
                </a:solidFill>
                <a:latin typeface="Meiryo UI" panose="020B0604030504040204" pitchFamily="50" charset="-128"/>
                <a:ea typeface="Meiryo UI" panose="020B0604030504040204" pitchFamily="50" charset="-128"/>
              </a:rPr>
              <a:t>7</a:t>
            </a:r>
            <a:endParaRPr kumimoji="1" lang="ja-JP" altLang="en-US" sz="4400">
              <a:solidFill>
                <a:schemeClr val="bg1">
                  <a:lumMod val="95000"/>
                </a:schemeClr>
              </a:solidFill>
              <a:latin typeface="Meiryo UI" panose="020B0604030504040204" pitchFamily="50" charset="-128"/>
              <a:ea typeface="Meiryo UI" panose="020B0604030504040204" pitchFamily="50" charset="-128"/>
            </a:endParaRPr>
          </a:p>
        </p:txBody>
      </p:sp>
      <p:sp>
        <p:nvSpPr>
          <p:cNvPr id="27" name="正方形/長方形 26">
            <a:extLst>
              <a:ext uri="{FF2B5EF4-FFF2-40B4-BE49-F238E27FC236}">
                <a16:creationId xmlns:a16="http://schemas.microsoft.com/office/drawing/2014/main" id="{D5753E03-106B-7375-2BF6-EB7E3DFAF039}"/>
              </a:ext>
            </a:extLst>
          </p:cNvPr>
          <p:cNvSpPr/>
          <p:nvPr/>
        </p:nvSpPr>
        <p:spPr>
          <a:xfrm>
            <a:off x="6953797" y="692591"/>
            <a:ext cx="1354138" cy="59105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a:latin typeface="Meiryo UI" panose="020B0604030504040204" pitchFamily="50" charset="-128"/>
                <a:ea typeface="Meiryo UI" panose="020B0604030504040204" pitchFamily="50" charset="-128"/>
              </a:rPr>
              <a:t>VGA</a:t>
            </a:r>
            <a:endParaRPr kumimoji="1" lang="ja-JP" altLang="en-US">
              <a:latin typeface="Meiryo UI" panose="020B0604030504040204" pitchFamily="50" charset="-128"/>
              <a:ea typeface="Meiryo UI" panose="020B0604030504040204" pitchFamily="50" charset="-128"/>
            </a:endParaRPr>
          </a:p>
        </p:txBody>
      </p:sp>
      <p:sp>
        <p:nvSpPr>
          <p:cNvPr id="35" name="正方形/長方形 34">
            <a:extLst>
              <a:ext uri="{FF2B5EF4-FFF2-40B4-BE49-F238E27FC236}">
                <a16:creationId xmlns:a16="http://schemas.microsoft.com/office/drawing/2014/main" id="{A057B0BD-49F0-B08B-8A2C-6DB4873D8CF7}"/>
              </a:ext>
            </a:extLst>
          </p:cNvPr>
          <p:cNvSpPr/>
          <p:nvPr/>
        </p:nvSpPr>
        <p:spPr>
          <a:xfrm>
            <a:off x="8504166" y="676498"/>
            <a:ext cx="1788876" cy="58585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a:latin typeface="Meiryo UI" panose="020B0604030504040204" pitchFamily="50" charset="-128"/>
                <a:ea typeface="Meiryo UI" panose="020B0604030504040204" pitchFamily="50" charset="-128"/>
              </a:rPr>
              <a:t>オプション</a:t>
            </a:r>
          </a:p>
        </p:txBody>
      </p:sp>
      <p:graphicFrame>
        <p:nvGraphicFramePr>
          <p:cNvPr id="36" name="表 35">
            <a:extLst>
              <a:ext uri="{FF2B5EF4-FFF2-40B4-BE49-F238E27FC236}">
                <a16:creationId xmlns:a16="http://schemas.microsoft.com/office/drawing/2014/main" id="{C477C887-DECD-992E-4758-B4E7A143862B}"/>
              </a:ext>
            </a:extLst>
          </p:cNvPr>
          <p:cNvGraphicFramePr>
            <a:graphicFrameLocks noGrp="1"/>
          </p:cNvGraphicFramePr>
          <p:nvPr/>
        </p:nvGraphicFramePr>
        <p:xfrm>
          <a:off x="236269" y="2295626"/>
          <a:ext cx="1160403" cy="370840"/>
        </p:xfrm>
        <a:graphic>
          <a:graphicData uri="http://schemas.openxmlformats.org/drawingml/2006/table">
            <a:tbl>
              <a:tblPr bandRow="1">
                <a:tableStyleId>{5C22544A-7EE6-4342-B048-85BDC9FD1C3A}</a:tableStyleId>
              </a:tblPr>
              <a:tblGrid>
                <a:gridCol w="352804">
                  <a:extLst>
                    <a:ext uri="{9D8B030D-6E8A-4147-A177-3AD203B41FA5}">
                      <a16:colId xmlns:a16="http://schemas.microsoft.com/office/drawing/2014/main" val="2399718998"/>
                    </a:ext>
                  </a:extLst>
                </a:gridCol>
                <a:gridCol w="807599">
                  <a:extLst>
                    <a:ext uri="{9D8B030D-6E8A-4147-A177-3AD203B41FA5}">
                      <a16:colId xmlns:a16="http://schemas.microsoft.com/office/drawing/2014/main" val="3362704146"/>
                    </a:ext>
                  </a:extLst>
                </a:gridCol>
              </a:tblGrid>
              <a:tr h="370840">
                <a:tc>
                  <a:txBody>
                    <a:bodyPr/>
                    <a:lstStyle/>
                    <a:p>
                      <a:pPr algn="ctr"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N</a:t>
                      </a:r>
                      <a:endPar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endParaRPr>
                    </a:p>
                  </a:txBody>
                  <a:tcPr marL="9525" marR="9525" marT="9525" marB="0" anchor="ctr"/>
                </a:tc>
                <a:tc>
                  <a:txBody>
                    <a:bodyPr/>
                    <a:lstStyle/>
                    <a:p>
                      <a:pPr algn="l"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N Series</a:t>
                      </a:r>
                      <a:endPar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endParaRPr>
                    </a:p>
                  </a:txBody>
                  <a:tcPr marL="9525" marR="9525" marT="9525" marB="0" anchor="ctr"/>
                </a:tc>
                <a:extLst>
                  <a:ext uri="{0D108BD9-81ED-4DB2-BD59-A6C34878D82A}">
                    <a16:rowId xmlns:a16="http://schemas.microsoft.com/office/drawing/2014/main" val="2559994642"/>
                  </a:ext>
                </a:extLst>
              </a:tr>
            </a:tbl>
          </a:graphicData>
        </a:graphic>
      </p:graphicFrame>
      <p:graphicFrame>
        <p:nvGraphicFramePr>
          <p:cNvPr id="37" name="表 36">
            <a:extLst>
              <a:ext uri="{FF2B5EF4-FFF2-40B4-BE49-F238E27FC236}">
                <a16:creationId xmlns:a16="http://schemas.microsoft.com/office/drawing/2014/main" id="{98498C8A-20F0-4CA8-6843-12098242043E}"/>
              </a:ext>
            </a:extLst>
          </p:cNvPr>
          <p:cNvGraphicFramePr>
            <a:graphicFrameLocks noGrp="1"/>
          </p:cNvGraphicFramePr>
          <p:nvPr/>
        </p:nvGraphicFramePr>
        <p:xfrm>
          <a:off x="3914845" y="2265789"/>
          <a:ext cx="1092804" cy="1112520"/>
        </p:xfrm>
        <a:graphic>
          <a:graphicData uri="http://schemas.openxmlformats.org/drawingml/2006/table">
            <a:tbl>
              <a:tblPr bandRow="1">
                <a:tableStyleId>{5C22544A-7EE6-4342-B048-85BDC9FD1C3A}</a:tableStyleId>
              </a:tblPr>
              <a:tblGrid>
                <a:gridCol w="332251">
                  <a:extLst>
                    <a:ext uri="{9D8B030D-6E8A-4147-A177-3AD203B41FA5}">
                      <a16:colId xmlns:a16="http://schemas.microsoft.com/office/drawing/2014/main" val="2399718998"/>
                    </a:ext>
                  </a:extLst>
                </a:gridCol>
                <a:gridCol w="760553">
                  <a:extLst>
                    <a:ext uri="{9D8B030D-6E8A-4147-A177-3AD203B41FA5}">
                      <a16:colId xmlns:a16="http://schemas.microsoft.com/office/drawing/2014/main" val="3362704146"/>
                    </a:ext>
                  </a:extLst>
                </a:gridCol>
              </a:tblGrid>
              <a:tr h="370840">
                <a:tc>
                  <a:txBody>
                    <a:bodyPr/>
                    <a:lstStyle/>
                    <a:p>
                      <a:pPr algn="ctr"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9</a:t>
                      </a:r>
                    </a:p>
                  </a:txBody>
                  <a:tcPr marL="9525" marR="9525" marT="9525" marB="0" anchor="ctr"/>
                </a:tc>
                <a:tc>
                  <a:txBody>
                    <a:bodyPr/>
                    <a:lstStyle/>
                    <a:p>
                      <a:pPr algn="l" fontAlgn="ctr"/>
                      <a:r>
                        <a:rPr lang="en-US"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Core 9</a:t>
                      </a:r>
                      <a:endPar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endParaRPr>
                    </a:p>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Ryzen 9</a:t>
                      </a:r>
                    </a:p>
                  </a:txBody>
                  <a:tcPr marL="9525" marR="9525" marT="9525" marB="0" anchor="ctr"/>
                </a:tc>
                <a:extLst>
                  <a:ext uri="{0D108BD9-81ED-4DB2-BD59-A6C34878D82A}">
                    <a16:rowId xmlns:a16="http://schemas.microsoft.com/office/drawing/2014/main" val="2559994642"/>
                  </a:ext>
                </a:extLst>
              </a:tr>
              <a:tr h="370840">
                <a:tc>
                  <a:txBody>
                    <a:bodyPr/>
                    <a:lstStyle/>
                    <a:p>
                      <a:pPr algn="ctr"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7</a:t>
                      </a:r>
                    </a:p>
                  </a:txBody>
                  <a:tcPr marL="9525" marR="9525" marT="9525" marB="0" anchor="ctr"/>
                </a:tc>
                <a:tc>
                  <a:txBody>
                    <a:bodyPr/>
                    <a:lstStyle/>
                    <a:p>
                      <a:pPr algn="l"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Core 7</a:t>
                      </a:r>
                    </a:p>
                    <a:p>
                      <a:pPr algn="l" fontAlgn="ctr"/>
                      <a:r>
                        <a:rPr lang="en-US"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Ryzen 7</a:t>
                      </a:r>
                      <a:endPar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endParaRPr>
                    </a:p>
                  </a:txBody>
                  <a:tcPr marL="9525" marR="9525" marT="9525" marB="0" anchor="ctr"/>
                </a:tc>
                <a:extLst>
                  <a:ext uri="{0D108BD9-81ED-4DB2-BD59-A6C34878D82A}">
                    <a16:rowId xmlns:a16="http://schemas.microsoft.com/office/drawing/2014/main" val="4077472717"/>
                  </a:ext>
                </a:extLst>
              </a:tr>
              <a:tr h="370840">
                <a:tc>
                  <a:txBody>
                    <a:bodyPr/>
                    <a:lstStyle/>
                    <a:p>
                      <a:pPr algn="ctr"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5</a:t>
                      </a:r>
                    </a:p>
                  </a:txBody>
                  <a:tcPr marL="9525" marR="9525" marT="9525" marB="0" anchor="ctr"/>
                </a:tc>
                <a:tc>
                  <a:txBody>
                    <a:bodyPr/>
                    <a:lstStyle/>
                    <a:p>
                      <a:pPr algn="l" fontAlgn="ctr"/>
                      <a:r>
                        <a:rPr lang="en-US"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Core 5</a:t>
                      </a:r>
                    </a:p>
                    <a:p>
                      <a:pPr algn="l" fontAlgn="ctr"/>
                      <a:r>
                        <a:rPr lang="en-US"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Ryzen 5</a:t>
                      </a:r>
                      <a:endPar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endParaRPr>
                    </a:p>
                  </a:txBody>
                  <a:tcPr marL="9525" marR="9525" marT="9525" marB="0" anchor="ctr"/>
                </a:tc>
                <a:extLst>
                  <a:ext uri="{0D108BD9-81ED-4DB2-BD59-A6C34878D82A}">
                    <a16:rowId xmlns:a16="http://schemas.microsoft.com/office/drawing/2014/main" val="1200866637"/>
                  </a:ext>
                </a:extLst>
              </a:tr>
            </a:tbl>
          </a:graphicData>
        </a:graphic>
      </p:graphicFrame>
      <p:sp>
        <p:nvSpPr>
          <p:cNvPr id="38" name="正方形/長方形 37">
            <a:extLst>
              <a:ext uri="{FF2B5EF4-FFF2-40B4-BE49-F238E27FC236}">
                <a16:creationId xmlns:a16="http://schemas.microsoft.com/office/drawing/2014/main" id="{49C62A3F-CC0F-CE7D-1A7B-D46C01882BA5}"/>
              </a:ext>
            </a:extLst>
          </p:cNvPr>
          <p:cNvSpPr/>
          <p:nvPr/>
        </p:nvSpPr>
        <p:spPr>
          <a:xfrm>
            <a:off x="5118725" y="676498"/>
            <a:ext cx="1117782" cy="58066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a:latin typeface="Meiryo UI" panose="020B0604030504040204" pitchFamily="50" charset="-128"/>
                <a:ea typeface="Meiryo UI" panose="020B0604030504040204" pitchFamily="50" charset="-128"/>
              </a:rPr>
              <a:t>MB</a:t>
            </a:r>
            <a:endParaRPr kumimoji="1" lang="ja-JP" altLang="en-US">
              <a:latin typeface="Meiryo UI" panose="020B0604030504040204" pitchFamily="50" charset="-128"/>
              <a:ea typeface="Meiryo UI" panose="020B0604030504040204" pitchFamily="50" charset="-128"/>
            </a:endParaRPr>
          </a:p>
        </p:txBody>
      </p:sp>
      <p:sp>
        <p:nvSpPr>
          <p:cNvPr id="39" name="正方形/長方形 38">
            <a:extLst>
              <a:ext uri="{FF2B5EF4-FFF2-40B4-BE49-F238E27FC236}">
                <a16:creationId xmlns:a16="http://schemas.microsoft.com/office/drawing/2014/main" id="{4BD44AF1-25C2-6934-6457-A16A3A21241D}"/>
              </a:ext>
            </a:extLst>
          </p:cNvPr>
          <p:cNvSpPr/>
          <p:nvPr/>
        </p:nvSpPr>
        <p:spPr>
          <a:xfrm>
            <a:off x="5124473" y="1368377"/>
            <a:ext cx="1108292" cy="789218"/>
          </a:xfrm>
          <a:prstGeom prst="rect">
            <a:avLst/>
          </a:prstGeom>
          <a:solidFill>
            <a:schemeClr val="tx1">
              <a:lumMod val="50000"/>
              <a:lumOff val="50000"/>
            </a:schemeClr>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4400">
                <a:solidFill>
                  <a:schemeClr val="bg1">
                    <a:lumMod val="95000"/>
                  </a:schemeClr>
                </a:solidFill>
                <a:latin typeface="Meiryo UI" panose="020B0604030504040204" pitchFamily="50" charset="-128"/>
                <a:ea typeface="Meiryo UI" panose="020B0604030504040204" pitchFamily="50" charset="-128"/>
              </a:rPr>
              <a:t>L</a:t>
            </a:r>
          </a:p>
        </p:txBody>
      </p:sp>
      <p:graphicFrame>
        <p:nvGraphicFramePr>
          <p:cNvPr id="42" name="表 41">
            <a:extLst>
              <a:ext uri="{FF2B5EF4-FFF2-40B4-BE49-F238E27FC236}">
                <a16:creationId xmlns:a16="http://schemas.microsoft.com/office/drawing/2014/main" id="{61F0350F-D88B-36D2-1E5F-52809B20F085}"/>
              </a:ext>
            </a:extLst>
          </p:cNvPr>
          <p:cNvGraphicFramePr>
            <a:graphicFrameLocks noGrp="1"/>
          </p:cNvGraphicFramePr>
          <p:nvPr/>
        </p:nvGraphicFramePr>
        <p:xfrm>
          <a:off x="6950735" y="2305978"/>
          <a:ext cx="1354138" cy="1125689"/>
        </p:xfrm>
        <a:graphic>
          <a:graphicData uri="http://schemas.openxmlformats.org/drawingml/2006/table">
            <a:tbl>
              <a:tblPr bandRow="1">
                <a:tableStyleId>{5C22544A-7EE6-4342-B048-85BDC9FD1C3A}</a:tableStyleId>
              </a:tblPr>
              <a:tblGrid>
                <a:gridCol w="1354138">
                  <a:extLst>
                    <a:ext uri="{9D8B030D-6E8A-4147-A177-3AD203B41FA5}">
                      <a16:colId xmlns:a16="http://schemas.microsoft.com/office/drawing/2014/main" val="2399718998"/>
                    </a:ext>
                  </a:extLst>
                </a:gridCol>
              </a:tblGrid>
              <a:tr h="1125689">
                <a:tc>
                  <a:txBody>
                    <a:bodyPr/>
                    <a:lstStyle/>
                    <a:p>
                      <a:pPr algn="ctr"/>
                      <a:r>
                        <a:rPr kumimoji="1" lang="ja-JP" altLang="en-US" sz="1100">
                          <a:ea typeface="源ノ角ゴシック JP Heavy" panose="020B0A00000000000000" pitchFamily="34" charset="-128"/>
                        </a:rPr>
                        <a:t>デスク同様に処理</a:t>
                      </a:r>
                      <a:endParaRPr kumimoji="1" lang="en-US" altLang="ja-JP" sz="1100">
                        <a:ea typeface="源ノ角ゴシック JP Heavy" panose="020B0A00000000000000" pitchFamily="34" charset="-128"/>
                      </a:endParaRPr>
                    </a:p>
                    <a:p>
                      <a:pPr algn="ctr"/>
                      <a:r>
                        <a:rPr kumimoji="1" lang="ja-JP" altLang="en-US" sz="1100">
                          <a:ea typeface="源ノ角ゴシック JP Heavy" panose="020B0A00000000000000" pitchFamily="34" charset="-128"/>
                        </a:rPr>
                        <a:t>統合型</a:t>
                      </a:r>
                      <a:r>
                        <a:rPr kumimoji="1" lang="en-US" altLang="ja-JP" sz="1100">
                          <a:ea typeface="源ノ角ゴシック JP Heavy" panose="020B0A00000000000000" pitchFamily="34" charset="-128"/>
                        </a:rPr>
                        <a:t>GPU</a:t>
                      </a:r>
                      <a:r>
                        <a:rPr kumimoji="1" lang="ja-JP" altLang="en-US" sz="1100">
                          <a:ea typeface="源ノ角ゴシック JP Heavy" panose="020B0A00000000000000" pitchFamily="34" charset="-128"/>
                        </a:rPr>
                        <a:t>は</a:t>
                      </a:r>
                      <a:r>
                        <a:rPr kumimoji="1" lang="en-US" altLang="ja-JP" sz="1100">
                          <a:ea typeface="源ノ角ゴシック JP Heavy" panose="020B0A00000000000000" pitchFamily="34" charset="-128"/>
                        </a:rPr>
                        <a:t>IG</a:t>
                      </a:r>
                      <a:r>
                        <a:rPr kumimoji="1" lang="ja-JP" altLang="en-US" sz="1100">
                          <a:ea typeface="源ノ角ゴシック JP Heavy" panose="020B0A00000000000000" pitchFamily="34" charset="-128"/>
                        </a:rPr>
                        <a:t>とする</a:t>
                      </a:r>
                      <a:endParaRPr kumimoji="1" lang="en-US" altLang="ja-JP" sz="1100">
                        <a:ea typeface="源ノ角ゴシック JP Heavy" panose="020B0A00000000000000" pitchFamily="34" charset="-128"/>
                      </a:endParaRPr>
                    </a:p>
                  </a:txBody>
                  <a:tcPr anchor="ctr"/>
                </a:tc>
                <a:extLst>
                  <a:ext uri="{0D108BD9-81ED-4DB2-BD59-A6C34878D82A}">
                    <a16:rowId xmlns:a16="http://schemas.microsoft.com/office/drawing/2014/main" val="2559994642"/>
                  </a:ext>
                </a:extLst>
              </a:tr>
            </a:tbl>
          </a:graphicData>
        </a:graphic>
      </p:graphicFrame>
      <p:graphicFrame>
        <p:nvGraphicFramePr>
          <p:cNvPr id="45" name="表 44">
            <a:extLst>
              <a:ext uri="{FF2B5EF4-FFF2-40B4-BE49-F238E27FC236}">
                <a16:creationId xmlns:a16="http://schemas.microsoft.com/office/drawing/2014/main" id="{AABBD006-52CE-97D1-48E9-CE4693BC1A27}"/>
              </a:ext>
            </a:extLst>
          </p:cNvPr>
          <p:cNvGraphicFramePr>
            <a:graphicFrameLocks noGrp="1"/>
          </p:cNvGraphicFramePr>
          <p:nvPr>
            <p:extLst>
              <p:ext uri="{D42A27DB-BD31-4B8C-83A1-F6EECF244321}">
                <p14:modId xmlns:p14="http://schemas.microsoft.com/office/powerpoint/2010/main" val="241934952"/>
              </p:ext>
            </p:extLst>
          </p:nvPr>
        </p:nvGraphicFramePr>
        <p:xfrm>
          <a:off x="8516304" y="3508436"/>
          <a:ext cx="1776738" cy="1703275"/>
        </p:xfrm>
        <a:graphic>
          <a:graphicData uri="http://schemas.openxmlformats.org/drawingml/2006/table">
            <a:tbl>
              <a:tblPr bandRow="1">
                <a:tableStyleId>{5C22544A-7EE6-4342-B048-85BDC9FD1C3A}</a:tableStyleId>
              </a:tblPr>
              <a:tblGrid>
                <a:gridCol w="540192">
                  <a:extLst>
                    <a:ext uri="{9D8B030D-6E8A-4147-A177-3AD203B41FA5}">
                      <a16:colId xmlns:a16="http://schemas.microsoft.com/office/drawing/2014/main" val="2399718998"/>
                    </a:ext>
                  </a:extLst>
                </a:gridCol>
                <a:gridCol w="1236546">
                  <a:extLst>
                    <a:ext uri="{9D8B030D-6E8A-4147-A177-3AD203B41FA5}">
                      <a16:colId xmlns:a16="http://schemas.microsoft.com/office/drawing/2014/main" val="3362704146"/>
                    </a:ext>
                  </a:extLst>
                </a:gridCol>
              </a:tblGrid>
              <a:tr h="271694">
                <a:tc gridSpan="2">
                  <a:txBody>
                    <a:bodyPr/>
                    <a:lstStyle/>
                    <a:p>
                      <a:pPr algn="ctr" fontAlgn="ctr"/>
                      <a:r>
                        <a:rPr lang="ja-JP" altLang="en-US"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サイズ区分</a:t>
                      </a:r>
                      <a:endPar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endParaRPr>
                    </a:p>
                  </a:txBody>
                  <a:tcPr marL="9525" marR="9525" marT="9525" marB="0" anchor="ctr"/>
                </a:tc>
                <a:tc hMerge="1">
                  <a:txBody>
                    <a:bodyPr/>
                    <a:lstStyle/>
                    <a:p>
                      <a:pPr algn="l" fontAlgn="ctr"/>
                      <a:endPar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endParaRPr>
                    </a:p>
                  </a:txBody>
                  <a:tcPr marL="9525" marR="9525" marT="9525" marB="0" anchor="ctr"/>
                </a:tc>
                <a:extLst>
                  <a:ext uri="{0D108BD9-81ED-4DB2-BD59-A6C34878D82A}">
                    <a16:rowId xmlns:a16="http://schemas.microsoft.com/office/drawing/2014/main" val="2559994642"/>
                  </a:ext>
                </a:extLst>
              </a:tr>
              <a:tr h="271694">
                <a:tc>
                  <a:txBody>
                    <a:bodyPr/>
                    <a:lstStyle/>
                    <a:p>
                      <a:pPr algn="ctr"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4</a:t>
                      </a:r>
                    </a:p>
                  </a:txBody>
                  <a:tcPr marL="9525" marR="9525" marT="9525" marB="0" anchor="ctr"/>
                </a:tc>
                <a:tc>
                  <a:txBody>
                    <a:bodyPr/>
                    <a:lstStyle/>
                    <a:p>
                      <a:pPr algn="l"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14inch</a:t>
                      </a:r>
                      <a:endPar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endParaRPr>
                    </a:p>
                  </a:txBody>
                  <a:tcPr marL="9525" marR="9525" marT="9525" marB="0" anchor="ctr"/>
                </a:tc>
                <a:extLst>
                  <a:ext uri="{0D108BD9-81ED-4DB2-BD59-A6C34878D82A}">
                    <a16:rowId xmlns:a16="http://schemas.microsoft.com/office/drawing/2014/main" val="1945651563"/>
                  </a:ext>
                </a:extLst>
              </a:tr>
              <a:tr h="301335">
                <a:tc>
                  <a:txBody>
                    <a:bodyPr/>
                    <a:lstStyle/>
                    <a:p>
                      <a:pPr algn="ctr"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5</a:t>
                      </a:r>
                    </a:p>
                  </a:txBody>
                  <a:tcPr marL="9525" marR="9525" marT="9525" marB="0" anchor="ctr"/>
                </a:tc>
                <a:tc>
                  <a:txBody>
                    <a:bodyPr/>
                    <a:lstStyle/>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15.3inch</a:t>
                      </a:r>
                    </a:p>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15.6inch</a:t>
                      </a:r>
                    </a:p>
                  </a:txBody>
                  <a:tcPr marL="9525" marR="9525" marT="9525" marB="0" anchor="ctr"/>
                </a:tc>
                <a:extLst>
                  <a:ext uri="{0D108BD9-81ED-4DB2-BD59-A6C34878D82A}">
                    <a16:rowId xmlns:a16="http://schemas.microsoft.com/office/drawing/2014/main" val="4077472717"/>
                  </a:ext>
                </a:extLst>
              </a:tr>
              <a:tr h="271694">
                <a:tc>
                  <a:txBody>
                    <a:bodyPr/>
                    <a:lstStyle/>
                    <a:p>
                      <a:pPr algn="ctr"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6</a:t>
                      </a:r>
                    </a:p>
                  </a:txBody>
                  <a:tcPr marL="9525" marR="9525" marT="9525" marB="0" anchor="ctr"/>
                </a:tc>
                <a:tc>
                  <a:txBody>
                    <a:bodyPr/>
                    <a:lstStyle/>
                    <a:p>
                      <a:pPr algn="l"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16.0inch</a:t>
                      </a:r>
                    </a:p>
                  </a:txBody>
                  <a:tcPr marL="9525" marR="9525" marT="9525" marB="0" anchor="ctr"/>
                </a:tc>
                <a:extLst>
                  <a:ext uri="{0D108BD9-81ED-4DB2-BD59-A6C34878D82A}">
                    <a16:rowId xmlns:a16="http://schemas.microsoft.com/office/drawing/2014/main" val="1200866637"/>
                  </a:ext>
                </a:extLst>
              </a:tr>
              <a:tr h="271694">
                <a:tc>
                  <a:txBody>
                    <a:bodyPr/>
                    <a:lstStyle/>
                    <a:p>
                      <a:pPr algn="ctr"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7</a:t>
                      </a:r>
                    </a:p>
                  </a:txBody>
                  <a:tcPr marL="9525" marR="9525" marT="9525" marB="0" anchor="ctr"/>
                </a:tc>
                <a:tc>
                  <a:txBody>
                    <a:bodyPr/>
                    <a:lstStyle/>
                    <a:p>
                      <a:pPr algn="l"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17.3inch</a:t>
                      </a:r>
                    </a:p>
                  </a:txBody>
                  <a:tcPr marL="9525" marR="9525" marT="9525" marB="0" anchor="ctr"/>
                </a:tc>
                <a:extLst>
                  <a:ext uri="{0D108BD9-81ED-4DB2-BD59-A6C34878D82A}">
                    <a16:rowId xmlns:a16="http://schemas.microsoft.com/office/drawing/2014/main" val="2810210352"/>
                  </a:ext>
                </a:extLst>
              </a:tr>
              <a:tr h="271694">
                <a:tc>
                  <a:txBody>
                    <a:bodyPr/>
                    <a:lstStyle/>
                    <a:p>
                      <a:pPr algn="ctr"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8</a:t>
                      </a:r>
                    </a:p>
                  </a:txBody>
                  <a:tcPr marL="9525" marR="9525" marT="9525" marB="0" anchor="ctr"/>
                </a:tc>
                <a:tc>
                  <a:txBody>
                    <a:bodyPr/>
                    <a:lstStyle/>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18.0inch</a:t>
                      </a:r>
                    </a:p>
                  </a:txBody>
                  <a:tcPr marL="9525" marR="9525" marT="9525" marB="0" anchor="ctr"/>
                </a:tc>
                <a:extLst>
                  <a:ext uri="{0D108BD9-81ED-4DB2-BD59-A6C34878D82A}">
                    <a16:rowId xmlns:a16="http://schemas.microsoft.com/office/drawing/2014/main" val="1566631875"/>
                  </a:ext>
                </a:extLst>
              </a:tr>
            </a:tbl>
          </a:graphicData>
        </a:graphic>
      </p:graphicFrame>
      <p:graphicFrame>
        <p:nvGraphicFramePr>
          <p:cNvPr id="51" name="表 50">
            <a:extLst>
              <a:ext uri="{FF2B5EF4-FFF2-40B4-BE49-F238E27FC236}">
                <a16:creationId xmlns:a16="http://schemas.microsoft.com/office/drawing/2014/main" id="{5CA7C209-01CC-2D9C-F85B-E43BF3BFEDFF}"/>
              </a:ext>
            </a:extLst>
          </p:cNvPr>
          <p:cNvGraphicFramePr>
            <a:graphicFrameLocks noGrp="1"/>
          </p:cNvGraphicFramePr>
          <p:nvPr/>
        </p:nvGraphicFramePr>
        <p:xfrm>
          <a:off x="569216" y="3925316"/>
          <a:ext cx="3403585" cy="2619375"/>
        </p:xfrm>
        <a:graphic>
          <a:graphicData uri="http://schemas.openxmlformats.org/drawingml/2006/table">
            <a:tbl>
              <a:tblPr/>
              <a:tblGrid>
                <a:gridCol w="899519">
                  <a:extLst>
                    <a:ext uri="{9D8B030D-6E8A-4147-A177-3AD203B41FA5}">
                      <a16:colId xmlns:a16="http://schemas.microsoft.com/office/drawing/2014/main" val="980777390"/>
                    </a:ext>
                  </a:extLst>
                </a:gridCol>
                <a:gridCol w="1239877">
                  <a:extLst>
                    <a:ext uri="{9D8B030D-6E8A-4147-A177-3AD203B41FA5}">
                      <a16:colId xmlns:a16="http://schemas.microsoft.com/office/drawing/2014/main" val="3023100576"/>
                    </a:ext>
                  </a:extLst>
                </a:gridCol>
                <a:gridCol w="1264189">
                  <a:extLst>
                    <a:ext uri="{9D8B030D-6E8A-4147-A177-3AD203B41FA5}">
                      <a16:colId xmlns:a16="http://schemas.microsoft.com/office/drawing/2014/main" val="2531770128"/>
                    </a:ext>
                  </a:extLst>
                </a:gridCol>
              </a:tblGrid>
              <a:tr h="238125">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GAME</a:t>
                      </a: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Before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After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87181345"/>
                  </a:ext>
                </a:extLst>
              </a:tr>
              <a:tr h="238125">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Master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UL9C-R59-8A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NMC9L-R59-G8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53841049"/>
                  </a:ext>
                </a:extLst>
              </a:tr>
              <a:tr h="238125">
                <a:tc rowSpan="5">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Diamond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ZL9R-R57T-6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NDR9L-R57T-G6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3048562"/>
                  </a:ext>
                </a:extLst>
              </a:tr>
              <a:tr h="238125">
                <a:tc vMerge="1">
                  <a:txBody>
                    <a:bodyPr/>
                    <a:lstStyle/>
                    <a:p>
                      <a:endParaRPr kumimoji="1" lang="ja-JP" altLang="en-US"/>
                    </a:p>
                  </a:txBody>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ZL9C-R57T-6A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NDC9L-R57T-G6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44479669"/>
                  </a:ext>
                </a:extLst>
              </a:tr>
              <a:tr h="238125">
                <a:tc vMerge="1">
                  <a:txBody>
                    <a:bodyPr/>
                    <a:lstStyle/>
                    <a:p>
                      <a:endParaRPr kumimoji="1" lang="ja-JP" altLang="en-US"/>
                    </a:p>
                  </a:txBody>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ZL7C-R57-6A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NDC7L-R57-G6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1470047"/>
                  </a:ext>
                </a:extLst>
              </a:tr>
              <a:tr h="238125">
                <a:tc vMerge="1">
                  <a:txBody>
                    <a:bodyPr/>
                    <a:lstStyle/>
                    <a:p>
                      <a:endParaRPr kumimoji="1" lang="ja-JP" altLang="en-US"/>
                    </a:p>
                  </a:txBody>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XL7R-R56-6A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NDR7L-R56-G6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44746756"/>
                  </a:ext>
                </a:extLst>
              </a:tr>
              <a:tr h="238125">
                <a:tc vMerge="1">
                  <a:txBody>
                    <a:bodyPr/>
                    <a:lstStyle/>
                    <a:p>
                      <a:endParaRPr kumimoji="1" lang="ja-JP" altLang="en-US"/>
                    </a:p>
                  </a:txBody>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XL7C-R56-6A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NDC7L-R56-G6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85109721"/>
                  </a:ext>
                </a:extLst>
              </a:tr>
              <a:tr h="238125">
                <a:tc rowSpan="4">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Platinum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RL7C-R56-5N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NPC7L-R56-G5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14634512"/>
                  </a:ext>
                </a:extLst>
              </a:tr>
              <a:tr h="238125">
                <a:tc vMerge="1">
                  <a:txBody>
                    <a:bodyPr/>
                    <a:lstStyle/>
                    <a:p>
                      <a:endParaRPr kumimoji="1" lang="ja-JP" altLang="en-US"/>
                    </a:p>
                  </a:txBody>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RL7C-R55-5N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NPC7L-R55-G5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49354687"/>
                  </a:ext>
                </a:extLst>
              </a:tr>
              <a:tr h="238125">
                <a:tc vMerge="1">
                  <a:txBody>
                    <a:bodyPr/>
                    <a:lstStyle/>
                    <a:p>
                      <a:endParaRPr kumimoji="1" lang="ja-JP" altLang="en-US"/>
                    </a:p>
                  </a:txBody>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RL7C-R45-5N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NPC7L-R45-G5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55808829"/>
                  </a:ext>
                </a:extLst>
              </a:tr>
              <a:tr h="238125">
                <a:tc vMerge="1">
                  <a:txBody>
                    <a:bodyPr/>
                    <a:lstStyle/>
                    <a:p>
                      <a:endParaRPr kumimoji="1" lang="ja-JP" altLang="en-US"/>
                    </a:p>
                  </a:txBody>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RL7C-R35-5N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NPC7L-R35-G5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61016718"/>
                  </a:ext>
                </a:extLst>
              </a:tr>
            </a:tbl>
          </a:graphicData>
        </a:graphic>
      </p:graphicFrame>
      <p:graphicFrame>
        <p:nvGraphicFramePr>
          <p:cNvPr id="52" name="表 51">
            <a:extLst>
              <a:ext uri="{FF2B5EF4-FFF2-40B4-BE49-F238E27FC236}">
                <a16:creationId xmlns:a16="http://schemas.microsoft.com/office/drawing/2014/main" id="{1E9943DA-6B13-9E29-FD09-2BC7FD126C3E}"/>
              </a:ext>
            </a:extLst>
          </p:cNvPr>
          <p:cNvGraphicFramePr>
            <a:graphicFrameLocks noGrp="1"/>
          </p:cNvGraphicFramePr>
          <p:nvPr/>
        </p:nvGraphicFramePr>
        <p:xfrm>
          <a:off x="4080548" y="3925316"/>
          <a:ext cx="3403585" cy="2143125"/>
        </p:xfrm>
        <a:graphic>
          <a:graphicData uri="http://schemas.openxmlformats.org/drawingml/2006/table">
            <a:tbl>
              <a:tblPr/>
              <a:tblGrid>
                <a:gridCol w="1021376">
                  <a:extLst>
                    <a:ext uri="{9D8B030D-6E8A-4147-A177-3AD203B41FA5}">
                      <a16:colId xmlns:a16="http://schemas.microsoft.com/office/drawing/2014/main" val="220437021"/>
                    </a:ext>
                  </a:extLst>
                </a:gridCol>
                <a:gridCol w="1201619">
                  <a:extLst>
                    <a:ext uri="{9D8B030D-6E8A-4147-A177-3AD203B41FA5}">
                      <a16:colId xmlns:a16="http://schemas.microsoft.com/office/drawing/2014/main" val="1438685819"/>
                    </a:ext>
                  </a:extLst>
                </a:gridCol>
                <a:gridCol w="1180590">
                  <a:extLst>
                    <a:ext uri="{9D8B030D-6E8A-4147-A177-3AD203B41FA5}">
                      <a16:colId xmlns:a16="http://schemas.microsoft.com/office/drawing/2014/main" val="568237695"/>
                    </a:ext>
                  </a:extLst>
                </a:gridCol>
              </a:tblGrid>
              <a:tr h="238125">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CREATIVE</a:t>
                      </a: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Before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After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24913953"/>
                  </a:ext>
                </a:extLst>
              </a:tr>
              <a:tr h="238125">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Ultimate</a:t>
                      </a:r>
                      <a:endParaRPr lang="it-IT"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chemeClr val="tx1"/>
                          </a:solidFill>
                          <a:effectLst/>
                          <a:latin typeface="游ゴシック" panose="020B0400000000000000" pitchFamily="50" charset="-128"/>
                          <a:ea typeface="游ゴシック" panose="020B0400000000000000" pitchFamily="50" charset="-128"/>
                        </a:rPr>
                        <a:t>UL9C-R59-8A</a:t>
                      </a:r>
                      <a:endParaRPr lang="it-IT" sz="1100" b="0" i="0" u="none" strike="noStrike">
                        <a:solidFill>
                          <a:schemeClr val="tx1"/>
                        </a:solidFill>
                        <a:effectLst/>
                        <a:latin typeface="游ゴシック" panose="020B0400000000000000" pitchFamily="50" charset="-128"/>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NUC9L-R59-C8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54229898"/>
                  </a:ext>
                </a:extLst>
              </a:tr>
              <a:tr h="238125">
                <a:tc rowSpan="3">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Deluxe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ZL9C-R57-C7</a:t>
                      </a:r>
                      <a:endParaRPr lang="it-IT" sz="1100" b="0" i="0" u="none" strike="noStrike">
                        <a:solidFill>
                          <a:srgbClr val="FF0000"/>
                        </a:solidFill>
                        <a:effectLst/>
                        <a:latin typeface="游ゴシック" panose="020B0400000000000000" pitchFamily="50" charset="-128"/>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NDC9L-R57-C7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40733930"/>
                  </a:ext>
                </a:extLst>
              </a:tr>
              <a:tr h="238125">
                <a:tc vMerge="1">
                  <a:txBody>
                    <a:bodyPr/>
                    <a:lstStyle/>
                    <a:p>
                      <a:endParaRPr kumimoji="1" lang="ja-JP" altLang="en-US"/>
                    </a:p>
                  </a:txBody>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XL7C-R56-C6A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NDC7L-R56-C6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15904861"/>
                  </a:ext>
                </a:extLst>
              </a:tr>
              <a:tr h="238125">
                <a:tc vMerge="1">
                  <a:txBody>
                    <a:bodyPr/>
                    <a:lstStyle/>
                    <a:p>
                      <a:endParaRPr kumimoji="1" lang="ja-JP" altLang="en-US"/>
                    </a:p>
                  </a:txBody>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DL9R-IG-C4A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NDR9L-IG-C4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45195452"/>
                  </a:ext>
                </a:extLst>
              </a:tr>
              <a:tr h="238125">
                <a:tc rowSpan="4">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Selected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RL7C-R56-C5N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NSC7L-R56-C5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67302809"/>
                  </a:ext>
                </a:extLst>
              </a:tr>
              <a:tr h="238125">
                <a:tc vMerge="1">
                  <a:txBody>
                    <a:bodyPr/>
                    <a:lstStyle/>
                    <a:p>
                      <a:endParaRPr kumimoji="1" lang="ja-JP" altLang="en-US"/>
                    </a:p>
                  </a:txBody>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RL7C-R55-C5N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NSC7L-R55-C5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56069329"/>
                  </a:ext>
                </a:extLst>
              </a:tr>
              <a:tr h="238125">
                <a:tc vMerge="1">
                  <a:txBody>
                    <a:bodyPr/>
                    <a:lstStyle/>
                    <a:p>
                      <a:endParaRPr kumimoji="1" lang="ja-JP" altLang="en-US"/>
                    </a:p>
                  </a:txBody>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RL7C-R45-C5N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NSC7L-R45-C5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619913"/>
                  </a:ext>
                </a:extLst>
              </a:tr>
              <a:tr h="238125">
                <a:tc vMerge="1">
                  <a:txBody>
                    <a:bodyPr/>
                    <a:lstStyle/>
                    <a:p>
                      <a:endParaRPr kumimoji="1" lang="ja-JP" altLang="en-US"/>
                    </a:p>
                  </a:txBody>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RL7C-R35-C5N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NSC7L-R35-C5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30933490"/>
                  </a:ext>
                </a:extLst>
              </a:tr>
            </a:tbl>
          </a:graphicData>
        </a:graphic>
      </p:graphicFrame>
      <p:sp>
        <p:nvSpPr>
          <p:cNvPr id="3" name="正方形/長方形 2">
            <a:extLst>
              <a:ext uri="{FF2B5EF4-FFF2-40B4-BE49-F238E27FC236}">
                <a16:creationId xmlns:a16="http://schemas.microsoft.com/office/drawing/2014/main" id="{6E473997-C87D-A2E9-8061-2F5DD9320251}"/>
              </a:ext>
            </a:extLst>
          </p:cNvPr>
          <p:cNvSpPr/>
          <p:nvPr/>
        </p:nvSpPr>
        <p:spPr>
          <a:xfrm>
            <a:off x="1494514" y="1363966"/>
            <a:ext cx="1144915" cy="798818"/>
          </a:xfrm>
          <a:prstGeom prst="rect">
            <a:avLst/>
          </a:prstGeom>
          <a:solidFill>
            <a:srgbClr val="002060"/>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4400">
                <a:solidFill>
                  <a:schemeClr val="bg1">
                    <a:lumMod val="95000"/>
                  </a:schemeClr>
                </a:solidFill>
                <a:latin typeface="Meiryo UI" panose="020B0604030504040204" pitchFamily="50" charset="-128"/>
                <a:ea typeface="Meiryo UI" panose="020B0604030504040204" pitchFamily="50" charset="-128"/>
              </a:rPr>
              <a:t>D</a:t>
            </a:r>
            <a:endParaRPr kumimoji="1" lang="ja-JP" altLang="en-US" sz="4400">
              <a:solidFill>
                <a:schemeClr val="bg1">
                  <a:lumMod val="95000"/>
                </a:schemeClr>
              </a:solidFill>
              <a:latin typeface="Meiryo UI" panose="020B0604030504040204" pitchFamily="50" charset="-128"/>
              <a:ea typeface="Meiryo UI" panose="020B0604030504040204" pitchFamily="50" charset="-128"/>
            </a:endParaRPr>
          </a:p>
        </p:txBody>
      </p:sp>
      <p:graphicFrame>
        <p:nvGraphicFramePr>
          <p:cNvPr id="5" name="表 4">
            <a:extLst>
              <a:ext uri="{FF2B5EF4-FFF2-40B4-BE49-F238E27FC236}">
                <a16:creationId xmlns:a16="http://schemas.microsoft.com/office/drawing/2014/main" id="{09240FF3-033B-C4CA-A0D4-348555903244}"/>
              </a:ext>
            </a:extLst>
          </p:cNvPr>
          <p:cNvGraphicFramePr>
            <a:graphicFrameLocks noGrp="1"/>
          </p:cNvGraphicFramePr>
          <p:nvPr/>
        </p:nvGraphicFramePr>
        <p:xfrm>
          <a:off x="1494514" y="2283099"/>
          <a:ext cx="1160403" cy="1112520"/>
        </p:xfrm>
        <a:graphic>
          <a:graphicData uri="http://schemas.openxmlformats.org/drawingml/2006/table">
            <a:tbl>
              <a:tblPr bandRow="1">
                <a:tableStyleId>{5C22544A-7EE6-4342-B048-85BDC9FD1C3A}</a:tableStyleId>
              </a:tblPr>
              <a:tblGrid>
                <a:gridCol w="352804">
                  <a:extLst>
                    <a:ext uri="{9D8B030D-6E8A-4147-A177-3AD203B41FA5}">
                      <a16:colId xmlns:a16="http://schemas.microsoft.com/office/drawing/2014/main" val="2399718998"/>
                    </a:ext>
                  </a:extLst>
                </a:gridCol>
                <a:gridCol w="807599">
                  <a:extLst>
                    <a:ext uri="{9D8B030D-6E8A-4147-A177-3AD203B41FA5}">
                      <a16:colId xmlns:a16="http://schemas.microsoft.com/office/drawing/2014/main" val="3362704146"/>
                    </a:ext>
                  </a:extLst>
                </a:gridCol>
              </a:tblGrid>
              <a:tr h="370840">
                <a:tc>
                  <a:txBody>
                    <a:bodyPr/>
                    <a:lstStyle/>
                    <a:p>
                      <a:pPr algn="ctr"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M/U</a:t>
                      </a:r>
                    </a:p>
                  </a:txBody>
                  <a:tcPr marL="9525" marR="9525" marT="9525" marB="0" anchor="ctr"/>
                </a:tc>
                <a:tc>
                  <a:txBody>
                    <a:bodyPr/>
                    <a:lstStyle/>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Master</a:t>
                      </a:r>
                    </a:p>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Ultimate</a:t>
                      </a:r>
                    </a:p>
                  </a:txBody>
                  <a:tcPr marL="9525" marR="9525" marT="9525" marB="0" anchor="ctr"/>
                </a:tc>
                <a:extLst>
                  <a:ext uri="{0D108BD9-81ED-4DB2-BD59-A6C34878D82A}">
                    <a16:rowId xmlns:a16="http://schemas.microsoft.com/office/drawing/2014/main" val="2559994642"/>
                  </a:ext>
                </a:extLst>
              </a:tr>
              <a:tr h="370840">
                <a:tc>
                  <a:txBody>
                    <a:bodyPr/>
                    <a:lstStyle/>
                    <a:p>
                      <a:pPr algn="ctr"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D/D</a:t>
                      </a:r>
                    </a:p>
                  </a:txBody>
                  <a:tcPr marL="9525" marR="9525" marT="9525" marB="0" anchor="ctr"/>
                </a:tc>
                <a:tc>
                  <a:txBody>
                    <a:bodyPr/>
                    <a:lstStyle/>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Diamond</a:t>
                      </a:r>
                    </a:p>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Deluxe</a:t>
                      </a:r>
                    </a:p>
                  </a:txBody>
                  <a:tcPr marL="9525" marR="9525" marT="9525" marB="0" anchor="ctr"/>
                </a:tc>
                <a:extLst>
                  <a:ext uri="{0D108BD9-81ED-4DB2-BD59-A6C34878D82A}">
                    <a16:rowId xmlns:a16="http://schemas.microsoft.com/office/drawing/2014/main" val="4077472717"/>
                  </a:ext>
                </a:extLst>
              </a:tr>
              <a:tr h="370840">
                <a:tc>
                  <a:txBody>
                    <a:bodyPr/>
                    <a:lstStyle/>
                    <a:p>
                      <a:pPr algn="ctr"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P/S</a:t>
                      </a:r>
                    </a:p>
                  </a:txBody>
                  <a:tcPr marL="9525" marR="9525" marT="9525" marB="0" anchor="ctr"/>
                </a:tc>
                <a:tc>
                  <a:txBody>
                    <a:bodyPr/>
                    <a:lstStyle/>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Platinum</a:t>
                      </a:r>
                    </a:p>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Selected</a:t>
                      </a:r>
                    </a:p>
                  </a:txBody>
                  <a:tcPr marL="9525" marR="9525" marT="9525" marB="0" anchor="ctr"/>
                </a:tc>
                <a:extLst>
                  <a:ext uri="{0D108BD9-81ED-4DB2-BD59-A6C34878D82A}">
                    <a16:rowId xmlns:a16="http://schemas.microsoft.com/office/drawing/2014/main" val="2085222001"/>
                  </a:ext>
                </a:extLst>
              </a:tr>
            </a:tbl>
          </a:graphicData>
        </a:graphic>
      </p:graphicFrame>
      <p:graphicFrame>
        <p:nvGraphicFramePr>
          <p:cNvPr id="2" name="表 1">
            <a:extLst>
              <a:ext uri="{FF2B5EF4-FFF2-40B4-BE49-F238E27FC236}">
                <a16:creationId xmlns:a16="http://schemas.microsoft.com/office/drawing/2014/main" id="{8B308920-0442-23CD-006A-9BBCD89D06F3}"/>
              </a:ext>
            </a:extLst>
          </p:cNvPr>
          <p:cNvGraphicFramePr>
            <a:graphicFrameLocks noGrp="1"/>
          </p:cNvGraphicFramePr>
          <p:nvPr/>
        </p:nvGraphicFramePr>
        <p:xfrm>
          <a:off x="10455921" y="2338818"/>
          <a:ext cx="1504936" cy="2829426"/>
        </p:xfrm>
        <a:graphic>
          <a:graphicData uri="http://schemas.openxmlformats.org/drawingml/2006/table">
            <a:tbl>
              <a:tblPr bandRow="1">
                <a:tableStyleId>{5C22544A-7EE6-4342-B048-85BDC9FD1C3A}</a:tableStyleId>
              </a:tblPr>
              <a:tblGrid>
                <a:gridCol w="474976">
                  <a:extLst>
                    <a:ext uri="{9D8B030D-6E8A-4147-A177-3AD203B41FA5}">
                      <a16:colId xmlns:a16="http://schemas.microsoft.com/office/drawing/2014/main" val="2399718998"/>
                    </a:ext>
                  </a:extLst>
                </a:gridCol>
                <a:gridCol w="1029960">
                  <a:extLst>
                    <a:ext uri="{9D8B030D-6E8A-4147-A177-3AD203B41FA5}">
                      <a16:colId xmlns:a16="http://schemas.microsoft.com/office/drawing/2014/main" val="3362704146"/>
                    </a:ext>
                  </a:extLst>
                </a:gridCol>
              </a:tblGrid>
              <a:tr h="471571">
                <a:tc gridSpan="2">
                  <a:txBody>
                    <a:bodyPr/>
                    <a:lstStyle/>
                    <a:p>
                      <a:pPr algn="ctr" fontAlgn="ctr"/>
                      <a:r>
                        <a:rPr lang="ja-JP" altLang="en-US"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リビジョン</a:t>
                      </a:r>
                      <a:endPar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endParaRPr>
                    </a:p>
                    <a:p>
                      <a:pPr algn="ctr" fontAlgn="ctr"/>
                      <a:r>
                        <a:rPr lang="ja-JP" altLang="en-US"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バリエーション管理</a:t>
                      </a:r>
                      <a:endPar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endParaRPr>
                    </a:p>
                  </a:txBody>
                  <a:tcPr marL="9525" marR="9525" marT="9525" marB="0" anchor="ctr"/>
                </a:tc>
                <a:tc hMerge="1">
                  <a:txBody>
                    <a:bodyPr/>
                    <a:lstStyle/>
                    <a:p>
                      <a:pPr algn="l" fontAlgn="ctr"/>
                      <a:endPar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endParaRPr>
                    </a:p>
                  </a:txBody>
                  <a:tcPr marL="9525" marR="9525" marT="9525" marB="0" anchor="ctr"/>
                </a:tc>
                <a:extLst>
                  <a:ext uri="{0D108BD9-81ED-4DB2-BD59-A6C34878D82A}">
                    <a16:rowId xmlns:a16="http://schemas.microsoft.com/office/drawing/2014/main" val="2559994642"/>
                  </a:ext>
                </a:extLst>
              </a:tr>
              <a:tr h="471571">
                <a:tc>
                  <a:txBody>
                    <a:bodyPr/>
                    <a:lstStyle/>
                    <a:p>
                      <a:pPr algn="ctr" fontAlgn="ctr"/>
                      <a:r>
                        <a:rPr lang="ja-JP" altLang="en-US"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なし</a:t>
                      </a:r>
                      <a:endPar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endParaRPr>
                    </a:p>
                  </a:txBody>
                  <a:tcPr marL="9525" marR="9525" marT="9525" marB="0" anchor="ctr"/>
                </a:tc>
                <a:tc>
                  <a:txBody>
                    <a:bodyPr/>
                    <a:lstStyle/>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1</a:t>
                      </a:r>
                    </a:p>
                  </a:txBody>
                  <a:tcPr marL="9525" marR="9525" marT="9525" marB="0" anchor="ctr"/>
                </a:tc>
                <a:extLst>
                  <a:ext uri="{0D108BD9-81ED-4DB2-BD59-A6C34878D82A}">
                    <a16:rowId xmlns:a16="http://schemas.microsoft.com/office/drawing/2014/main" val="4077472717"/>
                  </a:ext>
                </a:extLst>
              </a:tr>
              <a:tr h="471571">
                <a:tc>
                  <a:txBody>
                    <a:bodyPr/>
                    <a:lstStyle/>
                    <a:p>
                      <a:pPr algn="ctr"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Z</a:t>
                      </a:r>
                    </a:p>
                  </a:txBody>
                  <a:tcPr marL="9525" marR="9525" marT="9525" marB="0" anchor="ctr"/>
                </a:tc>
                <a:tc>
                  <a:txBody>
                    <a:bodyPr/>
                    <a:lstStyle/>
                    <a:p>
                      <a:pPr algn="l"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2</a:t>
                      </a:r>
                    </a:p>
                  </a:txBody>
                  <a:tcPr marL="9525" marR="9525" marT="9525" marB="0" anchor="ctr"/>
                </a:tc>
                <a:extLst>
                  <a:ext uri="{0D108BD9-81ED-4DB2-BD59-A6C34878D82A}">
                    <a16:rowId xmlns:a16="http://schemas.microsoft.com/office/drawing/2014/main" val="1200866637"/>
                  </a:ext>
                </a:extLst>
              </a:tr>
              <a:tr h="471571">
                <a:tc>
                  <a:txBody>
                    <a:bodyPr/>
                    <a:lstStyle/>
                    <a:p>
                      <a:pPr algn="ctr"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D</a:t>
                      </a:r>
                    </a:p>
                  </a:txBody>
                  <a:tcPr marL="9525" marR="9525" marT="9525" marB="0" anchor="ctr"/>
                </a:tc>
                <a:tc>
                  <a:txBody>
                    <a:bodyPr/>
                    <a:lstStyle/>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3</a:t>
                      </a:r>
                    </a:p>
                  </a:txBody>
                  <a:tcPr marL="9525" marR="9525" marT="9525" marB="0" anchor="ctr"/>
                </a:tc>
                <a:extLst>
                  <a:ext uri="{0D108BD9-81ED-4DB2-BD59-A6C34878D82A}">
                    <a16:rowId xmlns:a16="http://schemas.microsoft.com/office/drawing/2014/main" val="2810210352"/>
                  </a:ext>
                </a:extLst>
              </a:tr>
              <a:tr h="471571">
                <a:tc>
                  <a:txBody>
                    <a:bodyPr/>
                    <a:lstStyle/>
                    <a:p>
                      <a:pPr algn="ctr"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V</a:t>
                      </a:r>
                    </a:p>
                  </a:txBody>
                  <a:tcPr marL="9525" marR="9525" marT="9525" marB="0" anchor="ctr"/>
                </a:tc>
                <a:tc>
                  <a:txBody>
                    <a:bodyPr/>
                    <a:lstStyle/>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4</a:t>
                      </a:r>
                    </a:p>
                  </a:txBody>
                  <a:tcPr marL="9525" marR="9525" marT="9525" marB="0" anchor="ctr"/>
                </a:tc>
                <a:extLst>
                  <a:ext uri="{0D108BD9-81ED-4DB2-BD59-A6C34878D82A}">
                    <a16:rowId xmlns:a16="http://schemas.microsoft.com/office/drawing/2014/main" val="3946291877"/>
                  </a:ext>
                </a:extLst>
              </a:tr>
              <a:tr h="471571">
                <a:tc>
                  <a:txBody>
                    <a:bodyPr/>
                    <a:lstStyle/>
                    <a:p>
                      <a:pPr algn="ctr"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F</a:t>
                      </a:r>
                    </a:p>
                  </a:txBody>
                  <a:tcPr marL="9525" marR="9525" marT="9525" marB="0" anchor="ctr"/>
                </a:tc>
                <a:tc>
                  <a:txBody>
                    <a:bodyPr/>
                    <a:lstStyle/>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5</a:t>
                      </a:r>
                    </a:p>
                  </a:txBody>
                  <a:tcPr marL="9525" marR="9525" marT="9525" marB="0" anchor="ctr"/>
                </a:tc>
                <a:extLst>
                  <a:ext uri="{0D108BD9-81ED-4DB2-BD59-A6C34878D82A}">
                    <a16:rowId xmlns:a16="http://schemas.microsoft.com/office/drawing/2014/main" val="2883504473"/>
                  </a:ext>
                </a:extLst>
              </a:tr>
            </a:tbl>
          </a:graphicData>
        </a:graphic>
      </p:graphicFrame>
      <p:cxnSp>
        <p:nvCxnSpPr>
          <p:cNvPr id="7" name="直線矢印コネクタ 6">
            <a:extLst>
              <a:ext uri="{FF2B5EF4-FFF2-40B4-BE49-F238E27FC236}">
                <a16:creationId xmlns:a16="http://schemas.microsoft.com/office/drawing/2014/main" id="{3D2014B7-4BF1-0D92-4DBD-97866B21F10D}"/>
              </a:ext>
            </a:extLst>
          </p:cNvPr>
          <p:cNvCxnSpPr>
            <a:cxnSpLocks/>
            <a:stCxn id="2" idx="2"/>
            <a:endCxn id="15" idx="0"/>
          </p:cNvCxnSpPr>
          <p:nvPr/>
        </p:nvCxnSpPr>
        <p:spPr>
          <a:xfrm flipH="1">
            <a:off x="10231085" y="5168244"/>
            <a:ext cx="977304" cy="2515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四角形: 角を丸くする 14">
            <a:extLst>
              <a:ext uri="{FF2B5EF4-FFF2-40B4-BE49-F238E27FC236}">
                <a16:creationId xmlns:a16="http://schemas.microsoft.com/office/drawing/2014/main" id="{075FEE0F-48FD-E4D1-7A84-4CC04D144FEF}"/>
              </a:ext>
            </a:extLst>
          </p:cNvPr>
          <p:cNvSpPr/>
          <p:nvPr/>
        </p:nvSpPr>
        <p:spPr>
          <a:xfrm>
            <a:off x="8399481" y="5419777"/>
            <a:ext cx="3663208" cy="1246442"/>
          </a:xfrm>
          <a:prstGeom prst="roundRect">
            <a:avLst/>
          </a:prstGeom>
          <a:solidFill>
            <a:srgbClr val="4472C4">
              <a:alpha val="61961"/>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r>
              <a:rPr lang="ja-JP" altLang="en-US" sz="1100">
                <a:solidFill>
                  <a:schemeClr val="tx1"/>
                </a:solidFill>
                <a:latin typeface="Meiryo UI" panose="020B0604030504040204" pitchFamily="50" charset="-128"/>
                <a:ea typeface="Meiryo UI" panose="020B0604030504040204" pitchFamily="50" charset="-128"/>
              </a:rPr>
              <a:t>★リビジョン管理</a:t>
            </a:r>
            <a:endParaRPr lang="en-US" altLang="ja-JP" sz="1100">
              <a:solidFill>
                <a:schemeClr val="tx1"/>
              </a:solidFill>
              <a:latin typeface="Meiryo UI" panose="020B0604030504040204" pitchFamily="50" charset="-128"/>
              <a:ea typeface="Meiryo UI" panose="020B0604030504040204" pitchFamily="50" charset="-128"/>
            </a:endParaRPr>
          </a:p>
          <a:p>
            <a:r>
              <a:rPr lang="en-US" altLang="ja-JP" sz="1100">
                <a:solidFill>
                  <a:schemeClr val="tx1"/>
                </a:solidFill>
                <a:latin typeface="Meiryo UI" panose="020B0604030504040204" pitchFamily="50" charset="-128"/>
                <a:ea typeface="Meiryo UI" panose="020B0604030504040204" pitchFamily="50" charset="-128"/>
              </a:rPr>
              <a:t>CPU/GPU/</a:t>
            </a:r>
            <a:r>
              <a:rPr lang="ja-JP" altLang="en-US" sz="1100">
                <a:solidFill>
                  <a:schemeClr val="tx1"/>
                </a:solidFill>
                <a:latin typeface="Meiryo UI" panose="020B0604030504040204" pitchFamily="50" charset="-128"/>
                <a:ea typeface="Meiryo UI" panose="020B0604030504040204" pitchFamily="50" charset="-128"/>
              </a:rPr>
              <a:t>サイズ区分が同じままベアボーンを変更する場合</a:t>
            </a:r>
            <a:endParaRPr lang="en-US" altLang="ja-JP" sz="1100">
              <a:solidFill>
                <a:schemeClr val="tx1"/>
              </a:solidFill>
              <a:latin typeface="Meiryo UI" panose="020B0604030504040204" pitchFamily="50" charset="-128"/>
              <a:ea typeface="Meiryo UI" panose="020B0604030504040204" pitchFamily="50" charset="-128"/>
            </a:endParaRPr>
          </a:p>
          <a:p>
            <a:r>
              <a:rPr lang="ja-JP" altLang="en-US" sz="1100">
                <a:solidFill>
                  <a:schemeClr val="tx1"/>
                </a:solidFill>
                <a:latin typeface="Meiryo UI" panose="020B0604030504040204" pitchFamily="50" charset="-128"/>
                <a:ea typeface="Meiryo UI" panose="020B0604030504040204" pitchFamily="50" charset="-128"/>
              </a:rPr>
              <a:t>など、型番が同一になる場合末尾で区別をする。</a:t>
            </a:r>
            <a:endParaRPr lang="en-US" altLang="ja-JP" sz="1100">
              <a:solidFill>
                <a:schemeClr val="tx1"/>
              </a:solidFill>
              <a:latin typeface="Meiryo UI" panose="020B0604030504040204" pitchFamily="50" charset="-128"/>
              <a:ea typeface="Meiryo UI" panose="020B0604030504040204" pitchFamily="50" charset="-128"/>
            </a:endParaRPr>
          </a:p>
          <a:p>
            <a:r>
              <a:rPr lang="ja-JP" altLang="en-US" sz="1100">
                <a:solidFill>
                  <a:schemeClr val="tx1"/>
                </a:solidFill>
                <a:latin typeface="Meiryo UI" panose="020B0604030504040204" pitchFamily="50" charset="-128"/>
                <a:ea typeface="Meiryo UI" panose="020B0604030504040204" pitchFamily="50" charset="-128"/>
              </a:rPr>
              <a:t>新モデルが発売中製品と完全に同一のモデル名になるが管理上同じモデルとして扱うべきでない場合に使用。</a:t>
            </a:r>
            <a:endParaRPr lang="en-US" altLang="ja-JP" sz="1100">
              <a:solidFill>
                <a:schemeClr val="tx1"/>
              </a:solidFill>
              <a:latin typeface="Meiryo UI" panose="020B0604030504040204" pitchFamily="50" charset="-128"/>
              <a:ea typeface="Meiryo UI" panose="020B0604030504040204" pitchFamily="50" charset="-128"/>
            </a:endParaRPr>
          </a:p>
          <a:p>
            <a:endParaRPr kumimoji="1" lang="ja-JP" altLang="en-US" sz="1100">
              <a:latin typeface="Meiryo UI" panose="020B0604030504040204" pitchFamily="50" charset="-128"/>
              <a:ea typeface="Meiryo UI" panose="020B0604030504040204" pitchFamily="50" charset="-128"/>
            </a:endParaRPr>
          </a:p>
        </p:txBody>
      </p:sp>
      <p:sp>
        <p:nvSpPr>
          <p:cNvPr id="28" name="テキスト ボックス 27">
            <a:extLst>
              <a:ext uri="{FF2B5EF4-FFF2-40B4-BE49-F238E27FC236}">
                <a16:creationId xmlns:a16="http://schemas.microsoft.com/office/drawing/2014/main" id="{E9D640D0-A84B-D5D5-F596-906E4DA300D5}"/>
              </a:ext>
            </a:extLst>
          </p:cNvPr>
          <p:cNvSpPr txBox="1"/>
          <p:nvPr/>
        </p:nvSpPr>
        <p:spPr>
          <a:xfrm>
            <a:off x="181159" y="133644"/>
            <a:ext cx="11382767" cy="369332"/>
          </a:xfrm>
          <a:prstGeom prst="rect">
            <a:avLst/>
          </a:prstGeom>
          <a:noFill/>
        </p:spPr>
        <p:txBody>
          <a:bodyPr wrap="square" rtlCol="0">
            <a:spAutoFit/>
          </a:bodyPr>
          <a:lstStyle/>
          <a:p>
            <a:r>
              <a:rPr lang="ja-JP" altLang="en-US"/>
              <a:t>型番</a:t>
            </a:r>
            <a:r>
              <a:rPr kumimoji="1" lang="ja-JP" altLang="en-US"/>
              <a:t>規則</a:t>
            </a:r>
          </a:p>
        </p:txBody>
      </p:sp>
      <p:sp>
        <p:nvSpPr>
          <p:cNvPr id="29" name="テキスト ボックス 28">
            <a:extLst>
              <a:ext uri="{FF2B5EF4-FFF2-40B4-BE49-F238E27FC236}">
                <a16:creationId xmlns:a16="http://schemas.microsoft.com/office/drawing/2014/main" id="{492C638A-5745-A730-7504-DB0A4A510B1C}"/>
              </a:ext>
            </a:extLst>
          </p:cNvPr>
          <p:cNvSpPr txBox="1"/>
          <p:nvPr/>
        </p:nvSpPr>
        <p:spPr>
          <a:xfrm>
            <a:off x="569216" y="3649324"/>
            <a:ext cx="6914918" cy="276999"/>
          </a:xfrm>
          <a:prstGeom prst="rect">
            <a:avLst/>
          </a:prstGeom>
          <a:noFill/>
        </p:spPr>
        <p:txBody>
          <a:bodyPr wrap="square" rtlCol="0">
            <a:spAutoFit/>
          </a:bodyPr>
          <a:lstStyle/>
          <a:p>
            <a:r>
              <a:rPr kumimoji="1" lang="en-US" altLang="ja-JP" sz="1200" b="1">
                <a:latin typeface="Meiryo UI" panose="020B0604030504040204" pitchFamily="50" charset="-128"/>
                <a:ea typeface="Meiryo UI" panose="020B0604030504040204" pitchFamily="50" charset="-128"/>
              </a:rPr>
              <a:t>2025/10</a:t>
            </a:r>
            <a:r>
              <a:rPr kumimoji="1" lang="ja-JP" altLang="en-US" sz="1200" b="1">
                <a:latin typeface="Meiryo UI" panose="020B0604030504040204" pitchFamily="50" charset="-128"/>
                <a:ea typeface="Meiryo UI" panose="020B0604030504040204" pitchFamily="50" charset="-128"/>
              </a:rPr>
              <a:t>月時点販売モデルでのシミュレート</a:t>
            </a:r>
          </a:p>
        </p:txBody>
      </p:sp>
      <p:graphicFrame>
        <p:nvGraphicFramePr>
          <p:cNvPr id="6" name="表 5">
            <a:extLst>
              <a:ext uri="{FF2B5EF4-FFF2-40B4-BE49-F238E27FC236}">
                <a16:creationId xmlns:a16="http://schemas.microsoft.com/office/drawing/2014/main" id="{084E1191-B982-6070-3140-BF4963670A6B}"/>
              </a:ext>
            </a:extLst>
          </p:cNvPr>
          <p:cNvGraphicFramePr>
            <a:graphicFrameLocks noGrp="1"/>
          </p:cNvGraphicFramePr>
          <p:nvPr>
            <p:extLst>
              <p:ext uri="{D42A27DB-BD31-4B8C-83A1-F6EECF244321}">
                <p14:modId xmlns:p14="http://schemas.microsoft.com/office/powerpoint/2010/main" val="2127035495"/>
              </p:ext>
            </p:extLst>
          </p:nvPr>
        </p:nvGraphicFramePr>
        <p:xfrm>
          <a:off x="8514626" y="2338819"/>
          <a:ext cx="1769340" cy="1076520"/>
        </p:xfrm>
        <a:graphic>
          <a:graphicData uri="http://schemas.openxmlformats.org/drawingml/2006/table">
            <a:tbl>
              <a:tblPr bandRow="1">
                <a:tableStyleId>{5C22544A-7EE6-4342-B048-85BDC9FD1C3A}</a:tableStyleId>
              </a:tblPr>
              <a:tblGrid>
                <a:gridCol w="537943">
                  <a:extLst>
                    <a:ext uri="{9D8B030D-6E8A-4147-A177-3AD203B41FA5}">
                      <a16:colId xmlns:a16="http://schemas.microsoft.com/office/drawing/2014/main" val="2399718998"/>
                    </a:ext>
                  </a:extLst>
                </a:gridCol>
                <a:gridCol w="1231397">
                  <a:extLst>
                    <a:ext uri="{9D8B030D-6E8A-4147-A177-3AD203B41FA5}">
                      <a16:colId xmlns:a16="http://schemas.microsoft.com/office/drawing/2014/main" val="3362704146"/>
                    </a:ext>
                  </a:extLst>
                </a:gridCol>
              </a:tblGrid>
              <a:tr h="269130">
                <a:tc gridSpan="2">
                  <a:txBody>
                    <a:bodyPr/>
                    <a:lstStyle/>
                    <a:p>
                      <a:pPr algn="ctr" fontAlgn="ctr"/>
                      <a:r>
                        <a:rPr lang="ja-JP" altLang="en-US"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カテゴリ区分</a:t>
                      </a:r>
                      <a:endPar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endParaRPr>
                    </a:p>
                  </a:txBody>
                  <a:tcPr marL="9525" marR="9525" marT="9525" marB="0" anchor="ctr"/>
                </a:tc>
                <a:tc hMerge="1">
                  <a:txBody>
                    <a:bodyPr/>
                    <a:lstStyle/>
                    <a:p>
                      <a:pPr algn="l" fontAlgn="ctr"/>
                      <a:endPar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endParaRPr>
                    </a:p>
                  </a:txBody>
                  <a:tcPr marL="9525" marR="9525" marT="9525" marB="0" anchor="ctr"/>
                </a:tc>
                <a:extLst>
                  <a:ext uri="{0D108BD9-81ED-4DB2-BD59-A6C34878D82A}">
                    <a16:rowId xmlns:a16="http://schemas.microsoft.com/office/drawing/2014/main" val="2559994642"/>
                  </a:ext>
                </a:extLst>
              </a:tr>
              <a:tr h="269130">
                <a:tc>
                  <a:txBody>
                    <a:bodyPr/>
                    <a:lstStyle/>
                    <a:p>
                      <a:pPr algn="ctr"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G</a:t>
                      </a:r>
                    </a:p>
                  </a:txBody>
                  <a:tcPr marL="9525" marR="9525" marT="9525" marB="0" anchor="ctr"/>
                </a:tc>
                <a:tc>
                  <a:txBody>
                    <a:bodyPr/>
                    <a:lstStyle/>
                    <a:p>
                      <a:pPr algn="l" fontAlgn="ctr"/>
                      <a:r>
                        <a:rPr lang="ja-JP" altLang="en-US"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ゲーム</a:t>
                      </a:r>
                      <a:endPar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endParaRPr>
                    </a:p>
                  </a:txBody>
                  <a:tcPr marL="9525" marR="9525" marT="9525" marB="0" anchor="ctr"/>
                </a:tc>
                <a:extLst>
                  <a:ext uri="{0D108BD9-81ED-4DB2-BD59-A6C34878D82A}">
                    <a16:rowId xmlns:a16="http://schemas.microsoft.com/office/drawing/2014/main" val="4077472717"/>
                  </a:ext>
                </a:extLst>
              </a:tr>
              <a:tr h="269130">
                <a:tc>
                  <a:txBody>
                    <a:bodyPr/>
                    <a:lstStyle/>
                    <a:p>
                      <a:pPr algn="ctr"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C</a:t>
                      </a:r>
                    </a:p>
                  </a:txBody>
                  <a:tcPr marL="9525" marR="9525" marT="9525" marB="0" anchor="ctr"/>
                </a:tc>
                <a:tc>
                  <a:txBody>
                    <a:bodyPr/>
                    <a:lstStyle/>
                    <a:p>
                      <a:pPr algn="l" fontAlgn="ctr"/>
                      <a:r>
                        <a:rPr lang="ja-JP" altLang="en-US"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クリエイター</a:t>
                      </a:r>
                      <a:endPar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endParaRPr>
                    </a:p>
                  </a:txBody>
                  <a:tcPr marL="9525" marR="9525" marT="9525" marB="0" anchor="ctr"/>
                </a:tc>
                <a:extLst>
                  <a:ext uri="{0D108BD9-81ED-4DB2-BD59-A6C34878D82A}">
                    <a16:rowId xmlns:a16="http://schemas.microsoft.com/office/drawing/2014/main" val="1200866637"/>
                  </a:ext>
                </a:extLst>
              </a:tr>
              <a:tr h="269130">
                <a:tc>
                  <a:txBody>
                    <a:bodyPr/>
                    <a:lstStyle/>
                    <a:p>
                      <a:pPr algn="ctr" fontAlgn="ctr"/>
                      <a:r>
                        <a:rPr lang="en-US" altLang="ja-JP" sz="1100" b="0" i="0" u="none" strike="noStrike">
                          <a:solidFill>
                            <a:schemeClr val="tx1"/>
                          </a:solidFill>
                          <a:effectLst/>
                          <a:latin typeface="源ノ角ゴシック JP Heavy" panose="020B0A00000000000000" pitchFamily="34" charset="-128"/>
                          <a:ea typeface="源ノ角ゴシック JP Heavy" panose="020B0A00000000000000" pitchFamily="34" charset="-128"/>
                        </a:rPr>
                        <a:t>H</a:t>
                      </a:r>
                    </a:p>
                  </a:txBody>
                  <a:tcPr marL="9525" marR="9525" marT="9525" marB="0" anchor="ctr"/>
                </a:tc>
                <a:tc>
                  <a:txBody>
                    <a:bodyPr/>
                    <a:lstStyle/>
                    <a:p>
                      <a:pPr algn="l" fontAlgn="ctr"/>
                      <a:r>
                        <a:rPr lang="en-US" altLang="ja-JP" sz="1100" b="0" i="0" u="none" strike="noStrike">
                          <a:solidFill>
                            <a:schemeClr val="tx1"/>
                          </a:solidFill>
                          <a:effectLst/>
                          <a:latin typeface="源ノ角ゴシック JP Heavy" panose="020B0A00000000000000" pitchFamily="34" charset="-128"/>
                          <a:ea typeface="源ノ角ゴシック JP Heavy" panose="020B0A00000000000000" pitchFamily="34" charset="-128"/>
                        </a:rPr>
                        <a:t>G/C</a:t>
                      </a:r>
                      <a:r>
                        <a:rPr lang="ja-JP" altLang="en-US" sz="1100" b="0" i="0" u="none" strike="noStrike">
                          <a:solidFill>
                            <a:schemeClr val="tx1"/>
                          </a:solidFill>
                          <a:effectLst/>
                          <a:latin typeface="源ノ角ゴシック JP Heavy" panose="020B0A00000000000000" pitchFamily="34" charset="-128"/>
                          <a:ea typeface="源ノ角ゴシック JP Heavy" panose="020B0A00000000000000" pitchFamily="34" charset="-128"/>
                        </a:rPr>
                        <a:t>両対応型番</a:t>
                      </a:r>
                      <a:endParaRPr lang="en-US" altLang="ja-JP" sz="1100" b="0" i="0" u="none" strike="noStrike">
                        <a:solidFill>
                          <a:schemeClr val="tx1"/>
                        </a:solidFill>
                        <a:effectLst/>
                        <a:latin typeface="源ノ角ゴシック JP Heavy" panose="020B0A00000000000000" pitchFamily="34" charset="-128"/>
                        <a:ea typeface="源ノ角ゴシック JP Heavy" panose="020B0A00000000000000" pitchFamily="34" charset="-128"/>
                      </a:endParaRPr>
                    </a:p>
                  </a:txBody>
                  <a:tcPr marL="9525" marR="9525" marT="9525" marB="0" anchor="ctr"/>
                </a:tc>
                <a:extLst>
                  <a:ext uri="{0D108BD9-81ED-4DB2-BD59-A6C34878D82A}">
                    <a16:rowId xmlns:a16="http://schemas.microsoft.com/office/drawing/2014/main" val="2433212883"/>
                  </a:ext>
                </a:extLst>
              </a:tr>
            </a:tbl>
          </a:graphicData>
        </a:graphic>
      </p:graphicFrame>
      <p:sp>
        <p:nvSpPr>
          <p:cNvPr id="11" name="正方形/長方形 10">
            <a:extLst>
              <a:ext uri="{FF2B5EF4-FFF2-40B4-BE49-F238E27FC236}">
                <a16:creationId xmlns:a16="http://schemas.microsoft.com/office/drawing/2014/main" id="{D40B23FA-E2CA-C788-144B-F6C081AC9053}"/>
              </a:ext>
            </a:extLst>
          </p:cNvPr>
          <p:cNvSpPr/>
          <p:nvPr/>
        </p:nvSpPr>
        <p:spPr>
          <a:xfrm>
            <a:off x="2747031" y="1363966"/>
            <a:ext cx="1108292" cy="798041"/>
          </a:xfrm>
          <a:prstGeom prst="rect">
            <a:avLst/>
          </a:prstGeom>
          <a:solidFill>
            <a:schemeClr val="tx1">
              <a:lumMod val="50000"/>
              <a:lumOff val="50000"/>
            </a:schemeClr>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4400">
                <a:solidFill>
                  <a:schemeClr val="bg1">
                    <a:lumMod val="95000"/>
                  </a:schemeClr>
                </a:solidFill>
                <a:latin typeface="Meiryo UI" panose="020B0604030504040204" pitchFamily="50" charset="-128"/>
                <a:ea typeface="Meiryo UI" panose="020B0604030504040204" pitchFamily="50" charset="-128"/>
              </a:rPr>
              <a:t>C</a:t>
            </a:r>
          </a:p>
        </p:txBody>
      </p:sp>
      <p:graphicFrame>
        <p:nvGraphicFramePr>
          <p:cNvPr id="12" name="表 11">
            <a:extLst>
              <a:ext uri="{FF2B5EF4-FFF2-40B4-BE49-F238E27FC236}">
                <a16:creationId xmlns:a16="http://schemas.microsoft.com/office/drawing/2014/main" id="{B81AAA6A-8FE5-A26C-7B82-5E7AADDE3640}"/>
              </a:ext>
            </a:extLst>
          </p:cNvPr>
          <p:cNvGraphicFramePr>
            <a:graphicFrameLocks noGrp="1"/>
          </p:cNvGraphicFramePr>
          <p:nvPr/>
        </p:nvGraphicFramePr>
        <p:xfrm>
          <a:off x="2730735" y="2265789"/>
          <a:ext cx="1108292" cy="741680"/>
        </p:xfrm>
        <a:graphic>
          <a:graphicData uri="http://schemas.openxmlformats.org/drawingml/2006/table">
            <a:tbl>
              <a:tblPr bandRow="1">
                <a:tableStyleId>{5C22544A-7EE6-4342-B048-85BDC9FD1C3A}</a:tableStyleId>
              </a:tblPr>
              <a:tblGrid>
                <a:gridCol w="336960">
                  <a:extLst>
                    <a:ext uri="{9D8B030D-6E8A-4147-A177-3AD203B41FA5}">
                      <a16:colId xmlns:a16="http://schemas.microsoft.com/office/drawing/2014/main" val="2399718998"/>
                    </a:ext>
                  </a:extLst>
                </a:gridCol>
                <a:gridCol w="771332">
                  <a:extLst>
                    <a:ext uri="{9D8B030D-6E8A-4147-A177-3AD203B41FA5}">
                      <a16:colId xmlns:a16="http://schemas.microsoft.com/office/drawing/2014/main" val="3362704146"/>
                    </a:ext>
                  </a:extLst>
                </a:gridCol>
              </a:tblGrid>
              <a:tr h="370840">
                <a:tc>
                  <a:txBody>
                    <a:bodyPr/>
                    <a:lstStyle/>
                    <a:p>
                      <a:pPr algn="ctr"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C</a:t>
                      </a:r>
                    </a:p>
                  </a:txBody>
                  <a:tcPr marL="9525" marR="9525" marT="9525" marB="0" anchor="ctr"/>
                </a:tc>
                <a:tc>
                  <a:txBody>
                    <a:bodyPr/>
                    <a:lstStyle/>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Core</a:t>
                      </a:r>
                    </a:p>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(Intel)</a:t>
                      </a:r>
                    </a:p>
                  </a:txBody>
                  <a:tcPr marL="9525" marR="9525" marT="9525" marB="0" anchor="ctr"/>
                </a:tc>
                <a:extLst>
                  <a:ext uri="{0D108BD9-81ED-4DB2-BD59-A6C34878D82A}">
                    <a16:rowId xmlns:a16="http://schemas.microsoft.com/office/drawing/2014/main" val="2559994642"/>
                  </a:ext>
                </a:extLst>
              </a:tr>
              <a:tr h="370840">
                <a:tc>
                  <a:txBody>
                    <a:bodyPr/>
                    <a:lstStyle/>
                    <a:p>
                      <a:pPr algn="ctr"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R</a:t>
                      </a:r>
                    </a:p>
                  </a:txBody>
                  <a:tcPr marL="9525" marR="9525" marT="9525" marB="0" anchor="ctr"/>
                </a:tc>
                <a:tc>
                  <a:txBody>
                    <a:bodyPr/>
                    <a:lstStyle/>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Ryzen</a:t>
                      </a:r>
                    </a:p>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(AMD)</a:t>
                      </a:r>
                    </a:p>
                  </a:txBody>
                  <a:tcPr marL="9525" marR="9525" marT="9525" marB="0" anchor="ctr"/>
                </a:tc>
                <a:extLst>
                  <a:ext uri="{0D108BD9-81ED-4DB2-BD59-A6C34878D82A}">
                    <a16:rowId xmlns:a16="http://schemas.microsoft.com/office/drawing/2014/main" val="4077472717"/>
                  </a:ext>
                </a:extLst>
              </a:tr>
            </a:tbl>
          </a:graphicData>
        </a:graphic>
      </p:graphicFrame>
      <p:graphicFrame>
        <p:nvGraphicFramePr>
          <p:cNvPr id="16" name="表 15">
            <a:extLst>
              <a:ext uri="{FF2B5EF4-FFF2-40B4-BE49-F238E27FC236}">
                <a16:creationId xmlns:a16="http://schemas.microsoft.com/office/drawing/2014/main" id="{45A9310C-4333-7400-F28D-5FDF71314AA1}"/>
              </a:ext>
            </a:extLst>
          </p:cNvPr>
          <p:cNvGraphicFramePr>
            <a:graphicFrameLocks noGrp="1"/>
          </p:cNvGraphicFramePr>
          <p:nvPr/>
        </p:nvGraphicFramePr>
        <p:xfrm>
          <a:off x="5109391" y="2265789"/>
          <a:ext cx="1108292" cy="370840"/>
        </p:xfrm>
        <a:graphic>
          <a:graphicData uri="http://schemas.openxmlformats.org/drawingml/2006/table">
            <a:tbl>
              <a:tblPr bandRow="1">
                <a:tableStyleId>{5C22544A-7EE6-4342-B048-85BDC9FD1C3A}</a:tableStyleId>
              </a:tblPr>
              <a:tblGrid>
                <a:gridCol w="336960">
                  <a:extLst>
                    <a:ext uri="{9D8B030D-6E8A-4147-A177-3AD203B41FA5}">
                      <a16:colId xmlns:a16="http://schemas.microsoft.com/office/drawing/2014/main" val="2399718998"/>
                    </a:ext>
                  </a:extLst>
                </a:gridCol>
                <a:gridCol w="771332">
                  <a:extLst>
                    <a:ext uri="{9D8B030D-6E8A-4147-A177-3AD203B41FA5}">
                      <a16:colId xmlns:a16="http://schemas.microsoft.com/office/drawing/2014/main" val="3362704146"/>
                    </a:ext>
                  </a:extLst>
                </a:gridCol>
              </a:tblGrid>
              <a:tr h="370840">
                <a:tc>
                  <a:txBody>
                    <a:bodyPr/>
                    <a:lstStyle/>
                    <a:p>
                      <a:pPr algn="ctr"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L</a:t>
                      </a:r>
                    </a:p>
                  </a:txBody>
                  <a:tcPr marL="9525" marR="9525" marT="9525" marB="0" anchor="ctr"/>
                </a:tc>
                <a:tc>
                  <a:txBody>
                    <a:bodyPr/>
                    <a:lstStyle/>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Laptop</a:t>
                      </a:r>
                    </a:p>
                  </a:txBody>
                  <a:tcPr marL="9525" marR="9525" marT="9525" marB="0" anchor="ctr"/>
                </a:tc>
                <a:extLst>
                  <a:ext uri="{0D108BD9-81ED-4DB2-BD59-A6C34878D82A}">
                    <a16:rowId xmlns:a16="http://schemas.microsoft.com/office/drawing/2014/main" val="2559994642"/>
                  </a:ext>
                </a:extLst>
              </a:tr>
            </a:tbl>
          </a:graphicData>
        </a:graphic>
      </p:graphicFrame>
    </p:spTree>
    <p:extLst>
      <p:ext uri="{BB962C8B-B14F-4D97-AF65-F5344CB8AC3E}">
        <p14:creationId xmlns:p14="http://schemas.microsoft.com/office/powerpoint/2010/main" val="18265475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ADB56-3B92-47E6-098C-9974302B3CBA}"/>
            </a:ext>
          </a:extLst>
        </p:cNvPr>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B0EEADC2-6240-32B6-F9C5-ABEA01DD5E5F}"/>
              </a:ext>
            </a:extLst>
          </p:cNvPr>
          <p:cNvGraphicFramePr>
            <a:graphicFrameLocks noGrp="1"/>
          </p:cNvGraphicFramePr>
          <p:nvPr>
            <p:extLst>
              <p:ext uri="{D42A27DB-BD31-4B8C-83A1-F6EECF244321}">
                <p14:modId xmlns:p14="http://schemas.microsoft.com/office/powerpoint/2010/main" val="3622694454"/>
              </p:ext>
            </p:extLst>
          </p:nvPr>
        </p:nvGraphicFramePr>
        <p:xfrm>
          <a:off x="346364" y="421698"/>
          <a:ext cx="11499272" cy="6297486"/>
        </p:xfrm>
        <a:graphic>
          <a:graphicData uri="http://schemas.openxmlformats.org/drawingml/2006/table">
            <a:tbl>
              <a:tblPr/>
              <a:tblGrid>
                <a:gridCol w="1121672">
                  <a:extLst>
                    <a:ext uri="{9D8B030D-6E8A-4147-A177-3AD203B41FA5}">
                      <a16:colId xmlns:a16="http://schemas.microsoft.com/office/drawing/2014/main" val="3167867086"/>
                    </a:ext>
                  </a:extLst>
                </a:gridCol>
                <a:gridCol w="1729600">
                  <a:extLst>
                    <a:ext uri="{9D8B030D-6E8A-4147-A177-3AD203B41FA5}">
                      <a16:colId xmlns:a16="http://schemas.microsoft.com/office/drawing/2014/main" val="1201638920"/>
                    </a:ext>
                  </a:extLst>
                </a:gridCol>
                <a:gridCol w="1729600">
                  <a:extLst>
                    <a:ext uri="{9D8B030D-6E8A-4147-A177-3AD203B41FA5}">
                      <a16:colId xmlns:a16="http://schemas.microsoft.com/office/drawing/2014/main" val="328943938"/>
                    </a:ext>
                  </a:extLst>
                </a:gridCol>
                <a:gridCol w="1729600">
                  <a:extLst>
                    <a:ext uri="{9D8B030D-6E8A-4147-A177-3AD203B41FA5}">
                      <a16:colId xmlns:a16="http://schemas.microsoft.com/office/drawing/2014/main" val="4099942446"/>
                    </a:ext>
                  </a:extLst>
                </a:gridCol>
                <a:gridCol w="1729600">
                  <a:extLst>
                    <a:ext uri="{9D8B030D-6E8A-4147-A177-3AD203B41FA5}">
                      <a16:colId xmlns:a16="http://schemas.microsoft.com/office/drawing/2014/main" val="3083668752"/>
                    </a:ext>
                  </a:extLst>
                </a:gridCol>
                <a:gridCol w="1729600">
                  <a:extLst>
                    <a:ext uri="{9D8B030D-6E8A-4147-A177-3AD203B41FA5}">
                      <a16:colId xmlns:a16="http://schemas.microsoft.com/office/drawing/2014/main" val="1209780259"/>
                    </a:ext>
                  </a:extLst>
                </a:gridCol>
                <a:gridCol w="1729600">
                  <a:extLst>
                    <a:ext uri="{9D8B030D-6E8A-4147-A177-3AD203B41FA5}">
                      <a16:colId xmlns:a16="http://schemas.microsoft.com/office/drawing/2014/main" val="3128331974"/>
                    </a:ext>
                  </a:extLst>
                </a:gridCol>
              </a:tblGrid>
              <a:tr h="259017">
                <a:tc>
                  <a:txBody>
                    <a:bodyPr/>
                    <a:lstStyle/>
                    <a:p>
                      <a:pPr algn="l" fontAlgn="ctr">
                        <a:buNone/>
                      </a:pPr>
                      <a:endParaRPr lang="ja-JP" altLang="en-US" sz="1200" b="1" i="0" u="none" strike="noStrike">
                        <a:solidFill>
                          <a:srgbClr val="000000"/>
                        </a:solidFill>
                        <a:effectLst/>
                        <a:latin typeface="游ゴシック" panose="020B0400000000000000" pitchFamily="50" charset="-128"/>
                        <a:ea typeface="游ゴシック" panose="020B0400000000000000" pitchFamily="50" charset="-128"/>
                      </a:endParaRPr>
                    </a:p>
                  </a:txBody>
                  <a:tcPr marL="4351" marR="4351" marT="4351" marB="0" anchor="ctr">
                    <a:lnL>
                      <a:noFill/>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ctr">
                        <a:buNone/>
                      </a:pPr>
                      <a:r>
                        <a:rPr lang="it-IT" sz="1200" b="1" i="0" u="none" strike="noStrike">
                          <a:solidFill>
                            <a:srgbClr val="FFFFFF"/>
                          </a:solidFill>
                          <a:effectLst/>
                          <a:latin typeface="游ゴシック" panose="020B0400000000000000" pitchFamily="50" charset="-128"/>
                          <a:ea typeface="游ゴシック" panose="020B0400000000000000" pitchFamily="50" charset="-128"/>
                        </a:rPr>
                        <a:t>G</a:t>
                      </a:r>
                      <a:r>
                        <a:rPr lang="en-US" altLang="ja-JP" sz="1200" b="1" i="0" u="none" strike="noStrike">
                          <a:solidFill>
                            <a:srgbClr val="FFFFFF"/>
                          </a:solidFill>
                          <a:effectLst/>
                          <a:latin typeface="游ゴシック" panose="020B0400000000000000" pitchFamily="50" charset="-128"/>
                          <a:ea typeface="游ゴシック" panose="020B0400000000000000" pitchFamily="50" charset="-128"/>
                        </a:rPr>
                        <a:t>AME</a:t>
                      </a:r>
                      <a:r>
                        <a:rPr lang="ja-JP" altLang="en-US" sz="1200" b="1" i="0" u="none" strike="noStrike">
                          <a:solidFill>
                            <a:srgbClr val="FFFFFF"/>
                          </a:solidFill>
                          <a:effectLst/>
                          <a:latin typeface="游ゴシック" panose="020B0400000000000000" pitchFamily="50" charset="-128"/>
                          <a:ea typeface="游ゴシック" panose="020B0400000000000000" pitchFamily="50" charset="-128"/>
                        </a:rPr>
                        <a:t>カテゴリ</a:t>
                      </a:r>
                      <a:endParaRPr lang="it-IT" sz="1200" b="1" i="0" u="none" strike="noStrike">
                        <a:solidFill>
                          <a:srgbClr val="FFFFFF"/>
                        </a:solidFill>
                        <a:effectLst/>
                        <a:latin typeface="游ゴシック" panose="020B0400000000000000" pitchFamily="50" charset="-128"/>
                        <a:ea typeface="游ゴシック" panose="020B0400000000000000" pitchFamily="50" charset="-128"/>
                      </a:endParaRP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endParaRPr kumimoji="1" lang="ja-JP" altLang="en-US"/>
                    </a:p>
                  </a:txBody>
                  <a:tcPr/>
                </a:tc>
                <a:tc hMerge="1">
                  <a:txBody>
                    <a:bodyPr/>
                    <a:lstStyle/>
                    <a:p>
                      <a:endParaRPr kumimoji="1" lang="ja-JP" altLang="en-US"/>
                    </a:p>
                  </a:txBody>
                  <a:tcPr/>
                </a:tc>
                <a:tc gridSpan="3">
                  <a:txBody>
                    <a:bodyPr/>
                    <a:lstStyle/>
                    <a:p>
                      <a:pPr algn="l" fontAlgn="ctr">
                        <a:buNone/>
                      </a:pPr>
                      <a:r>
                        <a:rPr lang="en-US" altLang="ja-JP" sz="1200" b="1" i="0" u="none" strike="noStrike">
                          <a:solidFill>
                            <a:srgbClr val="FFFFFF"/>
                          </a:solidFill>
                          <a:effectLst/>
                          <a:latin typeface="游ゴシック" panose="020B0400000000000000" pitchFamily="50" charset="-128"/>
                          <a:ea typeface="游ゴシック" panose="020B0400000000000000" pitchFamily="50" charset="-128"/>
                        </a:rPr>
                        <a:t>CREATIVE</a:t>
                      </a:r>
                      <a:r>
                        <a:rPr lang="ja-JP" altLang="en-US" sz="1200" b="1" i="0" u="none" strike="noStrike">
                          <a:solidFill>
                            <a:srgbClr val="FFFFFF"/>
                          </a:solidFill>
                          <a:effectLst/>
                          <a:latin typeface="游ゴシック" panose="020B0400000000000000" pitchFamily="50" charset="-128"/>
                          <a:ea typeface="游ゴシック" panose="020B0400000000000000" pitchFamily="50" charset="-128"/>
                        </a:rPr>
                        <a:t>カテゴリ</a:t>
                      </a:r>
                      <a:endParaRPr lang="it-IT" sz="1200" b="1" i="0" u="none" strike="noStrike">
                        <a:solidFill>
                          <a:srgbClr val="FFFFFF"/>
                        </a:solidFill>
                        <a:effectLst/>
                        <a:latin typeface="游ゴシック" panose="020B0400000000000000" pitchFamily="50" charset="-128"/>
                        <a:ea typeface="游ゴシック" panose="020B0400000000000000" pitchFamily="50" charset="-128"/>
                      </a:endParaRP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4021874704"/>
                  </a:ext>
                </a:extLst>
              </a:tr>
              <a:tr h="147168">
                <a:tc>
                  <a:txBody>
                    <a:bodyPr/>
                    <a:lstStyle/>
                    <a:p>
                      <a:pPr algn="l" fontAlgn="ctr">
                        <a:buNone/>
                      </a:pPr>
                      <a:endParaRPr lang="ja-JP" altLang="en-US"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4351" marR="4351" marT="4351" marB="0" anchor="ctr">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buNone/>
                      </a:pPr>
                      <a:r>
                        <a:rPr lang="it-IT" sz="900" b="0" i="0" u="none" strike="noStrike">
                          <a:solidFill>
                            <a:srgbClr val="000000"/>
                          </a:solidFill>
                          <a:effectLst/>
                          <a:latin typeface="游ゴシック" panose="020B0400000000000000" pitchFamily="50" charset="-128"/>
                          <a:ea typeface="游ゴシック" panose="020B0400000000000000" pitchFamily="50" charset="-128"/>
                        </a:rPr>
                        <a:t>Standard</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900" b="0" i="0" u="none" strike="noStrike">
                          <a:solidFill>
                            <a:srgbClr val="000000"/>
                          </a:solidFill>
                          <a:effectLst/>
                          <a:latin typeface="游ゴシック" panose="020B0400000000000000" pitchFamily="50" charset="-128"/>
                          <a:ea typeface="游ゴシック" panose="020B0400000000000000" pitchFamily="50" charset="-128"/>
                        </a:rPr>
                        <a:t>High-End</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900" b="0" i="0" u="none" strike="noStrike">
                          <a:solidFill>
                            <a:srgbClr val="000000"/>
                          </a:solidFill>
                          <a:effectLst/>
                          <a:latin typeface="游ゴシック" panose="020B0400000000000000" pitchFamily="50" charset="-128"/>
                          <a:ea typeface="游ゴシック" panose="020B0400000000000000" pitchFamily="50" charset="-128"/>
                        </a:rPr>
                        <a:t>Premium</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900" b="0" i="0" u="none" strike="noStrike">
                          <a:solidFill>
                            <a:srgbClr val="000000"/>
                          </a:solidFill>
                          <a:effectLst/>
                          <a:latin typeface="游ゴシック" panose="020B0400000000000000" pitchFamily="50" charset="-128"/>
                          <a:ea typeface="游ゴシック" panose="020B0400000000000000" pitchFamily="50" charset="-128"/>
                        </a:rPr>
                        <a:t>Standard</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900" b="0" i="0" u="none" strike="noStrike">
                          <a:solidFill>
                            <a:srgbClr val="000000"/>
                          </a:solidFill>
                          <a:effectLst/>
                          <a:latin typeface="游ゴシック" panose="020B0400000000000000" pitchFamily="50" charset="-128"/>
                          <a:ea typeface="游ゴシック" panose="020B0400000000000000" pitchFamily="50" charset="-128"/>
                        </a:rPr>
                        <a:t>High-End</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900" b="0" i="0" u="none" strike="noStrike">
                          <a:solidFill>
                            <a:srgbClr val="000000"/>
                          </a:solidFill>
                          <a:effectLst/>
                          <a:latin typeface="游ゴシック" panose="020B0400000000000000" pitchFamily="50" charset="-128"/>
                          <a:ea typeface="游ゴシック" panose="020B0400000000000000" pitchFamily="50" charset="-128"/>
                        </a:rPr>
                        <a:t>Premium</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51497314"/>
                  </a:ext>
                </a:extLst>
              </a:tr>
              <a:tr h="235470">
                <a:tc>
                  <a:txBody>
                    <a:bodyPr/>
                    <a:lstStyle/>
                    <a:p>
                      <a:pPr algn="l" fontAlgn="ctr">
                        <a:buNone/>
                      </a:pPr>
                      <a:endParaRPr lang="ja-JP" altLang="en-US" sz="1100" b="1" i="0" u="none" strike="noStrike">
                        <a:solidFill>
                          <a:srgbClr val="000000"/>
                        </a:solidFill>
                        <a:effectLst/>
                        <a:latin typeface="游ゴシック" panose="020B0400000000000000" pitchFamily="50" charset="-128"/>
                        <a:ea typeface="游ゴシック" panose="020B0400000000000000" pitchFamily="50" charset="-128"/>
                      </a:endParaRPr>
                    </a:p>
                  </a:txBody>
                  <a:tcPr marL="4351" marR="4351" marT="4351"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100" b="1" i="0" u="none" strike="noStrike">
                          <a:solidFill>
                            <a:srgbClr val="000000"/>
                          </a:solidFill>
                          <a:effectLst/>
                          <a:latin typeface="游ゴシック" panose="020B0400000000000000" pitchFamily="50" charset="-128"/>
                          <a:ea typeface="游ゴシック" panose="020B0400000000000000" pitchFamily="50" charset="-128"/>
                        </a:rPr>
                        <a:t>Platinum</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100" b="1" i="0" u="none" strike="noStrike">
                          <a:solidFill>
                            <a:srgbClr val="000000"/>
                          </a:solidFill>
                          <a:effectLst/>
                          <a:latin typeface="游ゴシック" panose="020B0400000000000000" pitchFamily="50" charset="-128"/>
                          <a:ea typeface="游ゴシック" panose="020B0400000000000000" pitchFamily="50" charset="-128"/>
                        </a:rPr>
                        <a:t>Diamond</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100" b="1" i="0" u="none" strike="noStrike">
                          <a:solidFill>
                            <a:srgbClr val="000000"/>
                          </a:solidFill>
                          <a:effectLst/>
                          <a:latin typeface="游ゴシック" panose="020B0400000000000000" pitchFamily="50" charset="-128"/>
                          <a:ea typeface="游ゴシック" panose="020B0400000000000000" pitchFamily="50" charset="-128"/>
                        </a:rPr>
                        <a:t>Master</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100" b="1" i="0" u="none" strike="noStrike">
                          <a:solidFill>
                            <a:srgbClr val="000000"/>
                          </a:solidFill>
                          <a:effectLst/>
                          <a:latin typeface="游ゴシック" panose="020B0400000000000000" pitchFamily="50" charset="-128"/>
                          <a:ea typeface="游ゴシック" panose="020B0400000000000000" pitchFamily="50" charset="-128"/>
                        </a:rPr>
                        <a:t>Selected</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100" b="1" i="0" u="none" strike="noStrike">
                          <a:solidFill>
                            <a:srgbClr val="000000"/>
                          </a:solidFill>
                          <a:effectLst/>
                          <a:latin typeface="游ゴシック" panose="020B0400000000000000" pitchFamily="50" charset="-128"/>
                          <a:ea typeface="游ゴシック" panose="020B0400000000000000" pitchFamily="50" charset="-128"/>
                        </a:rPr>
                        <a:t>Deluxe</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100" b="1" i="0" u="none" strike="noStrike">
                          <a:solidFill>
                            <a:srgbClr val="000000"/>
                          </a:solidFill>
                          <a:effectLst/>
                          <a:latin typeface="游ゴシック" panose="020B0400000000000000" pitchFamily="50" charset="-128"/>
                          <a:ea typeface="游ゴシック" panose="020B0400000000000000" pitchFamily="50" charset="-128"/>
                        </a:rPr>
                        <a:t>Ultimate</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05143440"/>
                  </a:ext>
                </a:extLst>
              </a:tr>
              <a:tr h="1030179">
                <a:tc>
                  <a:txBody>
                    <a:bodyPr/>
                    <a:lstStyle/>
                    <a:p>
                      <a:pPr algn="l" fontAlgn="ctr">
                        <a:buNone/>
                      </a:pP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全体像</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立体的な意匠を含まないフラットな印象をあたえる筐体・華美な</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LED</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装飾がない </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 </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価格優先時にプラスチック筐体可</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重量増加を許容</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立体的な意匠を含まないフラットな印象をあたえる筐体・華美な</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LED</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装飾がない </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 </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アルミもしくはマグネシウムパネル</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(ALL</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プラスチックパネルは原則避ける</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Diamond</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の条件を踏襲しつつ、搭載可能な</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CPU/VGA</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性能を優先</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立体的な意匠を含まないフラットな印象をあたえる筐体・</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LED</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装飾は不要 </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 </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価格優先時にプラスチック筐体可</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重量増加を許容</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a:t>
                      </a:r>
                      <a:b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b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モデルにより：</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NVIDIA STUDIO</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認証、</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Type-C</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アダプタによる充電</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立体的な意匠を含まないフラットな印象をあたえる筐体・華美な</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LED</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装飾がない </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 </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アルミもしくはマグネシウムパネル</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(ALL</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プラスチックパネルは原則避ける</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a:t>
                      </a:r>
                      <a:b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b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モデルにより：</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NVIDIA STUDIO</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認証、</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Type-C</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アダプタによる充電</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Deluxe</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の条件を踏襲しつつ、搭載可能な</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CPU/VGA</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性能を優先</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1477432"/>
                  </a:ext>
                </a:extLst>
              </a:tr>
              <a:tr h="423845">
                <a:tc>
                  <a:txBody>
                    <a:bodyPr/>
                    <a:lstStyle/>
                    <a:p>
                      <a:pPr algn="l" fontAlgn="ctr">
                        <a:buNone/>
                      </a:pPr>
                      <a:r>
                        <a:rPr lang="it-IT" sz="900" b="0" i="0" u="none" strike="noStrike">
                          <a:solidFill>
                            <a:srgbClr val="000000"/>
                          </a:solidFill>
                          <a:effectLst/>
                          <a:latin typeface="游ゴシック" panose="020B0400000000000000" pitchFamily="50" charset="-128"/>
                          <a:ea typeface="游ゴシック" panose="020B0400000000000000" pitchFamily="50" charset="-128"/>
                        </a:rPr>
                        <a:t>CPU</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条件</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900" b="0" i="0" u="none" strike="noStrike">
                          <a:solidFill>
                            <a:srgbClr val="000000"/>
                          </a:solidFill>
                          <a:effectLst/>
                          <a:latin typeface="游ゴシック" panose="020B0400000000000000" pitchFamily="50" charset="-128"/>
                          <a:ea typeface="游ゴシック" panose="020B0400000000000000" pitchFamily="50" charset="-128"/>
                        </a:rPr>
                        <a:t>Intel Core 5/7</a:t>
                      </a:r>
                      <a:br>
                        <a:rPr lang="it-IT" sz="900" b="0" i="0" u="none" strike="noStrike">
                          <a:solidFill>
                            <a:srgbClr val="000000"/>
                          </a:solidFill>
                          <a:effectLst/>
                          <a:latin typeface="游ゴシック" panose="020B0400000000000000" pitchFamily="50" charset="-128"/>
                          <a:ea typeface="游ゴシック" panose="020B0400000000000000" pitchFamily="50" charset="-128"/>
                        </a:rPr>
                      </a:br>
                      <a:r>
                        <a:rPr lang="it-IT" sz="900" b="0" i="0" u="none" strike="noStrike">
                          <a:solidFill>
                            <a:srgbClr val="000000"/>
                          </a:solidFill>
                          <a:effectLst/>
                          <a:latin typeface="游ゴシック" panose="020B0400000000000000" pitchFamily="50" charset="-128"/>
                          <a:ea typeface="游ゴシック" panose="020B0400000000000000" pitchFamily="50" charset="-128"/>
                        </a:rPr>
                        <a:t>Ryzen 5/7</a:t>
                      </a:r>
                      <a:br>
                        <a:rPr lang="it-IT" sz="900" b="0" i="0" u="none" strike="noStrike">
                          <a:solidFill>
                            <a:srgbClr val="000000"/>
                          </a:solidFill>
                          <a:effectLst/>
                          <a:latin typeface="游ゴシック" panose="020B0400000000000000" pitchFamily="50" charset="-128"/>
                          <a:ea typeface="游ゴシック" panose="020B0400000000000000" pitchFamily="50" charset="-128"/>
                        </a:rPr>
                      </a:br>
                      <a:r>
                        <a:rPr lang="it-IT" sz="900" b="0" i="0" u="none" strike="noStrike">
                          <a:solidFill>
                            <a:srgbClr val="000000"/>
                          </a:solidFill>
                          <a:effectLst/>
                          <a:latin typeface="游ゴシック" panose="020B0400000000000000" pitchFamily="50" charset="-128"/>
                          <a:ea typeface="游ゴシック" panose="020B0400000000000000" pitchFamily="50" charset="-128"/>
                        </a:rPr>
                        <a:t>※KickOff</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タイミングで旧世代</a:t>
                      </a:r>
                      <a:r>
                        <a:rPr lang="it-IT" sz="900" b="0" i="0" u="none" strike="noStrike">
                          <a:solidFill>
                            <a:srgbClr val="000000"/>
                          </a:solidFill>
                          <a:effectLst/>
                          <a:latin typeface="游ゴシック" panose="020B0400000000000000" pitchFamily="50" charset="-128"/>
                          <a:ea typeface="游ゴシック" panose="020B0400000000000000" pitchFamily="50" charset="-128"/>
                        </a:rPr>
                        <a:t>SKU</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も採用可</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900" b="0" i="0" u="none" strike="noStrike">
                          <a:solidFill>
                            <a:srgbClr val="000000"/>
                          </a:solidFill>
                          <a:effectLst/>
                          <a:latin typeface="游ゴシック" panose="020B0400000000000000" pitchFamily="50" charset="-128"/>
                          <a:ea typeface="游ゴシック" panose="020B0400000000000000" pitchFamily="50" charset="-128"/>
                        </a:rPr>
                        <a:t>Intel Core 7/9</a:t>
                      </a:r>
                      <a:br>
                        <a:rPr lang="it-IT" sz="900" b="0" i="0" u="none" strike="noStrike">
                          <a:solidFill>
                            <a:srgbClr val="000000"/>
                          </a:solidFill>
                          <a:effectLst/>
                          <a:latin typeface="游ゴシック" panose="020B0400000000000000" pitchFamily="50" charset="-128"/>
                          <a:ea typeface="游ゴシック" panose="020B0400000000000000" pitchFamily="50" charset="-128"/>
                        </a:rPr>
                      </a:br>
                      <a:r>
                        <a:rPr lang="it-IT" sz="900" b="0" i="0" u="none" strike="noStrike">
                          <a:solidFill>
                            <a:srgbClr val="000000"/>
                          </a:solidFill>
                          <a:effectLst/>
                          <a:latin typeface="游ゴシック" panose="020B0400000000000000" pitchFamily="50" charset="-128"/>
                          <a:ea typeface="游ゴシック" panose="020B0400000000000000" pitchFamily="50" charset="-128"/>
                        </a:rPr>
                        <a:t>Ryzen 7/9</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900" b="0" i="0" u="none" strike="noStrike">
                          <a:solidFill>
                            <a:srgbClr val="000000"/>
                          </a:solidFill>
                          <a:effectLst/>
                          <a:latin typeface="游ゴシック" panose="020B0400000000000000" pitchFamily="50" charset="-128"/>
                          <a:ea typeface="游ゴシック" panose="020B0400000000000000" pitchFamily="50" charset="-128"/>
                        </a:rPr>
                        <a:t>Intel Core 9</a:t>
                      </a:r>
                      <a:br>
                        <a:rPr lang="it-IT" sz="900" b="0" i="0" u="none" strike="noStrike">
                          <a:solidFill>
                            <a:srgbClr val="000000"/>
                          </a:solidFill>
                          <a:effectLst/>
                          <a:latin typeface="游ゴシック" panose="020B0400000000000000" pitchFamily="50" charset="-128"/>
                          <a:ea typeface="游ゴシック" panose="020B0400000000000000" pitchFamily="50" charset="-128"/>
                        </a:rPr>
                      </a:br>
                      <a:r>
                        <a:rPr lang="it-IT" sz="900" b="0" i="0" u="none" strike="noStrike">
                          <a:solidFill>
                            <a:srgbClr val="000000"/>
                          </a:solidFill>
                          <a:effectLst/>
                          <a:latin typeface="游ゴシック" panose="020B0400000000000000" pitchFamily="50" charset="-128"/>
                          <a:ea typeface="游ゴシック" panose="020B0400000000000000" pitchFamily="50" charset="-128"/>
                        </a:rPr>
                        <a:t>Ryzen 9</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900" b="0" i="0" u="none" strike="noStrike">
                          <a:solidFill>
                            <a:srgbClr val="000000"/>
                          </a:solidFill>
                          <a:effectLst/>
                          <a:latin typeface="游ゴシック" panose="020B0400000000000000" pitchFamily="50" charset="-128"/>
                          <a:ea typeface="游ゴシック" panose="020B0400000000000000" pitchFamily="50" charset="-128"/>
                        </a:rPr>
                        <a:t>Intel Core 5/7</a:t>
                      </a:r>
                      <a:br>
                        <a:rPr lang="it-IT" sz="900" b="0" i="0" u="none" strike="noStrike">
                          <a:solidFill>
                            <a:srgbClr val="000000"/>
                          </a:solidFill>
                          <a:effectLst/>
                          <a:latin typeface="游ゴシック" panose="020B0400000000000000" pitchFamily="50" charset="-128"/>
                          <a:ea typeface="游ゴシック" panose="020B0400000000000000" pitchFamily="50" charset="-128"/>
                        </a:rPr>
                      </a:br>
                      <a:r>
                        <a:rPr lang="it-IT" sz="900" b="0" i="0" u="none" strike="noStrike">
                          <a:solidFill>
                            <a:srgbClr val="000000"/>
                          </a:solidFill>
                          <a:effectLst/>
                          <a:latin typeface="游ゴシック" panose="020B0400000000000000" pitchFamily="50" charset="-128"/>
                          <a:ea typeface="游ゴシック" panose="020B0400000000000000" pitchFamily="50" charset="-128"/>
                        </a:rPr>
                        <a:t>Ryzen 5/7</a:t>
                      </a:r>
                      <a:br>
                        <a:rPr lang="it-IT" sz="900" b="0" i="0" u="none" strike="noStrike">
                          <a:solidFill>
                            <a:srgbClr val="000000"/>
                          </a:solidFill>
                          <a:effectLst/>
                          <a:latin typeface="游ゴシック" panose="020B0400000000000000" pitchFamily="50" charset="-128"/>
                          <a:ea typeface="游ゴシック" panose="020B0400000000000000" pitchFamily="50" charset="-128"/>
                        </a:rPr>
                      </a:br>
                      <a:r>
                        <a:rPr lang="it-IT" sz="900" b="0" i="0" u="none" strike="noStrike">
                          <a:solidFill>
                            <a:srgbClr val="000000"/>
                          </a:solidFill>
                          <a:effectLst/>
                          <a:latin typeface="游ゴシック" panose="020B0400000000000000" pitchFamily="50" charset="-128"/>
                          <a:ea typeface="游ゴシック" panose="020B0400000000000000" pitchFamily="50" charset="-128"/>
                        </a:rPr>
                        <a:t>※KickOff</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タイミングで旧世代</a:t>
                      </a:r>
                      <a:r>
                        <a:rPr lang="it-IT" sz="900" b="0" i="0" u="none" strike="noStrike">
                          <a:solidFill>
                            <a:srgbClr val="000000"/>
                          </a:solidFill>
                          <a:effectLst/>
                          <a:latin typeface="游ゴシック" panose="020B0400000000000000" pitchFamily="50" charset="-128"/>
                          <a:ea typeface="游ゴシック" panose="020B0400000000000000" pitchFamily="50" charset="-128"/>
                        </a:rPr>
                        <a:t>SKU</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も採用可</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900" b="0" i="0" u="none" strike="noStrike">
                          <a:solidFill>
                            <a:srgbClr val="000000"/>
                          </a:solidFill>
                          <a:effectLst/>
                          <a:latin typeface="游ゴシック" panose="020B0400000000000000" pitchFamily="50" charset="-128"/>
                          <a:ea typeface="游ゴシック" panose="020B0400000000000000" pitchFamily="50" charset="-128"/>
                        </a:rPr>
                        <a:t>Intel Core 7/9</a:t>
                      </a:r>
                      <a:br>
                        <a:rPr lang="it-IT" sz="900" b="0" i="0" u="none" strike="noStrike">
                          <a:solidFill>
                            <a:srgbClr val="000000"/>
                          </a:solidFill>
                          <a:effectLst/>
                          <a:latin typeface="游ゴシック" panose="020B0400000000000000" pitchFamily="50" charset="-128"/>
                          <a:ea typeface="游ゴシック" panose="020B0400000000000000" pitchFamily="50" charset="-128"/>
                        </a:rPr>
                      </a:br>
                      <a:r>
                        <a:rPr lang="it-IT" sz="900" b="0" i="0" u="none" strike="noStrike">
                          <a:solidFill>
                            <a:srgbClr val="000000"/>
                          </a:solidFill>
                          <a:effectLst/>
                          <a:latin typeface="游ゴシック" panose="020B0400000000000000" pitchFamily="50" charset="-128"/>
                          <a:ea typeface="游ゴシック" panose="020B0400000000000000" pitchFamily="50" charset="-128"/>
                        </a:rPr>
                        <a:t>Ryzen 7/9</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900" b="0" i="0" u="none" strike="noStrike">
                          <a:solidFill>
                            <a:srgbClr val="000000"/>
                          </a:solidFill>
                          <a:effectLst/>
                          <a:latin typeface="游ゴシック" panose="020B0400000000000000" pitchFamily="50" charset="-128"/>
                          <a:ea typeface="游ゴシック" panose="020B0400000000000000" pitchFamily="50" charset="-128"/>
                        </a:rPr>
                        <a:t>Intel Core 9</a:t>
                      </a:r>
                      <a:br>
                        <a:rPr lang="it-IT" sz="900" b="0" i="0" u="none" strike="noStrike">
                          <a:solidFill>
                            <a:srgbClr val="000000"/>
                          </a:solidFill>
                          <a:effectLst/>
                          <a:latin typeface="游ゴシック" panose="020B0400000000000000" pitchFamily="50" charset="-128"/>
                          <a:ea typeface="游ゴシック" panose="020B0400000000000000" pitchFamily="50" charset="-128"/>
                        </a:rPr>
                      </a:br>
                      <a:r>
                        <a:rPr lang="it-IT" sz="900" b="0" i="0" u="none" strike="noStrike">
                          <a:solidFill>
                            <a:srgbClr val="000000"/>
                          </a:solidFill>
                          <a:effectLst/>
                          <a:latin typeface="游ゴシック" panose="020B0400000000000000" pitchFamily="50" charset="-128"/>
                          <a:ea typeface="游ゴシック" panose="020B0400000000000000" pitchFamily="50" charset="-128"/>
                        </a:rPr>
                        <a:t>Ryzen 9</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60957446"/>
                  </a:ext>
                </a:extLst>
              </a:tr>
              <a:tr h="423845">
                <a:tc>
                  <a:txBody>
                    <a:bodyPr/>
                    <a:lstStyle/>
                    <a:p>
                      <a:pPr algn="l" fontAlgn="ctr">
                        <a:buNone/>
                      </a:pPr>
                      <a:r>
                        <a:rPr lang="it-IT" sz="900" b="0" i="0" u="none" strike="noStrike">
                          <a:solidFill>
                            <a:srgbClr val="000000"/>
                          </a:solidFill>
                          <a:effectLst/>
                          <a:latin typeface="游ゴシック" panose="020B0400000000000000" pitchFamily="50" charset="-128"/>
                          <a:ea typeface="游ゴシック" panose="020B0400000000000000" pitchFamily="50" charset="-128"/>
                        </a:rPr>
                        <a:t>GPU</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条件</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NVIDIA GeForce ~RTX 5060</a:t>
                      </a:r>
                      <a:b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b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※KickOff</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タイミングで旧世代</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SKU</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も採用可</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900" b="0" i="0" u="none" strike="noStrike">
                          <a:solidFill>
                            <a:srgbClr val="000000"/>
                          </a:solidFill>
                          <a:effectLst/>
                          <a:latin typeface="游ゴシック" panose="020B0400000000000000" pitchFamily="50" charset="-128"/>
                          <a:ea typeface="游ゴシック" panose="020B0400000000000000" pitchFamily="50" charset="-128"/>
                        </a:rPr>
                        <a:t>NVIDIA GeForce RTX 5070~70Ti</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900" b="0" i="0" u="none" strike="noStrike">
                          <a:solidFill>
                            <a:srgbClr val="000000"/>
                          </a:solidFill>
                          <a:effectLst/>
                          <a:latin typeface="游ゴシック" panose="020B0400000000000000" pitchFamily="50" charset="-128"/>
                          <a:ea typeface="游ゴシック" panose="020B0400000000000000" pitchFamily="50" charset="-128"/>
                        </a:rPr>
                        <a:t>NVIDIA GeForce RTX 5080~</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900" b="0" i="0" u="none" strike="noStrike">
                          <a:solidFill>
                            <a:srgbClr val="000000"/>
                          </a:solidFill>
                          <a:effectLst/>
                          <a:latin typeface="游ゴシック" panose="020B0400000000000000" pitchFamily="50" charset="-128"/>
                          <a:ea typeface="游ゴシック" panose="020B0400000000000000" pitchFamily="50" charset="-128"/>
                        </a:rPr>
                        <a:t>NVIDIA GeForce ~RTX 5060</a:t>
                      </a:r>
                      <a:br>
                        <a:rPr lang="it-IT" sz="900" b="0" i="0" u="none" strike="noStrike">
                          <a:solidFill>
                            <a:srgbClr val="000000"/>
                          </a:solidFill>
                          <a:effectLst/>
                          <a:latin typeface="游ゴシック" panose="020B0400000000000000" pitchFamily="50" charset="-128"/>
                          <a:ea typeface="游ゴシック" panose="020B0400000000000000" pitchFamily="50" charset="-128"/>
                        </a:rPr>
                      </a:br>
                      <a:r>
                        <a:rPr lang="it-IT" sz="900" b="0" i="0" u="none" strike="noStrike">
                          <a:solidFill>
                            <a:srgbClr val="000000"/>
                          </a:solidFill>
                          <a:effectLst/>
                          <a:latin typeface="游ゴシック" panose="020B0400000000000000" pitchFamily="50" charset="-128"/>
                          <a:ea typeface="游ゴシック" panose="020B0400000000000000" pitchFamily="50" charset="-128"/>
                        </a:rPr>
                        <a:t>Intel/AMD </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統合</a:t>
                      </a:r>
                      <a:r>
                        <a:rPr lang="it-IT" sz="900" b="0" i="0" u="none" strike="noStrike">
                          <a:solidFill>
                            <a:srgbClr val="000000"/>
                          </a:solidFill>
                          <a:effectLst/>
                          <a:latin typeface="游ゴシック" panose="020B0400000000000000" pitchFamily="50" charset="-128"/>
                          <a:ea typeface="游ゴシック" panose="020B0400000000000000" pitchFamily="50" charset="-128"/>
                        </a:rPr>
                        <a:t>Graphics</a:t>
                      </a:r>
                      <a:br>
                        <a:rPr lang="it-IT" sz="900" b="0" i="0" u="none" strike="noStrike">
                          <a:solidFill>
                            <a:srgbClr val="000000"/>
                          </a:solidFill>
                          <a:effectLst/>
                          <a:latin typeface="游ゴシック" panose="020B0400000000000000" pitchFamily="50" charset="-128"/>
                          <a:ea typeface="游ゴシック" panose="020B0400000000000000" pitchFamily="50" charset="-128"/>
                        </a:rPr>
                      </a:br>
                      <a:r>
                        <a:rPr lang="it-IT" sz="900" b="0" i="0" u="none" strike="noStrike">
                          <a:solidFill>
                            <a:srgbClr val="000000"/>
                          </a:solidFill>
                          <a:effectLst/>
                          <a:latin typeface="游ゴシック" panose="020B0400000000000000" pitchFamily="50" charset="-128"/>
                          <a:ea typeface="游ゴシック" panose="020B0400000000000000" pitchFamily="50" charset="-128"/>
                        </a:rPr>
                        <a:t>※KickOff</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タイミングで旧世代</a:t>
                      </a:r>
                      <a:r>
                        <a:rPr lang="it-IT" sz="900" b="0" i="0" u="none" strike="noStrike">
                          <a:solidFill>
                            <a:srgbClr val="000000"/>
                          </a:solidFill>
                          <a:effectLst/>
                          <a:latin typeface="游ゴシック" panose="020B0400000000000000" pitchFamily="50" charset="-128"/>
                          <a:ea typeface="游ゴシック" panose="020B0400000000000000" pitchFamily="50" charset="-128"/>
                        </a:rPr>
                        <a:t>SKU</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も採用可</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900" b="0" i="0" u="none" strike="noStrike">
                          <a:solidFill>
                            <a:srgbClr val="000000"/>
                          </a:solidFill>
                          <a:effectLst/>
                          <a:latin typeface="游ゴシック" panose="020B0400000000000000" pitchFamily="50" charset="-128"/>
                          <a:ea typeface="游ゴシック" panose="020B0400000000000000" pitchFamily="50" charset="-128"/>
                        </a:rPr>
                        <a:t>NVIDIA GeForce RTX 5060~70Ti</a:t>
                      </a:r>
                      <a:br>
                        <a:rPr lang="it-IT" sz="900" b="0" i="0" u="none" strike="noStrike">
                          <a:solidFill>
                            <a:srgbClr val="000000"/>
                          </a:solidFill>
                          <a:effectLst/>
                          <a:latin typeface="游ゴシック" panose="020B0400000000000000" pitchFamily="50" charset="-128"/>
                          <a:ea typeface="游ゴシック" panose="020B0400000000000000" pitchFamily="50" charset="-128"/>
                        </a:rPr>
                      </a:br>
                      <a:r>
                        <a:rPr lang="it-IT" sz="900" b="0" i="0" u="none" strike="noStrike">
                          <a:solidFill>
                            <a:srgbClr val="000000"/>
                          </a:solidFill>
                          <a:effectLst/>
                          <a:latin typeface="游ゴシック" panose="020B0400000000000000" pitchFamily="50" charset="-128"/>
                          <a:ea typeface="游ゴシック" panose="020B0400000000000000" pitchFamily="50" charset="-128"/>
                        </a:rPr>
                        <a:t>Intel/AMD </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統合</a:t>
                      </a:r>
                      <a:r>
                        <a:rPr lang="it-IT" sz="900" b="0" i="0" u="none" strike="noStrike">
                          <a:solidFill>
                            <a:srgbClr val="000000"/>
                          </a:solidFill>
                          <a:effectLst/>
                          <a:latin typeface="游ゴシック" panose="020B0400000000000000" pitchFamily="50" charset="-128"/>
                          <a:ea typeface="游ゴシック" panose="020B0400000000000000" pitchFamily="50" charset="-128"/>
                        </a:rPr>
                        <a:t>Graphics</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900" b="0" i="0" u="none" strike="noStrike">
                          <a:solidFill>
                            <a:srgbClr val="000000"/>
                          </a:solidFill>
                          <a:effectLst/>
                          <a:latin typeface="游ゴシック" panose="020B0400000000000000" pitchFamily="50" charset="-128"/>
                          <a:ea typeface="游ゴシック" panose="020B0400000000000000" pitchFamily="50" charset="-128"/>
                        </a:rPr>
                        <a:t>NVIDIA GeForce RTX 5080~</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79450606"/>
                  </a:ext>
                </a:extLst>
              </a:tr>
              <a:tr h="735841">
                <a:tc>
                  <a:txBody>
                    <a:bodyPr/>
                    <a:lstStyle/>
                    <a:p>
                      <a:pPr algn="l" fontAlgn="ctr">
                        <a:buNone/>
                      </a:pP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ディスプレイ条件</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非光沢 </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 FHD</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以上 </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 </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リフレッシュレート</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144Hz</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以上</a:t>
                      </a:r>
                      <a:b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b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安価であれば</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OLED</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も検討したい</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非光沢</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or</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光沢</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(OLED</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に限り</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 / FHD</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以上 </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 </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リフレッシュレート</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240Hz</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以上</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非光沢</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or</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光沢</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(OLED</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に限り</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 / WQHD</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以上 </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DCI-P3</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比</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100%</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前後 </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 </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リフレッシュレート</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240Hz</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以上</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アスペクト比</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16:10 / </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非光沢 </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 ~14.0</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FHD</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以上 </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sRGB</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比</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100%</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以上 </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 15.6~</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：約</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WQHD sRGB</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比</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100%</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以上</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アスペクト比：</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16:10 / </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非光沢</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or</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光沢</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(OLED</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に限り</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 / ~14.0</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FHD</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以上 </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DCI-P3</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比</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100%</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前後</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(sRGB</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可</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 / 15.6~</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WQHD</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以上</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(4K</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を含む</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 DCI-P3</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比</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100%</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前後</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アスペクト比：</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16:10 / </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非光沢</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or</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光沢</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(OLED</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に限り</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 / WQHD</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以上 </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DCI-P3</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比</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100%</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前後 </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 </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リフレッシュレート</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240Hz</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以上</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94245459"/>
                  </a:ext>
                </a:extLst>
              </a:tr>
              <a:tr h="588674">
                <a:tc>
                  <a:txBody>
                    <a:bodyPr/>
                    <a:lstStyle/>
                    <a:p>
                      <a:pPr algn="l" fontAlgn="ctr">
                        <a:buNone/>
                      </a:pP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キーボード条件</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日本語配列 </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 RGB</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キーボードバックライト</a:t>
                      </a:r>
                      <a:b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b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N</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キーロールオーバー </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 </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アンチゴースト希望</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日本語配列 </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 PerKey RGB</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キーボードバックライト </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 N</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キーロールオーバー </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 </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アンチゴースト</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日本語配列 </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 PerKey RGB</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キーボードバックライト </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 N</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キーロールオーバー </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 </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アンチゴースト</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日本語配列 </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 </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単色（ホワイト）キーボードバックライト</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日本語配列 </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 </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単色（ホワイト）キーボードバックライト</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日本語配列 </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 </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単色（ホワイト）キーボードバックライト</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16803728"/>
                  </a:ext>
                </a:extLst>
              </a:tr>
              <a:tr h="441505">
                <a:tc>
                  <a:txBody>
                    <a:bodyPr/>
                    <a:lstStyle/>
                    <a:p>
                      <a:pPr algn="l" fontAlgn="ctr">
                        <a:buNone/>
                      </a:pPr>
                      <a:r>
                        <a:rPr lang="it-IT" sz="900" b="0" i="0" u="none" strike="noStrike">
                          <a:solidFill>
                            <a:srgbClr val="000000"/>
                          </a:solidFill>
                          <a:effectLst/>
                          <a:latin typeface="游ゴシック" panose="020B0400000000000000" pitchFamily="50" charset="-128"/>
                          <a:ea typeface="游ゴシック" panose="020B0400000000000000" pitchFamily="50" charset="-128"/>
                        </a:rPr>
                        <a:t>I/O（USB）</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Type-C</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PD</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対応）*</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必須</a:t>
                      </a:r>
                      <a:b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b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Type-A*2</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必須　</a:t>
                      </a:r>
                      <a:b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b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デバイス繋げられるポートがが合計</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4</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つほしい</a:t>
                      </a:r>
                      <a:endParaRPr lang="ja-JP" altLang="en-US"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Type-C</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PD</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対応）*</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必須</a:t>
                      </a:r>
                      <a:b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b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Thunderbolt 4*1</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希望</a:t>
                      </a:r>
                      <a:b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b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デバイス繋げられるポートがが合計</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4</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つほしい</a:t>
                      </a:r>
                      <a:endParaRPr lang="ja-JP" altLang="en-US"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Type-C</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PD</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対応）*</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必須</a:t>
                      </a:r>
                      <a:b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b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Thunderbolt 4</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以上*</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必須</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※5</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希望</a:t>
                      </a:r>
                      <a:b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b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デバイス繋げられるポートがが合計</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4</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つほしい</a:t>
                      </a:r>
                      <a:endParaRPr lang="ja-JP" altLang="en-US" sz="900" b="0" i="0" u="none" strike="noStrike">
                        <a:solidFill>
                          <a:srgbClr val="000000"/>
                        </a:solidFill>
                        <a:effectLst/>
                        <a:latin typeface="游ゴシック" panose="020B0400000000000000" pitchFamily="50" charset="-128"/>
                        <a:ea typeface="游ゴシック" panose="020B0400000000000000" pitchFamily="50" charset="-128"/>
                      </a:endParaRP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USB Type C(</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データ</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必須</a:t>
                      </a:r>
                      <a:b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b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映像出力は非必須</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900" b="0" i="0" u="none" strike="noStrike">
                          <a:solidFill>
                            <a:srgbClr val="000000"/>
                          </a:solidFill>
                          <a:effectLst/>
                          <a:latin typeface="游ゴシック" panose="020B0400000000000000" pitchFamily="50" charset="-128"/>
                          <a:ea typeface="游ゴシック" panose="020B0400000000000000" pitchFamily="50" charset="-128"/>
                        </a:rPr>
                        <a:t>Thunderbolt / USB4*1 </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必須</a:t>
                      </a:r>
                      <a:b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br>
                      <a:r>
                        <a:rPr lang="it-IT" sz="900" b="0" i="0" u="none" strike="noStrike">
                          <a:solidFill>
                            <a:srgbClr val="000000"/>
                          </a:solidFill>
                          <a:effectLst/>
                          <a:latin typeface="游ゴシック" panose="020B0400000000000000" pitchFamily="50" charset="-128"/>
                          <a:ea typeface="游ゴシック" panose="020B0400000000000000" pitchFamily="50" charset="-128"/>
                        </a:rPr>
                        <a:t>USB TypeC*2</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以上希望（</a:t>
                      </a:r>
                      <a:r>
                        <a:rPr lang="it-IT" sz="900" b="0" i="0" u="none" strike="noStrike">
                          <a:solidFill>
                            <a:srgbClr val="000000"/>
                          </a:solidFill>
                          <a:effectLst/>
                          <a:latin typeface="游ゴシック" panose="020B0400000000000000" pitchFamily="50" charset="-128"/>
                          <a:ea typeface="游ゴシック" panose="020B0400000000000000" pitchFamily="50" charset="-128"/>
                        </a:rPr>
                        <a:t>TB4、USB4</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など含み）</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900" b="0" i="0" u="none" strike="noStrike">
                          <a:solidFill>
                            <a:srgbClr val="000000"/>
                          </a:solidFill>
                          <a:effectLst/>
                          <a:latin typeface="游ゴシック" panose="020B0400000000000000" pitchFamily="50" charset="-128"/>
                          <a:ea typeface="游ゴシック" panose="020B0400000000000000" pitchFamily="50" charset="-128"/>
                        </a:rPr>
                        <a:t>Thunderbolt / USB4*1 </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必須</a:t>
                      </a:r>
                      <a:b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br>
                      <a:r>
                        <a:rPr lang="it-IT" sz="900" b="0" i="0" u="none" strike="noStrike">
                          <a:solidFill>
                            <a:srgbClr val="000000"/>
                          </a:solidFill>
                          <a:effectLst/>
                          <a:latin typeface="游ゴシック" panose="020B0400000000000000" pitchFamily="50" charset="-128"/>
                          <a:ea typeface="游ゴシック" panose="020B0400000000000000" pitchFamily="50" charset="-128"/>
                        </a:rPr>
                        <a:t>USB TypeC*2</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以上希望（</a:t>
                      </a:r>
                      <a:r>
                        <a:rPr lang="it-IT" sz="900" b="0" i="0" u="none" strike="noStrike">
                          <a:solidFill>
                            <a:srgbClr val="000000"/>
                          </a:solidFill>
                          <a:effectLst/>
                          <a:latin typeface="游ゴシック" panose="020B0400000000000000" pitchFamily="50" charset="-128"/>
                          <a:ea typeface="游ゴシック" panose="020B0400000000000000" pitchFamily="50" charset="-128"/>
                        </a:rPr>
                        <a:t>TB4、USB4</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など含み）</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94562024"/>
                  </a:ext>
                </a:extLst>
              </a:tr>
              <a:tr h="512146">
                <a:tc>
                  <a:txBody>
                    <a:bodyPr/>
                    <a:lstStyle/>
                    <a:p>
                      <a:pPr algn="l" fontAlgn="ctr">
                        <a:buNone/>
                      </a:pPr>
                      <a:r>
                        <a:rPr lang="it-IT" sz="900" b="0" i="0" u="none" strike="noStrike">
                          <a:solidFill>
                            <a:srgbClr val="000000"/>
                          </a:solidFill>
                          <a:effectLst/>
                          <a:latin typeface="游ゴシック" panose="020B0400000000000000" pitchFamily="50" charset="-128"/>
                          <a:ea typeface="游ゴシック" panose="020B0400000000000000" pitchFamily="50" charset="-128"/>
                        </a:rPr>
                        <a:t>I/O（USB</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以外）</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HDMI2.1*1</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必須</a:t>
                      </a:r>
                      <a:b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b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有線</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LAN</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ポート必須</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HDMI2.1*1</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必須</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/DP1.4*1</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希望</a:t>
                      </a:r>
                      <a:b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b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有線</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LAN</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ポート必須</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HDMI2.1*1</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必須</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/DP1.4*1</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希望</a:t>
                      </a:r>
                      <a:b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b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有線</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LAN</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ポート必須</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カードリーダー希望</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カードリーダー希望（</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SD Express</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対応</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カードリーダー希望（</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SD Express</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対応</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80920748"/>
                  </a:ext>
                </a:extLst>
              </a:tr>
              <a:tr h="353204">
                <a:tc>
                  <a:txBody>
                    <a:bodyPr/>
                    <a:lstStyle/>
                    <a:p>
                      <a:pPr algn="l" fontAlgn="ctr">
                        <a:buNone/>
                      </a:pP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メモリ</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900" b="0" i="0" u="none" strike="noStrike">
                          <a:solidFill>
                            <a:srgbClr val="000000"/>
                          </a:solidFill>
                          <a:effectLst/>
                          <a:latin typeface="游ゴシック" panose="020B0400000000000000" pitchFamily="50" charset="-128"/>
                          <a:ea typeface="游ゴシック" panose="020B0400000000000000" pitchFamily="50" charset="-128"/>
                        </a:rPr>
                        <a:t>16GB(8GB*2)</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900" b="0" i="0" u="none" strike="noStrike">
                          <a:solidFill>
                            <a:srgbClr val="000000"/>
                          </a:solidFill>
                          <a:effectLst/>
                          <a:latin typeface="游ゴシック" panose="020B0400000000000000" pitchFamily="50" charset="-128"/>
                          <a:ea typeface="游ゴシック" panose="020B0400000000000000" pitchFamily="50" charset="-128"/>
                        </a:rPr>
                        <a:t>32GB(16GB*2)</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900" b="0" i="0" u="none" strike="noStrike">
                          <a:solidFill>
                            <a:srgbClr val="000000"/>
                          </a:solidFill>
                          <a:effectLst/>
                          <a:latin typeface="游ゴシック" panose="020B0400000000000000" pitchFamily="50" charset="-128"/>
                          <a:ea typeface="游ゴシック" panose="020B0400000000000000" pitchFamily="50" charset="-128"/>
                        </a:rPr>
                        <a:t>32GB(16GB*2)</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900" b="0" i="0" u="none" strike="noStrike">
                          <a:solidFill>
                            <a:srgbClr val="000000"/>
                          </a:solidFill>
                          <a:effectLst/>
                          <a:latin typeface="游ゴシック" panose="020B0400000000000000" pitchFamily="50" charset="-128"/>
                          <a:ea typeface="游ゴシック" panose="020B0400000000000000" pitchFamily="50" charset="-128"/>
                        </a:rPr>
                        <a:t>16GB(8GB*2)</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900" b="0" i="0" u="none" strike="noStrike">
                          <a:solidFill>
                            <a:srgbClr val="000000"/>
                          </a:solidFill>
                          <a:effectLst/>
                          <a:latin typeface="游ゴシック" panose="020B0400000000000000" pitchFamily="50" charset="-128"/>
                          <a:ea typeface="游ゴシック" panose="020B0400000000000000" pitchFamily="50" charset="-128"/>
                        </a:rPr>
                        <a:t>32GB(16GB*2)</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900" b="0" i="0" u="none" strike="noStrike">
                          <a:solidFill>
                            <a:srgbClr val="000000"/>
                          </a:solidFill>
                          <a:effectLst/>
                          <a:latin typeface="游ゴシック" panose="020B0400000000000000" pitchFamily="50" charset="-128"/>
                          <a:ea typeface="游ゴシック" panose="020B0400000000000000" pitchFamily="50" charset="-128"/>
                        </a:rPr>
                        <a:t>32GB(16GB*2)</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96385477"/>
                  </a:ext>
                </a:extLst>
              </a:tr>
              <a:tr h="588674">
                <a:tc>
                  <a:txBody>
                    <a:bodyPr/>
                    <a:lstStyle/>
                    <a:p>
                      <a:pPr algn="l" fontAlgn="ctr">
                        <a:buNone/>
                      </a:pPr>
                      <a:r>
                        <a:rPr lang="it-IT" sz="900" b="0" i="0" u="none" strike="noStrike">
                          <a:solidFill>
                            <a:srgbClr val="000000"/>
                          </a:solidFill>
                          <a:effectLst/>
                          <a:latin typeface="游ゴシック" panose="020B0400000000000000" pitchFamily="50" charset="-128"/>
                          <a:ea typeface="游ゴシック" panose="020B0400000000000000" pitchFamily="50" charset="-128"/>
                        </a:rPr>
                        <a:t>SSD</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900" b="0" i="0" u="none" strike="noStrike">
                          <a:solidFill>
                            <a:srgbClr val="000000"/>
                          </a:solidFill>
                          <a:effectLst/>
                          <a:latin typeface="游ゴシック" panose="020B0400000000000000" pitchFamily="50" charset="-128"/>
                          <a:ea typeface="游ゴシック" panose="020B0400000000000000" pitchFamily="50" charset="-128"/>
                        </a:rPr>
                        <a:t>500GB(Gen4)</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1TB(Gen4/TLC/</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キャッシュあり</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1TB(Gen4/TLC/</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キャッシュあり</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a:t>
                      </a:r>
                      <a:b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b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or</a:t>
                      </a:r>
                      <a:b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b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1TB(Gen5/TLC)※</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キャッシュなし片面実装も可</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1TB(Gen4/TLC/</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キャッシュあり</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1TB(Gen4/TLC/</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キャッシュあり</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1TB(Gen4/TLC/</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キャッシュあり</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a:t>
                      </a:r>
                      <a:b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b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or</a:t>
                      </a:r>
                      <a:b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b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1TB(Gen5/TLC/</a:t>
                      </a:r>
                      <a:r>
                        <a:rPr lang="ja-JP" altLang="en-US" sz="900" b="0" i="0" u="none" strike="noStrike">
                          <a:solidFill>
                            <a:srgbClr val="000000"/>
                          </a:solidFill>
                          <a:effectLst/>
                          <a:latin typeface="游ゴシック" panose="020B0400000000000000" pitchFamily="50" charset="-128"/>
                          <a:ea typeface="游ゴシック" panose="020B0400000000000000" pitchFamily="50" charset="-128"/>
                        </a:rPr>
                        <a:t>キャッシュあり</a:t>
                      </a:r>
                      <a:r>
                        <a:rPr lang="en-US" alt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25369134"/>
                  </a:ext>
                </a:extLst>
              </a:tr>
              <a:tr h="147168">
                <a:tc>
                  <a:txBody>
                    <a:bodyPr/>
                    <a:lstStyle/>
                    <a:p>
                      <a:pPr algn="l" fontAlgn="ctr">
                        <a:buNone/>
                      </a:pPr>
                      <a:r>
                        <a:rPr lang="ja-JP" altLang="en-US" sz="500" b="0" i="0" u="none" strike="noStrike">
                          <a:solidFill>
                            <a:srgbClr val="000000"/>
                          </a:solidFill>
                          <a:effectLst/>
                          <a:latin typeface="游ゴシック" panose="020B0400000000000000" pitchFamily="50" charset="-128"/>
                          <a:ea typeface="游ゴシック" panose="020B0400000000000000" pitchFamily="50" charset="-128"/>
                        </a:rPr>
                        <a:t>その他</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5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500" b="0" i="0" u="none" strike="noStrike">
                          <a:solidFill>
                            <a:srgbClr val="000000"/>
                          </a:solidFill>
                          <a:effectLst/>
                          <a:latin typeface="游ゴシック" panose="020B0400000000000000" pitchFamily="50" charset="-128"/>
                          <a:ea typeface="游ゴシック" panose="020B0400000000000000" pitchFamily="50" charset="-128"/>
                        </a:rPr>
                        <a:t>Wi-Fi 7</a:t>
                      </a:r>
                      <a:r>
                        <a:rPr lang="ja-JP" altLang="en-US" sz="500" b="0" i="0" u="none" strike="noStrike">
                          <a:solidFill>
                            <a:srgbClr val="000000"/>
                          </a:solidFill>
                          <a:effectLst/>
                          <a:latin typeface="游ゴシック" panose="020B0400000000000000" pitchFamily="50" charset="-128"/>
                          <a:ea typeface="游ゴシック" panose="020B0400000000000000" pitchFamily="50" charset="-128"/>
                        </a:rPr>
                        <a:t>希望</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500" b="0" i="0" u="none" strike="noStrike">
                          <a:solidFill>
                            <a:srgbClr val="000000"/>
                          </a:solidFill>
                          <a:effectLst/>
                          <a:latin typeface="游ゴシック" panose="020B0400000000000000" pitchFamily="50" charset="-128"/>
                          <a:ea typeface="游ゴシック" panose="020B0400000000000000" pitchFamily="50" charset="-128"/>
                        </a:rPr>
                        <a:t>Wi-Fi 7</a:t>
                      </a:r>
                      <a:r>
                        <a:rPr lang="ja-JP" altLang="en-US" sz="500" b="0" i="0" u="none" strike="noStrike">
                          <a:solidFill>
                            <a:srgbClr val="000000"/>
                          </a:solidFill>
                          <a:effectLst/>
                          <a:latin typeface="游ゴシック" panose="020B0400000000000000" pitchFamily="50" charset="-128"/>
                          <a:ea typeface="游ゴシック" panose="020B0400000000000000" pitchFamily="50" charset="-128"/>
                        </a:rPr>
                        <a:t>希望</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5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500" b="0" i="0" u="none" strike="noStrike">
                          <a:solidFill>
                            <a:srgbClr val="000000"/>
                          </a:solidFill>
                          <a:effectLst/>
                          <a:latin typeface="游ゴシック" panose="020B0400000000000000" pitchFamily="50" charset="-128"/>
                          <a:ea typeface="游ゴシック" panose="020B0400000000000000" pitchFamily="50" charset="-128"/>
                        </a:rPr>
                        <a:t>Wi-Fi 7</a:t>
                      </a:r>
                      <a:r>
                        <a:rPr lang="ja-JP" altLang="en-US" sz="500" b="0" i="0" u="none" strike="noStrike">
                          <a:solidFill>
                            <a:srgbClr val="000000"/>
                          </a:solidFill>
                          <a:effectLst/>
                          <a:latin typeface="游ゴシック" panose="020B0400000000000000" pitchFamily="50" charset="-128"/>
                          <a:ea typeface="游ゴシック" panose="020B0400000000000000" pitchFamily="50" charset="-128"/>
                        </a:rPr>
                        <a:t>希望</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500" b="0" i="0" u="none" strike="noStrike">
                          <a:solidFill>
                            <a:srgbClr val="000000"/>
                          </a:solidFill>
                          <a:effectLst/>
                          <a:latin typeface="游ゴシック" panose="020B0400000000000000" pitchFamily="50" charset="-128"/>
                          <a:ea typeface="游ゴシック" panose="020B0400000000000000" pitchFamily="50" charset="-128"/>
                        </a:rPr>
                        <a:t>Wi-Fi 7</a:t>
                      </a:r>
                      <a:r>
                        <a:rPr lang="ja-JP" altLang="en-US" sz="500" b="0" i="0" u="none" strike="noStrike">
                          <a:solidFill>
                            <a:srgbClr val="000000"/>
                          </a:solidFill>
                          <a:effectLst/>
                          <a:latin typeface="游ゴシック" panose="020B0400000000000000" pitchFamily="50" charset="-128"/>
                          <a:ea typeface="游ゴシック" panose="020B0400000000000000" pitchFamily="50" charset="-128"/>
                        </a:rPr>
                        <a:t>希望</a:t>
                      </a:r>
                    </a:p>
                  </a:txBody>
                  <a:tcPr marL="4351" marR="4351" marT="43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73809216"/>
                  </a:ext>
                </a:extLst>
              </a:tr>
            </a:tbl>
          </a:graphicData>
        </a:graphic>
      </p:graphicFrame>
      <p:sp>
        <p:nvSpPr>
          <p:cNvPr id="4" name="四角形: 角を丸くする 3">
            <a:extLst>
              <a:ext uri="{FF2B5EF4-FFF2-40B4-BE49-F238E27FC236}">
                <a16:creationId xmlns:a16="http://schemas.microsoft.com/office/drawing/2014/main" id="{E17657A6-20AA-BF77-444D-76F0354B008B}"/>
              </a:ext>
            </a:extLst>
          </p:cNvPr>
          <p:cNvSpPr/>
          <p:nvPr/>
        </p:nvSpPr>
        <p:spPr>
          <a:xfrm>
            <a:off x="798945" y="5657003"/>
            <a:ext cx="11046691" cy="1062181"/>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lang="en-US" altLang="ja-JP" sz="1600">
                <a:latin typeface="メイリオ" panose="020B0604030504040204" pitchFamily="50" charset="-128"/>
                <a:ea typeface="メイリオ" panose="020B0604030504040204" pitchFamily="50" charset="-128"/>
              </a:rPr>
              <a:t>2025</a:t>
            </a:r>
            <a:r>
              <a:rPr lang="ja-JP" altLang="en-US" sz="1600">
                <a:latin typeface="メイリオ" panose="020B0604030504040204" pitchFamily="50" charset="-128"/>
                <a:ea typeface="メイリオ" panose="020B0604030504040204" pitchFamily="50" charset="-128"/>
              </a:rPr>
              <a:t>年時点の要求スペックガイドラインです。</a:t>
            </a:r>
            <a:endParaRPr lang="en-US" altLang="ja-JP" sz="160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FF73330-033A-2485-89CA-B2604536524F}"/>
              </a:ext>
            </a:extLst>
          </p:cNvPr>
          <p:cNvSpPr txBox="1"/>
          <p:nvPr/>
        </p:nvSpPr>
        <p:spPr>
          <a:xfrm>
            <a:off x="181159" y="133644"/>
            <a:ext cx="11382767" cy="369332"/>
          </a:xfrm>
          <a:prstGeom prst="rect">
            <a:avLst/>
          </a:prstGeom>
          <a:noFill/>
        </p:spPr>
        <p:txBody>
          <a:bodyPr wrap="square" rtlCol="0">
            <a:spAutoFit/>
          </a:bodyPr>
          <a:lstStyle/>
          <a:p>
            <a:r>
              <a:rPr kumimoji="1" lang="ja-JP" altLang="en-US"/>
              <a:t>グレード別要求</a:t>
            </a:r>
          </a:p>
        </p:txBody>
      </p:sp>
    </p:spTree>
    <p:extLst>
      <p:ext uri="{BB962C8B-B14F-4D97-AF65-F5344CB8AC3E}">
        <p14:creationId xmlns:p14="http://schemas.microsoft.com/office/powerpoint/2010/main" val="34824995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4AC648E-E188-DC1D-A51E-2D11BC54D476}"/>
              </a:ext>
            </a:extLst>
          </p:cNvPr>
          <p:cNvSpPr txBox="1"/>
          <p:nvPr/>
        </p:nvSpPr>
        <p:spPr>
          <a:xfrm>
            <a:off x="4086225" y="3105834"/>
            <a:ext cx="4457174" cy="646331"/>
          </a:xfrm>
          <a:prstGeom prst="rect">
            <a:avLst/>
          </a:prstGeom>
          <a:noFill/>
        </p:spPr>
        <p:txBody>
          <a:bodyPr wrap="square" rtlCol="0">
            <a:spAutoFit/>
          </a:bodyPr>
          <a:lstStyle/>
          <a:p>
            <a:pPr algn="ctr"/>
            <a:r>
              <a:rPr kumimoji="1" lang="en-US" altLang="ja-JP" sz="3600" b="1"/>
              <a:t>2027</a:t>
            </a:r>
            <a:r>
              <a:rPr kumimoji="1" lang="ja-JP" altLang="en-US" sz="3600" b="1"/>
              <a:t>年以降検討資料</a:t>
            </a:r>
          </a:p>
        </p:txBody>
      </p:sp>
    </p:spTree>
    <p:extLst>
      <p:ext uri="{BB962C8B-B14F-4D97-AF65-F5344CB8AC3E}">
        <p14:creationId xmlns:p14="http://schemas.microsoft.com/office/powerpoint/2010/main" val="2408054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3ACD73D7-DB22-D00E-60B9-53AB919A2AC6}"/>
              </a:ext>
            </a:extLst>
          </p:cNvPr>
          <p:cNvPicPr>
            <a:picLocks noChangeAspect="1"/>
          </p:cNvPicPr>
          <p:nvPr/>
        </p:nvPicPr>
        <p:blipFill>
          <a:blip r:embed="rId2"/>
          <a:stretch>
            <a:fillRect/>
          </a:stretch>
        </p:blipFill>
        <p:spPr>
          <a:xfrm>
            <a:off x="295563" y="172429"/>
            <a:ext cx="11600873" cy="6513142"/>
          </a:xfrm>
          <a:prstGeom prst="rect">
            <a:avLst/>
          </a:prstGeom>
        </p:spPr>
      </p:pic>
    </p:spTree>
    <p:extLst>
      <p:ext uri="{BB962C8B-B14F-4D97-AF65-F5344CB8AC3E}">
        <p14:creationId xmlns:p14="http://schemas.microsoft.com/office/powerpoint/2010/main" val="2257999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3AFF4D26-8B8E-824B-F4A2-1F97EBE1F3D8}"/>
              </a:ext>
            </a:extLst>
          </p:cNvPr>
          <p:cNvPicPr>
            <a:picLocks noChangeAspect="1"/>
          </p:cNvPicPr>
          <p:nvPr/>
        </p:nvPicPr>
        <p:blipFill>
          <a:blip r:embed="rId2"/>
          <a:stretch>
            <a:fillRect/>
          </a:stretch>
        </p:blipFill>
        <p:spPr>
          <a:xfrm>
            <a:off x="758665" y="416581"/>
            <a:ext cx="10674669" cy="6024838"/>
          </a:xfrm>
          <a:prstGeom prst="rect">
            <a:avLst/>
          </a:prstGeom>
        </p:spPr>
      </p:pic>
    </p:spTree>
    <p:extLst>
      <p:ext uri="{BB962C8B-B14F-4D97-AF65-F5344CB8AC3E}">
        <p14:creationId xmlns:p14="http://schemas.microsoft.com/office/powerpoint/2010/main" val="775175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85810075-EFC7-F298-D772-BF55570F33A1}"/>
              </a:ext>
            </a:extLst>
          </p:cNvPr>
          <p:cNvPicPr>
            <a:picLocks noChangeAspect="1"/>
          </p:cNvPicPr>
          <p:nvPr/>
        </p:nvPicPr>
        <p:blipFill>
          <a:blip r:embed="rId2"/>
          <a:stretch>
            <a:fillRect/>
          </a:stretch>
        </p:blipFill>
        <p:spPr>
          <a:xfrm>
            <a:off x="776779" y="420363"/>
            <a:ext cx="10638442" cy="6017274"/>
          </a:xfrm>
          <a:prstGeom prst="rect">
            <a:avLst/>
          </a:prstGeom>
        </p:spPr>
      </p:pic>
    </p:spTree>
    <p:extLst>
      <p:ext uri="{BB962C8B-B14F-4D97-AF65-F5344CB8AC3E}">
        <p14:creationId xmlns:p14="http://schemas.microsoft.com/office/powerpoint/2010/main" val="40171854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表 25">
            <a:extLst>
              <a:ext uri="{FF2B5EF4-FFF2-40B4-BE49-F238E27FC236}">
                <a16:creationId xmlns:a16="http://schemas.microsoft.com/office/drawing/2014/main" id="{290B038B-1041-F03B-B24C-5BB779D97A7F}"/>
              </a:ext>
            </a:extLst>
          </p:cNvPr>
          <p:cNvGraphicFramePr>
            <a:graphicFrameLocks noGrp="1"/>
          </p:cNvGraphicFramePr>
          <p:nvPr>
            <p:extLst>
              <p:ext uri="{D42A27DB-BD31-4B8C-83A1-F6EECF244321}">
                <p14:modId xmlns:p14="http://schemas.microsoft.com/office/powerpoint/2010/main" val="2280212209"/>
              </p:ext>
            </p:extLst>
          </p:nvPr>
        </p:nvGraphicFramePr>
        <p:xfrm>
          <a:off x="546684" y="505790"/>
          <a:ext cx="11517732" cy="6221983"/>
        </p:xfrm>
        <a:graphic>
          <a:graphicData uri="http://schemas.openxmlformats.org/drawingml/2006/table">
            <a:tbl>
              <a:tblPr/>
              <a:tblGrid>
                <a:gridCol w="1919622">
                  <a:extLst>
                    <a:ext uri="{9D8B030D-6E8A-4147-A177-3AD203B41FA5}">
                      <a16:colId xmlns:a16="http://schemas.microsoft.com/office/drawing/2014/main" val="1500898864"/>
                    </a:ext>
                  </a:extLst>
                </a:gridCol>
                <a:gridCol w="1919622">
                  <a:extLst>
                    <a:ext uri="{9D8B030D-6E8A-4147-A177-3AD203B41FA5}">
                      <a16:colId xmlns:a16="http://schemas.microsoft.com/office/drawing/2014/main" val="3305744651"/>
                    </a:ext>
                  </a:extLst>
                </a:gridCol>
                <a:gridCol w="1919622">
                  <a:extLst>
                    <a:ext uri="{9D8B030D-6E8A-4147-A177-3AD203B41FA5}">
                      <a16:colId xmlns:a16="http://schemas.microsoft.com/office/drawing/2014/main" val="718012166"/>
                    </a:ext>
                  </a:extLst>
                </a:gridCol>
                <a:gridCol w="1919622">
                  <a:extLst>
                    <a:ext uri="{9D8B030D-6E8A-4147-A177-3AD203B41FA5}">
                      <a16:colId xmlns:a16="http://schemas.microsoft.com/office/drawing/2014/main" val="2161100250"/>
                    </a:ext>
                  </a:extLst>
                </a:gridCol>
                <a:gridCol w="1919622">
                  <a:extLst>
                    <a:ext uri="{9D8B030D-6E8A-4147-A177-3AD203B41FA5}">
                      <a16:colId xmlns:a16="http://schemas.microsoft.com/office/drawing/2014/main" val="3004377733"/>
                    </a:ext>
                  </a:extLst>
                </a:gridCol>
                <a:gridCol w="1919622">
                  <a:extLst>
                    <a:ext uri="{9D8B030D-6E8A-4147-A177-3AD203B41FA5}">
                      <a16:colId xmlns:a16="http://schemas.microsoft.com/office/drawing/2014/main" val="1645012872"/>
                    </a:ext>
                  </a:extLst>
                </a:gridCol>
              </a:tblGrid>
              <a:tr h="248853">
                <a:tc gridSpan="2">
                  <a:txBody>
                    <a:bodyPr/>
                    <a:lstStyle/>
                    <a:p>
                      <a:pPr algn="ctr" fontAlgn="ctr">
                        <a:buNone/>
                      </a:pPr>
                      <a:r>
                        <a:rPr lang="it-IT" sz="1100" b="1" i="0" u="none" strike="noStrike">
                          <a:solidFill>
                            <a:srgbClr val="FFFFFF"/>
                          </a:solidFill>
                          <a:effectLst/>
                          <a:latin typeface="游ゴシック" panose="020B0400000000000000" pitchFamily="50" charset="-128"/>
                          <a:ea typeface="游ゴシック" panose="020B0400000000000000" pitchFamily="50" charset="-128"/>
                        </a:rPr>
                        <a:t>THIRDWAVE  43</a:t>
                      </a:r>
                      <a:r>
                        <a:rPr lang="ja-JP" altLang="en-US" sz="1100" b="1" i="0" u="none" strike="noStrike">
                          <a:solidFill>
                            <a:srgbClr val="FFFFFF"/>
                          </a:solidFill>
                          <a:effectLst/>
                          <a:latin typeface="游ゴシック" panose="020B0400000000000000" pitchFamily="50" charset="-128"/>
                          <a:ea typeface="游ゴシック" panose="020B0400000000000000" pitchFamily="50" charset="-128"/>
                        </a:rPr>
                        <a:t>期</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hMerge="1">
                  <a:txBody>
                    <a:bodyPr/>
                    <a:lstStyle/>
                    <a:p>
                      <a:endParaRPr kumimoji="1" lang="ja-JP" altLang="en-US"/>
                    </a:p>
                  </a:txBody>
                  <a:tcPr/>
                </a:tc>
                <a:tc gridSpan="2">
                  <a:txBody>
                    <a:bodyPr/>
                    <a:lstStyle/>
                    <a:p>
                      <a:pPr algn="ctr" fontAlgn="ctr">
                        <a:buNone/>
                      </a:pPr>
                      <a:r>
                        <a:rPr lang="it-IT" sz="1100" b="1" i="0" u="none" strike="noStrike">
                          <a:solidFill>
                            <a:srgbClr val="FFFFFF"/>
                          </a:solidFill>
                          <a:effectLst/>
                          <a:latin typeface="游ゴシック" panose="020B0400000000000000" pitchFamily="50" charset="-128"/>
                          <a:ea typeface="游ゴシック" panose="020B0400000000000000" pitchFamily="50" charset="-128"/>
                        </a:rPr>
                        <a:t>THIRDWAVE  44</a:t>
                      </a:r>
                      <a:r>
                        <a:rPr lang="ja-JP" altLang="en-US" sz="1100" b="1" i="0" u="none" strike="noStrike">
                          <a:solidFill>
                            <a:srgbClr val="FFFFFF"/>
                          </a:solidFill>
                          <a:effectLst/>
                          <a:latin typeface="游ゴシック" panose="020B0400000000000000" pitchFamily="50" charset="-128"/>
                          <a:ea typeface="游ゴシック" panose="020B0400000000000000" pitchFamily="50" charset="-128"/>
                        </a:rPr>
                        <a:t>期</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75B5"/>
                    </a:solidFill>
                  </a:tcPr>
                </a:tc>
                <a:tc hMerge="1">
                  <a:txBody>
                    <a:bodyPr/>
                    <a:lstStyle/>
                    <a:p>
                      <a:endParaRPr kumimoji="1" lang="ja-JP" altLang="en-US"/>
                    </a:p>
                  </a:txBody>
                  <a:tcPr/>
                </a:tc>
                <a:tc gridSpan="2">
                  <a:txBody>
                    <a:bodyPr/>
                    <a:lstStyle/>
                    <a:p>
                      <a:pPr algn="ctr" fontAlgn="ctr">
                        <a:buNone/>
                      </a:pPr>
                      <a:r>
                        <a:rPr lang="it-IT" sz="1100" b="1" i="0" u="none" strike="noStrike">
                          <a:solidFill>
                            <a:srgbClr val="FFFFFF"/>
                          </a:solidFill>
                          <a:effectLst/>
                          <a:latin typeface="游ゴシック" panose="020B0400000000000000" pitchFamily="50" charset="-128"/>
                          <a:ea typeface="游ゴシック" panose="020B0400000000000000" pitchFamily="50" charset="-128"/>
                        </a:rPr>
                        <a:t>THIRDWAVE  45</a:t>
                      </a:r>
                      <a:r>
                        <a:rPr lang="ja-JP" altLang="en-US" sz="1100" b="1" i="0" u="none" strike="noStrike">
                          <a:solidFill>
                            <a:srgbClr val="FFFFFF"/>
                          </a:solidFill>
                          <a:effectLst/>
                          <a:latin typeface="游ゴシック" panose="020B0400000000000000" pitchFamily="50" charset="-128"/>
                          <a:ea typeface="游ゴシック" panose="020B0400000000000000" pitchFamily="50" charset="-128"/>
                        </a:rPr>
                        <a:t>期</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E78"/>
                    </a:solidFill>
                  </a:tcPr>
                </a:tc>
                <a:tc hMerge="1">
                  <a:txBody>
                    <a:bodyPr/>
                    <a:lstStyle/>
                    <a:p>
                      <a:endParaRPr kumimoji="1" lang="ja-JP" altLang="en-US"/>
                    </a:p>
                  </a:txBody>
                  <a:tcPr/>
                </a:tc>
                <a:extLst>
                  <a:ext uri="{0D108BD9-81ED-4DB2-BD59-A6C34878D82A}">
                    <a16:rowId xmlns:a16="http://schemas.microsoft.com/office/drawing/2014/main" val="1639680362"/>
                  </a:ext>
                </a:extLst>
              </a:tr>
              <a:tr h="248853">
                <a:tc>
                  <a:txBody>
                    <a:bodyPr/>
                    <a:lstStyle/>
                    <a:p>
                      <a:pPr algn="ctr" fontAlgn="ctr">
                        <a:buNone/>
                      </a:pPr>
                      <a:r>
                        <a:rPr lang="en-US" altLang="ja-JP" sz="1100" b="1" i="0" u="none" strike="noStrike">
                          <a:solidFill>
                            <a:srgbClr val="FFFFFF"/>
                          </a:solidFill>
                          <a:effectLst/>
                          <a:latin typeface="游ゴシック" panose="020B0400000000000000" pitchFamily="50" charset="-128"/>
                          <a:ea typeface="游ゴシック" panose="020B0400000000000000" pitchFamily="50" charset="-128"/>
                        </a:rPr>
                        <a:t>GAME</a:t>
                      </a:r>
                      <a:endParaRPr lang="ja-JP" altLang="en-US" sz="1100" b="1" i="0" u="none" strike="noStrike">
                        <a:solidFill>
                          <a:srgbClr val="FFFFFF"/>
                        </a:solidFill>
                        <a:effectLst/>
                        <a:latin typeface="游ゴシック" panose="020B0400000000000000" pitchFamily="50" charset="-128"/>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ctr" fontAlgn="ctr">
                        <a:buNone/>
                      </a:pPr>
                      <a:r>
                        <a:rPr lang="en-US" altLang="ja-JP" sz="1100" b="1" i="0" u="none" strike="noStrike">
                          <a:solidFill>
                            <a:srgbClr val="FFFFFF"/>
                          </a:solidFill>
                          <a:effectLst/>
                          <a:latin typeface="游ゴシック" panose="020B0400000000000000" pitchFamily="50" charset="-128"/>
                          <a:ea typeface="游ゴシック" panose="020B0400000000000000" pitchFamily="50" charset="-128"/>
                        </a:rPr>
                        <a:t>CREATOR</a:t>
                      </a:r>
                      <a:endParaRPr lang="ja-JP" altLang="en-US" sz="1100" b="1" i="0" u="none" strike="noStrike">
                        <a:solidFill>
                          <a:srgbClr val="FFFFFF"/>
                        </a:solidFill>
                        <a:effectLst/>
                        <a:latin typeface="游ゴシック" panose="020B0400000000000000" pitchFamily="50" charset="-128"/>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ctr" fontAlgn="ctr">
                        <a:buNone/>
                      </a:pPr>
                      <a:r>
                        <a:rPr lang="en-US" altLang="ja-JP" sz="1100" b="1" i="0" u="none" strike="noStrike">
                          <a:solidFill>
                            <a:srgbClr val="FFFFFF"/>
                          </a:solidFill>
                          <a:effectLst/>
                          <a:latin typeface="游ゴシック" panose="020B0400000000000000" pitchFamily="50" charset="-128"/>
                          <a:ea typeface="游ゴシック" panose="020B0400000000000000" pitchFamily="50" charset="-128"/>
                        </a:rPr>
                        <a:t>GAME</a:t>
                      </a:r>
                      <a:endParaRPr lang="ja-JP" altLang="en-US" sz="1100" b="1" i="0" u="none" strike="noStrike">
                        <a:solidFill>
                          <a:srgbClr val="FFFFFF"/>
                        </a:solidFill>
                        <a:effectLst/>
                        <a:latin typeface="游ゴシック" panose="020B0400000000000000" pitchFamily="50" charset="-128"/>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75B5"/>
                    </a:solidFill>
                  </a:tcPr>
                </a:tc>
                <a:tc>
                  <a:txBody>
                    <a:bodyPr/>
                    <a:lstStyle/>
                    <a:p>
                      <a:pPr algn="ctr" fontAlgn="ctr">
                        <a:buNone/>
                      </a:pPr>
                      <a:r>
                        <a:rPr lang="en-US" altLang="ja-JP" sz="1100" b="1" i="0" u="none" strike="noStrike">
                          <a:solidFill>
                            <a:srgbClr val="FFFFFF"/>
                          </a:solidFill>
                          <a:effectLst/>
                          <a:latin typeface="游ゴシック" panose="020B0400000000000000" pitchFamily="50" charset="-128"/>
                          <a:ea typeface="游ゴシック" panose="020B0400000000000000" pitchFamily="50" charset="-128"/>
                        </a:rPr>
                        <a:t>CREATOR</a:t>
                      </a:r>
                      <a:endParaRPr lang="ja-JP" altLang="en-US" sz="1100" b="1" i="0" u="none" strike="noStrike">
                        <a:solidFill>
                          <a:srgbClr val="FFFFFF"/>
                        </a:solidFill>
                        <a:effectLst/>
                        <a:latin typeface="游ゴシック" panose="020B0400000000000000" pitchFamily="50" charset="-128"/>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75B5"/>
                    </a:solidFill>
                  </a:tcPr>
                </a:tc>
                <a:tc>
                  <a:txBody>
                    <a:bodyPr/>
                    <a:lstStyle/>
                    <a:p>
                      <a:pPr algn="ctr" fontAlgn="ctr">
                        <a:buNone/>
                      </a:pPr>
                      <a:r>
                        <a:rPr lang="en-US" altLang="ja-JP" sz="1100" b="1" i="0" u="none" strike="noStrike">
                          <a:solidFill>
                            <a:srgbClr val="FFFFFF"/>
                          </a:solidFill>
                          <a:effectLst/>
                          <a:latin typeface="游ゴシック" panose="020B0400000000000000" pitchFamily="50" charset="-128"/>
                          <a:ea typeface="游ゴシック" panose="020B0400000000000000" pitchFamily="50" charset="-128"/>
                        </a:rPr>
                        <a:t>GAME</a:t>
                      </a:r>
                      <a:endParaRPr lang="ja-JP" altLang="en-US" sz="1100" b="1" i="0" u="none" strike="noStrike">
                        <a:solidFill>
                          <a:srgbClr val="FFFFFF"/>
                        </a:solidFill>
                        <a:effectLst/>
                        <a:latin typeface="游ゴシック" panose="020B0400000000000000" pitchFamily="50" charset="-128"/>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E78"/>
                    </a:solidFill>
                  </a:tcPr>
                </a:tc>
                <a:tc>
                  <a:txBody>
                    <a:bodyPr/>
                    <a:lstStyle/>
                    <a:p>
                      <a:pPr algn="ctr" fontAlgn="ctr">
                        <a:buNone/>
                      </a:pPr>
                      <a:r>
                        <a:rPr lang="en-US" altLang="ja-JP" sz="1100" b="1" i="0" u="none" strike="noStrike">
                          <a:solidFill>
                            <a:srgbClr val="FFFFFF"/>
                          </a:solidFill>
                          <a:effectLst/>
                          <a:latin typeface="游ゴシック" panose="020B0400000000000000" pitchFamily="50" charset="-128"/>
                          <a:ea typeface="游ゴシック" panose="020B0400000000000000" pitchFamily="50" charset="-128"/>
                        </a:rPr>
                        <a:t>CREATOR</a:t>
                      </a:r>
                      <a:endParaRPr lang="ja-JP" altLang="en-US" sz="1100" b="1" i="0" u="none" strike="noStrike">
                        <a:solidFill>
                          <a:srgbClr val="FFFFFF"/>
                        </a:solidFill>
                        <a:effectLst/>
                        <a:latin typeface="游ゴシック" panose="020B0400000000000000" pitchFamily="50" charset="-128"/>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E78"/>
                    </a:solidFill>
                  </a:tcPr>
                </a:tc>
                <a:extLst>
                  <a:ext uri="{0D108BD9-81ED-4DB2-BD59-A6C34878D82A}">
                    <a16:rowId xmlns:a16="http://schemas.microsoft.com/office/drawing/2014/main" val="2799816443"/>
                  </a:ext>
                </a:extLst>
              </a:tr>
              <a:tr h="825304">
                <a:tc>
                  <a:txBody>
                    <a:bodyPr/>
                    <a:lstStyle/>
                    <a:p>
                      <a:pPr algn="ctr" fontAlgn="ctr">
                        <a:buNone/>
                      </a:pPr>
                      <a:endParaRPr lang="ja-JP" altLang="en-US" sz="1100" b="1" i="0" u="none" strike="noStrike">
                        <a:solidFill>
                          <a:srgbClr val="FFFFFF"/>
                        </a:solidFill>
                        <a:effectLst/>
                        <a:latin typeface="游ゴシック" panose="020B0400000000000000" pitchFamily="50" charset="-128"/>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endParaRPr lang="ja-JP" altLang="en-US" sz="1100" b="1" i="0" u="none" strike="noStrike">
                        <a:solidFill>
                          <a:srgbClr val="FFFFFF"/>
                        </a:solidFill>
                        <a:effectLst/>
                        <a:latin typeface="游ゴシック" panose="020B0400000000000000" pitchFamily="50" charset="-128"/>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endParaRPr lang="ja-JP" altLang="en-US" sz="1100" b="1" i="0" u="none" strike="noStrike">
                        <a:solidFill>
                          <a:srgbClr val="FFFFFF"/>
                        </a:solidFill>
                        <a:effectLst/>
                        <a:latin typeface="游ゴシック" panose="020B0400000000000000" pitchFamily="50" charset="-128"/>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endParaRPr lang="ja-JP" altLang="en-US" sz="1100" b="1" i="0" u="none" strike="noStrike">
                        <a:solidFill>
                          <a:srgbClr val="FFFFFF"/>
                        </a:solidFill>
                        <a:effectLst/>
                        <a:latin typeface="游ゴシック" panose="020B0400000000000000" pitchFamily="50" charset="-128"/>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endParaRPr lang="ja-JP" altLang="en-US" sz="1100" b="1" i="0" u="none" strike="noStrike">
                        <a:solidFill>
                          <a:srgbClr val="FFFFFF"/>
                        </a:solidFill>
                        <a:effectLst/>
                        <a:latin typeface="游ゴシック" panose="020B0400000000000000" pitchFamily="50" charset="-128"/>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endParaRPr lang="ja-JP" altLang="en-US" sz="1100" b="1" i="0" u="none" strike="noStrike">
                        <a:solidFill>
                          <a:srgbClr val="FFFFFF"/>
                        </a:solidFill>
                        <a:effectLst/>
                        <a:latin typeface="游ゴシック" panose="020B0400000000000000" pitchFamily="50" charset="-128"/>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699211455"/>
                  </a:ext>
                </a:extLst>
              </a:tr>
              <a:tr h="2454211">
                <a:tc>
                  <a:txBody>
                    <a:bodyPr/>
                    <a:lstStyle/>
                    <a:p>
                      <a:pPr algn="ctr" fontAlgn="ctr">
                        <a:buNone/>
                      </a:pPr>
                      <a:endParaRPr lang="ja-JP" altLang="en-US" sz="1100" b="1" i="0" u="none" strike="noStrike">
                        <a:solidFill>
                          <a:srgbClr val="FFFFFF"/>
                        </a:solidFill>
                        <a:effectLst/>
                        <a:latin typeface="游ゴシック" panose="020B0400000000000000" pitchFamily="50" charset="-128"/>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endParaRPr lang="ja-JP" altLang="en-US" sz="1100" b="1" i="0" u="none" strike="noStrike">
                        <a:solidFill>
                          <a:srgbClr val="FFFFFF"/>
                        </a:solidFill>
                        <a:effectLst/>
                        <a:latin typeface="游ゴシック" panose="020B0400000000000000" pitchFamily="50" charset="-128"/>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endParaRPr lang="ja-JP" altLang="en-US" sz="1100" b="1" i="0" u="none" strike="noStrike">
                        <a:solidFill>
                          <a:srgbClr val="FFFFFF"/>
                        </a:solidFill>
                        <a:effectLst/>
                        <a:latin typeface="游ゴシック" panose="020B0400000000000000" pitchFamily="50" charset="-128"/>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endParaRPr lang="ja-JP" altLang="en-US" sz="1100" b="1" i="0" u="none" strike="noStrike">
                        <a:solidFill>
                          <a:srgbClr val="FFFFFF"/>
                        </a:solidFill>
                        <a:effectLst/>
                        <a:latin typeface="游ゴシック" panose="020B0400000000000000" pitchFamily="50" charset="-128"/>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endParaRPr lang="ja-JP" altLang="en-US" sz="1100" b="1" i="0" u="none" strike="noStrike">
                        <a:solidFill>
                          <a:srgbClr val="FFFFFF"/>
                        </a:solidFill>
                        <a:effectLst/>
                        <a:latin typeface="游ゴシック" panose="020B0400000000000000" pitchFamily="50" charset="-128"/>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endParaRPr lang="ja-JP" altLang="en-US" sz="1100" b="1" i="0" u="none" strike="noStrike">
                        <a:solidFill>
                          <a:srgbClr val="FFFFFF"/>
                        </a:solidFill>
                        <a:effectLst/>
                        <a:latin typeface="游ゴシック" panose="020B0400000000000000" pitchFamily="50" charset="-128"/>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870324599"/>
                  </a:ext>
                </a:extLst>
              </a:tr>
              <a:tr h="2444762">
                <a:tc>
                  <a:txBody>
                    <a:bodyPr/>
                    <a:lstStyle/>
                    <a:p>
                      <a:pPr algn="ctr" fontAlgn="ctr">
                        <a:buNone/>
                      </a:pPr>
                      <a:endParaRPr lang="ja-JP" altLang="en-US" sz="1100" b="1" i="0" u="none" strike="noStrike">
                        <a:solidFill>
                          <a:srgbClr val="FFFFFF"/>
                        </a:solidFill>
                        <a:effectLst/>
                        <a:latin typeface="游ゴシック" panose="020B0400000000000000" pitchFamily="50" charset="-128"/>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endParaRPr lang="ja-JP" altLang="en-US" sz="1100" b="1" i="0" u="none" strike="noStrike">
                        <a:solidFill>
                          <a:srgbClr val="FFFFFF"/>
                        </a:solidFill>
                        <a:effectLst/>
                        <a:latin typeface="游ゴシック" panose="020B0400000000000000" pitchFamily="50" charset="-128"/>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endParaRPr lang="ja-JP" altLang="en-US" sz="1100" b="1" i="0" u="none" strike="noStrike">
                        <a:solidFill>
                          <a:srgbClr val="FFFFFF"/>
                        </a:solidFill>
                        <a:effectLst/>
                        <a:latin typeface="游ゴシック" panose="020B0400000000000000" pitchFamily="50" charset="-128"/>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endParaRPr lang="ja-JP" altLang="en-US" sz="1100" b="1" i="0" u="none" strike="noStrike">
                        <a:solidFill>
                          <a:srgbClr val="FFFFFF"/>
                        </a:solidFill>
                        <a:effectLst/>
                        <a:latin typeface="游ゴシック" panose="020B0400000000000000" pitchFamily="50" charset="-128"/>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endParaRPr lang="ja-JP" altLang="en-US" sz="1100" b="1" i="0" u="none" strike="noStrike">
                        <a:solidFill>
                          <a:srgbClr val="FFFFFF"/>
                        </a:solidFill>
                        <a:effectLst/>
                        <a:latin typeface="游ゴシック" panose="020B0400000000000000" pitchFamily="50" charset="-128"/>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endParaRPr lang="ja-JP" altLang="en-US" sz="1100" b="1" i="0" u="none" strike="noStrike">
                        <a:solidFill>
                          <a:srgbClr val="FFFFFF"/>
                        </a:solidFill>
                        <a:effectLst/>
                        <a:latin typeface="游ゴシック" panose="020B0400000000000000" pitchFamily="50" charset="-128"/>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14532132"/>
                  </a:ext>
                </a:extLst>
              </a:tr>
            </a:tbl>
          </a:graphicData>
        </a:graphic>
      </p:graphicFrame>
      <p:sp>
        <p:nvSpPr>
          <p:cNvPr id="38" name="矢印: 五方向 37">
            <a:extLst>
              <a:ext uri="{FF2B5EF4-FFF2-40B4-BE49-F238E27FC236}">
                <a16:creationId xmlns:a16="http://schemas.microsoft.com/office/drawing/2014/main" id="{D7C05BA7-DE7B-25D3-6AAF-368EC3DF6CB0}"/>
              </a:ext>
            </a:extLst>
          </p:cNvPr>
          <p:cNvSpPr/>
          <p:nvPr/>
        </p:nvSpPr>
        <p:spPr>
          <a:xfrm>
            <a:off x="628570" y="1061097"/>
            <a:ext cx="1765062" cy="324000"/>
          </a:xfrm>
          <a:prstGeom prst="homePlate">
            <a:avLst>
              <a:gd name="adj" fmla="val 0"/>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latin typeface="メイリオ" panose="020B0604030504040204" pitchFamily="50" charset="-128"/>
                <a:ea typeface="メイリオ" panose="020B0604030504040204" pitchFamily="50" charset="-128"/>
              </a:rPr>
              <a:t>2:[G]N</a:t>
            </a:r>
            <a:r>
              <a:rPr kumimoji="1" lang="en-US" altLang="ja-JP" sz="1000" b="1">
                <a:latin typeface="メイリオ" panose="020B0604030504040204" pitchFamily="50" charset="-128"/>
                <a:ea typeface="メイリオ" panose="020B0604030504040204" pitchFamily="50" charset="-128"/>
              </a:rPr>
              <a:t>MC9L-R59-G8</a:t>
            </a:r>
          </a:p>
          <a:p>
            <a:pPr algn="ctr"/>
            <a:r>
              <a:rPr lang="en-US" altLang="ja-JP" sz="700" b="1">
                <a:latin typeface="メイリオ" panose="020B0604030504040204" pitchFamily="50" charset="-128"/>
                <a:ea typeface="メイリオ" panose="020B0604030504040204" pitchFamily="50" charset="-128"/>
              </a:rPr>
              <a:t>(</a:t>
            </a:r>
            <a:r>
              <a:rPr kumimoji="1" lang="en-US" altLang="ja-JP" sz="700" b="1">
                <a:latin typeface="メイリオ" panose="020B0604030504040204" pitchFamily="50" charset="-128"/>
                <a:ea typeface="メイリオ" panose="020B0604030504040204" pitchFamily="50" charset="-128"/>
              </a:rPr>
              <a:t>Intel Ultra 9/RTX5090)</a:t>
            </a:r>
            <a:endParaRPr kumimoji="1" lang="en-US" altLang="ja-JP" sz="700">
              <a:latin typeface="メイリオ" panose="020B0604030504040204" pitchFamily="50" charset="-128"/>
              <a:ea typeface="メイリオ" panose="020B0604030504040204" pitchFamily="50" charset="-128"/>
            </a:endParaRPr>
          </a:p>
        </p:txBody>
      </p:sp>
      <p:sp>
        <p:nvSpPr>
          <p:cNvPr id="39" name="矢印: 五方向 38">
            <a:extLst>
              <a:ext uri="{FF2B5EF4-FFF2-40B4-BE49-F238E27FC236}">
                <a16:creationId xmlns:a16="http://schemas.microsoft.com/office/drawing/2014/main" id="{FD4A690A-B3B7-AC94-D407-059D426EC3B5}"/>
              </a:ext>
            </a:extLst>
          </p:cNvPr>
          <p:cNvSpPr/>
          <p:nvPr/>
        </p:nvSpPr>
        <p:spPr>
          <a:xfrm>
            <a:off x="1597265" y="1412031"/>
            <a:ext cx="1765062" cy="324000"/>
          </a:xfrm>
          <a:prstGeom prst="homePlate">
            <a:avLst>
              <a:gd name="adj" fmla="val 0"/>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latin typeface="メイリオ" panose="020B0604030504040204" pitchFamily="50" charset="-128"/>
                <a:ea typeface="メイリオ" panose="020B0604030504040204" pitchFamily="50" charset="-128"/>
              </a:rPr>
              <a:t>3:[G/C]NMC9L-R58-H6</a:t>
            </a:r>
          </a:p>
          <a:p>
            <a:pPr algn="ctr"/>
            <a:r>
              <a:rPr lang="en-US" altLang="ja-JP" sz="700" b="1">
                <a:latin typeface="メイリオ" panose="020B0604030504040204" pitchFamily="50" charset="-128"/>
                <a:ea typeface="メイリオ" panose="020B0604030504040204" pitchFamily="50" charset="-128"/>
              </a:rPr>
              <a:t>(Intel Ultra 9/RTX5080)</a:t>
            </a:r>
          </a:p>
        </p:txBody>
      </p:sp>
      <p:sp>
        <p:nvSpPr>
          <p:cNvPr id="40" name="矢印: 五方向 39">
            <a:extLst>
              <a:ext uri="{FF2B5EF4-FFF2-40B4-BE49-F238E27FC236}">
                <a16:creationId xmlns:a16="http://schemas.microsoft.com/office/drawing/2014/main" id="{C73D96F7-6266-315F-FDB4-824D08AF9FBE}"/>
              </a:ext>
            </a:extLst>
          </p:cNvPr>
          <p:cNvSpPr/>
          <p:nvPr/>
        </p:nvSpPr>
        <p:spPr>
          <a:xfrm>
            <a:off x="615045" y="1889980"/>
            <a:ext cx="1765062" cy="324000"/>
          </a:xfrm>
          <a:prstGeom prst="homePlate">
            <a:avLst>
              <a:gd name="adj" fmla="val 0"/>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latin typeface="メイリオ" panose="020B0604030504040204" pitchFamily="50" charset="-128"/>
                <a:ea typeface="メイリオ" panose="020B0604030504040204" pitchFamily="50" charset="-128"/>
              </a:rPr>
              <a:t>4:</a:t>
            </a:r>
            <a:r>
              <a:rPr kumimoji="1" lang="en-US" altLang="ja-JP" sz="1000" b="1">
                <a:latin typeface="メイリオ" panose="020B0604030504040204" pitchFamily="50" charset="-128"/>
                <a:ea typeface="メイリオ" panose="020B0604030504040204" pitchFamily="50" charset="-128"/>
              </a:rPr>
              <a:t>[G]ZL9R-R57T-6</a:t>
            </a:r>
          </a:p>
          <a:p>
            <a:pPr algn="ctr"/>
            <a:r>
              <a:rPr kumimoji="1" lang="en-US" altLang="ja-JP" sz="700" b="1">
                <a:latin typeface="メイリオ" panose="020B0604030504040204" pitchFamily="50" charset="-128"/>
                <a:ea typeface="メイリオ" panose="020B0604030504040204" pitchFamily="50" charset="-128"/>
              </a:rPr>
              <a:t>(AMD </a:t>
            </a:r>
            <a:r>
              <a:rPr lang="en-US" altLang="ja-JP" sz="700" b="1">
                <a:latin typeface="メイリオ" panose="020B0604030504040204" pitchFamily="50" charset="-128"/>
                <a:ea typeface="メイリオ" panose="020B0604030504040204" pitchFamily="50" charset="-128"/>
              </a:rPr>
              <a:t>Ryzen</a:t>
            </a:r>
            <a:r>
              <a:rPr lang="ja-JP" altLang="en-US" sz="700" b="1">
                <a:latin typeface="メイリオ" panose="020B0604030504040204" pitchFamily="50" charset="-128"/>
                <a:ea typeface="メイリオ" panose="020B0604030504040204" pitchFamily="50" charset="-128"/>
              </a:rPr>
              <a:t> </a:t>
            </a:r>
            <a:r>
              <a:rPr lang="en-US" altLang="ja-JP" sz="700" b="1">
                <a:latin typeface="メイリオ" panose="020B0604030504040204" pitchFamily="50" charset="-128"/>
                <a:ea typeface="メイリオ" panose="020B0604030504040204" pitchFamily="50" charset="-128"/>
              </a:rPr>
              <a:t>9/</a:t>
            </a:r>
            <a:r>
              <a:rPr kumimoji="1" lang="en-US" altLang="ja-JP" sz="700" b="1">
                <a:latin typeface="メイリオ" panose="020B0604030504040204" pitchFamily="50" charset="-128"/>
                <a:ea typeface="メイリオ" panose="020B0604030504040204" pitchFamily="50" charset="-128"/>
              </a:rPr>
              <a:t>RTX5070Ti)</a:t>
            </a:r>
          </a:p>
        </p:txBody>
      </p:sp>
      <p:sp>
        <p:nvSpPr>
          <p:cNvPr id="41" name="矢印: 五方向 40">
            <a:extLst>
              <a:ext uri="{FF2B5EF4-FFF2-40B4-BE49-F238E27FC236}">
                <a16:creationId xmlns:a16="http://schemas.microsoft.com/office/drawing/2014/main" id="{B2136638-B906-69C3-973D-0C1C02D1860A}"/>
              </a:ext>
            </a:extLst>
          </p:cNvPr>
          <p:cNvSpPr/>
          <p:nvPr/>
        </p:nvSpPr>
        <p:spPr>
          <a:xfrm>
            <a:off x="628570" y="3043712"/>
            <a:ext cx="1765062" cy="324000"/>
          </a:xfrm>
          <a:prstGeom prst="homePlate">
            <a:avLst>
              <a:gd name="adj" fmla="val 0"/>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1000" b="1">
                <a:latin typeface="メイリオ" panose="020B0604030504040204" pitchFamily="50" charset="-128"/>
                <a:ea typeface="メイリオ" panose="020B0604030504040204" pitchFamily="50" charset="-128"/>
              </a:rPr>
              <a:t>8:[G]XL7C-R56-6A</a:t>
            </a:r>
          </a:p>
          <a:p>
            <a:pPr algn="ctr"/>
            <a:r>
              <a:rPr kumimoji="1" lang="en-US" altLang="ja-JP" sz="700" b="1">
                <a:latin typeface="メイリオ" panose="020B0604030504040204" pitchFamily="50" charset="-128"/>
                <a:ea typeface="メイリオ" panose="020B0604030504040204" pitchFamily="50" charset="-128"/>
              </a:rPr>
              <a:t>(</a:t>
            </a:r>
            <a:r>
              <a:rPr lang="en-US" altLang="ja-JP" sz="700" b="1">
                <a:latin typeface="メイリオ" panose="020B0604030504040204" pitchFamily="50" charset="-128"/>
                <a:ea typeface="メイリオ" panose="020B0604030504040204" pitchFamily="50" charset="-128"/>
              </a:rPr>
              <a:t>Intel </a:t>
            </a:r>
            <a:r>
              <a:rPr kumimoji="1" lang="en-US" altLang="ja-JP" sz="700" b="1">
                <a:latin typeface="メイリオ" panose="020B0604030504040204" pitchFamily="50" charset="-128"/>
                <a:ea typeface="メイリオ" panose="020B0604030504040204" pitchFamily="50" charset="-128"/>
              </a:rPr>
              <a:t>Core </a:t>
            </a:r>
            <a:r>
              <a:rPr lang="en-US" altLang="ja-JP" sz="700" b="1">
                <a:latin typeface="メイリオ" panose="020B0604030504040204" pitchFamily="50" charset="-128"/>
                <a:ea typeface="メイリオ" panose="020B0604030504040204" pitchFamily="50" charset="-128"/>
              </a:rPr>
              <a:t>Ultra </a:t>
            </a:r>
            <a:r>
              <a:rPr kumimoji="1" lang="en-US" altLang="ja-JP" sz="700" b="1">
                <a:latin typeface="メイリオ" panose="020B0604030504040204" pitchFamily="50" charset="-128"/>
                <a:ea typeface="メイリオ" panose="020B0604030504040204" pitchFamily="50" charset="-128"/>
              </a:rPr>
              <a:t>7/RTX5060)</a:t>
            </a:r>
          </a:p>
        </p:txBody>
      </p:sp>
      <p:sp>
        <p:nvSpPr>
          <p:cNvPr id="42" name="矢印: 五方向 41">
            <a:extLst>
              <a:ext uri="{FF2B5EF4-FFF2-40B4-BE49-F238E27FC236}">
                <a16:creationId xmlns:a16="http://schemas.microsoft.com/office/drawing/2014/main" id="{7874C383-0A09-CB85-19C4-248A6CB43B30}"/>
              </a:ext>
            </a:extLst>
          </p:cNvPr>
          <p:cNvSpPr/>
          <p:nvPr/>
        </p:nvSpPr>
        <p:spPr>
          <a:xfrm>
            <a:off x="628570" y="3444553"/>
            <a:ext cx="1765062" cy="324000"/>
          </a:xfrm>
          <a:prstGeom prst="homePlate">
            <a:avLst>
              <a:gd name="adj" fmla="val 0"/>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1000" b="1">
                <a:latin typeface="メイリオ" panose="020B0604030504040204" pitchFamily="50" charset="-128"/>
                <a:ea typeface="メイリオ" panose="020B0604030504040204" pitchFamily="50" charset="-128"/>
              </a:rPr>
              <a:t>11:[G]XL7R-R56-6A</a:t>
            </a:r>
          </a:p>
          <a:p>
            <a:pPr algn="ctr"/>
            <a:r>
              <a:rPr kumimoji="1" lang="en-US" altLang="ja-JP" sz="700" b="1">
                <a:latin typeface="メイリオ" panose="020B0604030504040204" pitchFamily="50" charset="-128"/>
                <a:ea typeface="メイリオ" panose="020B0604030504040204" pitchFamily="50" charset="-128"/>
              </a:rPr>
              <a:t>(</a:t>
            </a:r>
            <a:r>
              <a:rPr lang="en-US" altLang="ja-JP" sz="700" b="1">
                <a:latin typeface="メイリオ" panose="020B0604030504040204" pitchFamily="50" charset="-128"/>
                <a:ea typeface="メイリオ" panose="020B0604030504040204" pitchFamily="50" charset="-128"/>
              </a:rPr>
              <a:t>AMD Ryzen AI 7/</a:t>
            </a:r>
            <a:r>
              <a:rPr kumimoji="1" lang="en-US" altLang="ja-JP" sz="700" b="1">
                <a:latin typeface="メイリオ" panose="020B0604030504040204" pitchFamily="50" charset="-128"/>
                <a:ea typeface="メイリオ" panose="020B0604030504040204" pitchFamily="50" charset="-128"/>
              </a:rPr>
              <a:t>RTX5060)</a:t>
            </a:r>
          </a:p>
        </p:txBody>
      </p:sp>
      <p:sp>
        <p:nvSpPr>
          <p:cNvPr id="43" name="矢印: 五方向 42">
            <a:extLst>
              <a:ext uri="{FF2B5EF4-FFF2-40B4-BE49-F238E27FC236}">
                <a16:creationId xmlns:a16="http://schemas.microsoft.com/office/drawing/2014/main" id="{91915E7B-9CCC-15EC-D8E4-C43707D60FBB}"/>
              </a:ext>
            </a:extLst>
          </p:cNvPr>
          <p:cNvSpPr/>
          <p:nvPr/>
        </p:nvSpPr>
        <p:spPr>
          <a:xfrm>
            <a:off x="628570" y="2661713"/>
            <a:ext cx="1751537" cy="324000"/>
          </a:xfrm>
          <a:prstGeom prst="homePlate">
            <a:avLst>
              <a:gd name="adj" fmla="val 0"/>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1000" b="1">
                <a:latin typeface="メイリオ" panose="020B0604030504040204" pitchFamily="50" charset="-128"/>
                <a:ea typeface="メイリオ" panose="020B0604030504040204" pitchFamily="50" charset="-128"/>
              </a:rPr>
              <a:t>6:[G]ZL7C-R57-6A</a:t>
            </a:r>
          </a:p>
          <a:p>
            <a:pPr algn="ctr"/>
            <a:r>
              <a:rPr kumimoji="1" lang="en-US" altLang="ja-JP" sz="700" b="1">
                <a:latin typeface="メイリオ" panose="020B0604030504040204" pitchFamily="50" charset="-128"/>
                <a:ea typeface="メイリオ" panose="020B0604030504040204" pitchFamily="50" charset="-128"/>
              </a:rPr>
              <a:t>(Intel Core Ultra 7/RTX5070)</a:t>
            </a:r>
          </a:p>
        </p:txBody>
      </p:sp>
      <p:sp>
        <p:nvSpPr>
          <p:cNvPr id="44" name="矢印: 五方向 43">
            <a:extLst>
              <a:ext uri="{FF2B5EF4-FFF2-40B4-BE49-F238E27FC236}">
                <a16:creationId xmlns:a16="http://schemas.microsoft.com/office/drawing/2014/main" id="{41C741DC-8194-B5E7-6FB6-5C633AB3B503}"/>
              </a:ext>
            </a:extLst>
          </p:cNvPr>
          <p:cNvSpPr/>
          <p:nvPr/>
        </p:nvSpPr>
        <p:spPr>
          <a:xfrm>
            <a:off x="628570" y="2270189"/>
            <a:ext cx="1765063" cy="324000"/>
          </a:xfrm>
          <a:prstGeom prst="homePlate">
            <a:avLst>
              <a:gd name="adj" fmla="val 0"/>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1000" b="1">
                <a:latin typeface="メイリオ" panose="020B0604030504040204" pitchFamily="50" charset="-128"/>
                <a:ea typeface="メイリオ" panose="020B0604030504040204" pitchFamily="50" charset="-128"/>
              </a:rPr>
              <a:t>5:[G]ZL9C-R57T-6A</a:t>
            </a:r>
          </a:p>
          <a:p>
            <a:pPr algn="ctr"/>
            <a:r>
              <a:rPr kumimoji="1" lang="en-US" altLang="ja-JP" sz="700" b="1">
                <a:latin typeface="メイリオ" panose="020B0604030504040204" pitchFamily="50" charset="-128"/>
                <a:ea typeface="メイリオ" panose="020B0604030504040204" pitchFamily="50" charset="-128"/>
              </a:rPr>
              <a:t>(Intel Core Ultra 9/RTX5070Ti)</a:t>
            </a:r>
          </a:p>
        </p:txBody>
      </p:sp>
      <p:sp>
        <p:nvSpPr>
          <p:cNvPr id="45" name="矢印: 五方向 44">
            <a:extLst>
              <a:ext uri="{FF2B5EF4-FFF2-40B4-BE49-F238E27FC236}">
                <a16:creationId xmlns:a16="http://schemas.microsoft.com/office/drawing/2014/main" id="{F6F9EA10-EC13-82AD-3831-C3C69141F2BC}"/>
              </a:ext>
            </a:extLst>
          </p:cNvPr>
          <p:cNvSpPr/>
          <p:nvPr/>
        </p:nvSpPr>
        <p:spPr>
          <a:xfrm>
            <a:off x="2559909" y="2671030"/>
            <a:ext cx="1765062" cy="324000"/>
          </a:xfrm>
          <a:prstGeom prst="homePlate">
            <a:avLst>
              <a:gd name="adj" fmla="val 0"/>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latin typeface="メイリオ" panose="020B0604030504040204" pitchFamily="50" charset="-128"/>
                <a:ea typeface="メイリオ" panose="020B0604030504040204" pitchFamily="50" charset="-128"/>
              </a:rPr>
              <a:t>7:[</a:t>
            </a:r>
            <a:r>
              <a:rPr kumimoji="1" lang="en-US" altLang="ja-JP" sz="1000" b="1">
                <a:latin typeface="メイリオ" panose="020B0604030504040204" pitchFamily="50" charset="-128"/>
                <a:ea typeface="メイリオ" panose="020B0604030504040204" pitchFamily="50" charset="-128"/>
              </a:rPr>
              <a:t>C] ZL9C-R57-C7</a:t>
            </a:r>
          </a:p>
          <a:p>
            <a:pPr algn="ctr"/>
            <a:r>
              <a:rPr kumimoji="1" lang="en-US" altLang="ja-JP" sz="700" b="1">
                <a:latin typeface="メイリオ" panose="020B0604030504040204" pitchFamily="50" charset="-128"/>
                <a:ea typeface="メイリオ" panose="020B0604030504040204" pitchFamily="50" charset="-128"/>
              </a:rPr>
              <a:t>(Intel Core i9/RTX5070)</a:t>
            </a:r>
            <a:r>
              <a:rPr kumimoji="1" lang="ja-JP" altLang="en-US" sz="700" b="1">
                <a:latin typeface="メイリオ" panose="020B0604030504040204" pitchFamily="50" charset="-128"/>
                <a:ea typeface="メイリオ" panose="020B0604030504040204" pitchFamily="50" charset="-128"/>
              </a:rPr>
              <a:t>　</a:t>
            </a:r>
            <a:endParaRPr kumimoji="1" lang="en-US" altLang="ja-JP" sz="700" b="1">
              <a:latin typeface="メイリオ" panose="020B0604030504040204" pitchFamily="50" charset="-128"/>
              <a:ea typeface="メイリオ" panose="020B0604030504040204" pitchFamily="50" charset="-128"/>
            </a:endParaRPr>
          </a:p>
        </p:txBody>
      </p:sp>
      <p:sp>
        <p:nvSpPr>
          <p:cNvPr id="46" name="矢印: 五方向 45">
            <a:extLst>
              <a:ext uri="{FF2B5EF4-FFF2-40B4-BE49-F238E27FC236}">
                <a16:creationId xmlns:a16="http://schemas.microsoft.com/office/drawing/2014/main" id="{4FF72F5D-3292-F284-5713-8720BCDDFBF9}"/>
              </a:ext>
            </a:extLst>
          </p:cNvPr>
          <p:cNvSpPr/>
          <p:nvPr/>
        </p:nvSpPr>
        <p:spPr>
          <a:xfrm>
            <a:off x="2651246" y="3973405"/>
            <a:ext cx="1765062" cy="324000"/>
          </a:xfrm>
          <a:prstGeom prst="homePlate">
            <a:avLst>
              <a:gd name="adj" fmla="val 0"/>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latin typeface="メイリオ" panose="020B0604030504040204" pitchFamily="50" charset="-128"/>
                <a:ea typeface="メイリオ" panose="020B0604030504040204" pitchFamily="50" charset="-128"/>
              </a:rPr>
              <a:t>13:[C] </a:t>
            </a:r>
            <a:r>
              <a:rPr kumimoji="1" lang="en-US" altLang="ja-JP" sz="1000" b="1">
                <a:latin typeface="メイリオ" panose="020B0604030504040204" pitchFamily="50" charset="-128"/>
                <a:ea typeface="メイリオ" panose="020B0604030504040204" pitchFamily="50" charset="-128"/>
              </a:rPr>
              <a:t>DL9R-IG-C4A</a:t>
            </a:r>
          </a:p>
          <a:p>
            <a:pPr algn="ctr"/>
            <a:r>
              <a:rPr kumimoji="1" lang="en-US" altLang="ja-JP" sz="7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(AMD Ryzen AI 9/</a:t>
            </a:r>
            <a:r>
              <a:rPr kumimoji="1" lang="en-US" altLang="ja-JP" sz="700" b="1" i="0" u="none" strike="noStrike" kern="1200" cap="none" spc="0" normalizeH="0" baseline="0" noProof="0" err="1">
                <a:ln>
                  <a:noFill/>
                </a:ln>
                <a:solidFill>
                  <a:prstClr val="white"/>
                </a:solidFill>
                <a:effectLst/>
                <a:uLnTx/>
                <a:uFillTx/>
                <a:latin typeface="メイリオ" panose="020B0604030504040204" pitchFamily="50" charset="-128"/>
                <a:ea typeface="メイリオ" panose="020B0604030504040204" pitchFamily="50" charset="-128"/>
                <a:cs typeface="+mn-cs"/>
              </a:rPr>
              <a:t>iGPU</a:t>
            </a:r>
            <a:r>
              <a:rPr kumimoji="1" lang="en-US" altLang="ja-JP" sz="7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t>
            </a:r>
            <a:endParaRPr kumimoji="1" lang="en-US" altLang="ja-JP" sz="1000">
              <a:latin typeface="メイリオ" panose="020B0604030504040204" pitchFamily="50" charset="-128"/>
              <a:ea typeface="メイリオ" panose="020B0604030504040204" pitchFamily="50" charset="-128"/>
            </a:endParaRPr>
          </a:p>
        </p:txBody>
      </p:sp>
      <p:sp>
        <p:nvSpPr>
          <p:cNvPr id="47" name="矢印: 五方向 46">
            <a:extLst>
              <a:ext uri="{FF2B5EF4-FFF2-40B4-BE49-F238E27FC236}">
                <a16:creationId xmlns:a16="http://schemas.microsoft.com/office/drawing/2014/main" id="{14326939-6BFF-1731-3F4F-F42C22F18152}"/>
              </a:ext>
            </a:extLst>
          </p:cNvPr>
          <p:cNvSpPr/>
          <p:nvPr/>
        </p:nvSpPr>
        <p:spPr>
          <a:xfrm>
            <a:off x="2559909" y="3051960"/>
            <a:ext cx="1765062" cy="324000"/>
          </a:xfrm>
          <a:prstGeom prst="homePlate">
            <a:avLst>
              <a:gd name="adj" fmla="val 0"/>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latin typeface="メイリオ" panose="020B0604030504040204" pitchFamily="50" charset="-128"/>
                <a:ea typeface="メイリオ" panose="020B0604030504040204" pitchFamily="50" charset="-128"/>
              </a:rPr>
              <a:t>9:[</a:t>
            </a:r>
            <a:r>
              <a:rPr kumimoji="1" lang="en-US" altLang="ja-JP" sz="1000" b="1">
                <a:latin typeface="メイリオ" panose="020B0604030504040204" pitchFamily="50" charset="-128"/>
                <a:ea typeface="メイリオ" panose="020B0604030504040204" pitchFamily="50" charset="-128"/>
              </a:rPr>
              <a:t>C] XL7C-R56-C6A</a:t>
            </a:r>
          </a:p>
          <a:p>
            <a:pPr algn="ctr"/>
            <a:r>
              <a:rPr kumimoji="1" lang="en-US" altLang="ja-JP" sz="700" b="1">
                <a:latin typeface="メイリオ" panose="020B0604030504040204" pitchFamily="50" charset="-128"/>
                <a:ea typeface="メイリオ" panose="020B0604030504040204" pitchFamily="50" charset="-128"/>
              </a:rPr>
              <a:t>(Intel Core Ultra 7/RTX5060)</a:t>
            </a:r>
          </a:p>
        </p:txBody>
      </p:sp>
      <p:sp>
        <p:nvSpPr>
          <p:cNvPr id="48" name="矢印: 五方向 47">
            <a:extLst>
              <a:ext uri="{FF2B5EF4-FFF2-40B4-BE49-F238E27FC236}">
                <a16:creationId xmlns:a16="http://schemas.microsoft.com/office/drawing/2014/main" id="{41B73B34-AF2A-1BBB-BBCD-3CF33FB55C30}"/>
              </a:ext>
            </a:extLst>
          </p:cNvPr>
          <p:cNvSpPr/>
          <p:nvPr/>
        </p:nvSpPr>
        <p:spPr>
          <a:xfrm>
            <a:off x="2559909" y="3834176"/>
            <a:ext cx="1765062" cy="324000"/>
          </a:xfrm>
          <a:prstGeom prst="homePlate">
            <a:avLst>
              <a:gd name="adj" fmla="val 0"/>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latin typeface="メイリオ" panose="020B0604030504040204" pitchFamily="50" charset="-128"/>
                <a:ea typeface="メイリオ" panose="020B0604030504040204" pitchFamily="50" charset="-128"/>
              </a:rPr>
              <a:t>12:[C] NDR9L-IG-C4</a:t>
            </a:r>
          </a:p>
          <a:p>
            <a:pPr algn="ctr"/>
            <a:r>
              <a:rPr lang="en-US" altLang="ja-JP" sz="700" b="1">
                <a:latin typeface="メイリオ" panose="020B0604030504040204" pitchFamily="50" charset="-128"/>
                <a:ea typeface="メイリオ" panose="020B0604030504040204" pitchFamily="50" charset="-128"/>
              </a:rPr>
              <a:t>(AMD Ryzen AI 9/</a:t>
            </a:r>
            <a:r>
              <a:rPr lang="en-US" altLang="ja-JP" sz="700" b="1" err="1">
                <a:latin typeface="メイリオ" panose="020B0604030504040204" pitchFamily="50" charset="-128"/>
                <a:ea typeface="メイリオ" panose="020B0604030504040204" pitchFamily="50" charset="-128"/>
              </a:rPr>
              <a:t>iGPU</a:t>
            </a:r>
            <a:r>
              <a:rPr lang="en-US" altLang="ja-JP" sz="700" b="1">
                <a:latin typeface="メイリオ" panose="020B0604030504040204" pitchFamily="50" charset="-128"/>
                <a:ea typeface="メイリオ" panose="020B0604030504040204" pitchFamily="50" charset="-128"/>
              </a:rPr>
              <a:t>)</a:t>
            </a:r>
            <a:endParaRPr kumimoji="1" lang="en-US" altLang="ja-JP" sz="700" b="1">
              <a:latin typeface="メイリオ" panose="020B0604030504040204" pitchFamily="50" charset="-128"/>
              <a:ea typeface="メイリオ" panose="020B0604030504040204" pitchFamily="50" charset="-128"/>
            </a:endParaRPr>
          </a:p>
        </p:txBody>
      </p:sp>
      <p:sp>
        <p:nvSpPr>
          <p:cNvPr id="49" name="矢印: 五方向 48">
            <a:extLst>
              <a:ext uri="{FF2B5EF4-FFF2-40B4-BE49-F238E27FC236}">
                <a16:creationId xmlns:a16="http://schemas.microsoft.com/office/drawing/2014/main" id="{B05BFE80-6904-8A48-C056-52EEFBA1D346}"/>
              </a:ext>
            </a:extLst>
          </p:cNvPr>
          <p:cNvSpPr/>
          <p:nvPr/>
        </p:nvSpPr>
        <p:spPr>
          <a:xfrm>
            <a:off x="2559910" y="3453246"/>
            <a:ext cx="1765062" cy="324000"/>
          </a:xfrm>
          <a:prstGeom prst="homePlate">
            <a:avLst>
              <a:gd name="adj" fmla="val 0"/>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latin typeface="メイリオ" panose="020B0604030504040204" pitchFamily="50" charset="-128"/>
                <a:ea typeface="メイリオ" panose="020B0604030504040204" pitchFamily="50" charset="-128"/>
              </a:rPr>
              <a:t>10:[C] NDR9L-R56-C6</a:t>
            </a:r>
          </a:p>
          <a:p>
            <a:pPr algn="ctr"/>
            <a:r>
              <a:rPr lang="en-US" altLang="ja-JP" sz="700" b="1">
                <a:latin typeface="メイリオ" panose="020B0604030504040204" pitchFamily="50" charset="-128"/>
                <a:ea typeface="メイリオ" panose="020B0604030504040204" pitchFamily="50" charset="-128"/>
              </a:rPr>
              <a:t>(AMD </a:t>
            </a:r>
            <a:r>
              <a:rPr kumimoji="1" lang="en-US" altLang="ja-JP" sz="700" b="1">
                <a:latin typeface="メイリオ" panose="020B0604030504040204" pitchFamily="50" charset="-128"/>
                <a:ea typeface="メイリオ" panose="020B0604030504040204" pitchFamily="50" charset="-128"/>
              </a:rPr>
              <a:t>Ryzen AI 9/RTX5060)</a:t>
            </a:r>
          </a:p>
        </p:txBody>
      </p:sp>
      <p:sp>
        <p:nvSpPr>
          <p:cNvPr id="52" name="矢印: 五方向 51">
            <a:extLst>
              <a:ext uri="{FF2B5EF4-FFF2-40B4-BE49-F238E27FC236}">
                <a16:creationId xmlns:a16="http://schemas.microsoft.com/office/drawing/2014/main" id="{6517AE01-E0A5-F304-05A0-107A8ADEC2D2}"/>
              </a:ext>
            </a:extLst>
          </p:cNvPr>
          <p:cNvSpPr/>
          <p:nvPr/>
        </p:nvSpPr>
        <p:spPr>
          <a:xfrm>
            <a:off x="615046" y="5189905"/>
            <a:ext cx="1765062" cy="324000"/>
          </a:xfrm>
          <a:prstGeom prst="homePlate">
            <a:avLst>
              <a:gd name="adj" fmla="val 0"/>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16:[G]RL7C-R55-5N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7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i7/RTX5050)</a:t>
            </a:r>
          </a:p>
        </p:txBody>
      </p:sp>
      <p:sp>
        <p:nvSpPr>
          <p:cNvPr id="53" name="矢印: 五方向 52">
            <a:extLst>
              <a:ext uri="{FF2B5EF4-FFF2-40B4-BE49-F238E27FC236}">
                <a16:creationId xmlns:a16="http://schemas.microsoft.com/office/drawing/2014/main" id="{6873668D-7F23-8A2C-D2B7-7F8C8F24F2BA}"/>
              </a:ext>
            </a:extLst>
          </p:cNvPr>
          <p:cNvSpPr/>
          <p:nvPr/>
        </p:nvSpPr>
        <p:spPr>
          <a:xfrm>
            <a:off x="615045" y="6015333"/>
            <a:ext cx="1778587" cy="324000"/>
          </a:xfrm>
          <a:prstGeom prst="homePlate">
            <a:avLst>
              <a:gd name="adj" fmla="val 0"/>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solidFill>
                  <a:prstClr val="white"/>
                </a:solidFill>
                <a:latin typeface="メイリオ" panose="020B0604030504040204" pitchFamily="50" charset="-128"/>
                <a:ea typeface="メイリオ" panose="020B0604030504040204" pitchFamily="50" charset="-128"/>
              </a:rPr>
              <a:t>20:[G]RL7C-R35-5N</a:t>
            </a:r>
          </a:p>
          <a:p>
            <a:pPr algn="ctr"/>
            <a:r>
              <a:rPr lang="en-US" altLang="ja-JP" sz="700" b="1">
                <a:solidFill>
                  <a:prstClr val="white"/>
                </a:solidFill>
                <a:latin typeface="メイリオ" panose="020B0604030504040204" pitchFamily="50" charset="-128"/>
                <a:ea typeface="メイリオ" panose="020B0604030504040204" pitchFamily="50" charset="-128"/>
              </a:rPr>
              <a:t>(Intel Core i7/RTX3050)</a:t>
            </a:r>
          </a:p>
        </p:txBody>
      </p:sp>
      <p:sp>
        <p:nvSpPr>
          <p:cNvPr id="54" name="矢印: 五方向 53">
            <a:extLst>
              <a:ext uri="{FF2B5EF4-FFF2-40B4-BE49-F238E27FC236}">
                <a16:creationId xmlns:a16="http://schemas.microsoft.com/office/drawing/2014/main" id="{070CB071-FDBA-FDA8-A009-A14B9D04965F}"/>
              </a:ext>
            </a:extLst>
          </p:cNvPr>
          <p:cNvSpPr/>
          <p:nvPr/>
        </p:nvSpPr>
        <p:spPr>
          <a:xfrm>
            <a:off x="2559909" y="5609093"/>
            <a:ext cx="1758829" cy="324000"/>
          </a:xfrm>
          <a:prstGeom prst="homePlate">
            <a:avLst>
              <a:gd name="adj" fmla="val 0"/>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solidFill>
                  <a:prstClr val="white"/>
                </a:solidFill>
                <a:latin typeface="メイリオ" panose="020B0604030504040204" pitchFamily="50" charset="-128"/>
                <a:ea typeface="メイリオ" panose="020B0604030504040204" pitchFamily="50" charset="-128"/>
              </a:rPr>
              <a:t>19:[C]RL7C-R45-C5N</a:t>
            </a:r>
          </a:p>
          <a:p>
            <a:pPr algn="ctr"/>
            <a:r>
              <a:rPr lang="en-US" altLang="ja-JP" sz="700" b="1">
                <a:solidFill>
                  <a:prstClr val="white"/>
                </a:solidFill>
                <a:latin typeface="メイリオ" panose="020B0604030504040204" pitchFamily="50" charset="-128"/>
                <a:ea typeface="メイリオ" panose="020B0604030504040204" pitchFamily="50" charset="-128"/>
              </a:rPr>
              <a:t>(Intel Core i7/RTX4050)</a:t>
            </a:r>
          </a:p>
        </p:txBody>
      </p:sp>
      <p:sp>
        <p:nvSpPr>
          <p:cNvPr id="55" name="矢印: 五方向 54">
            <a:extLst>
              <a:ext uri="{FF2B5EF4-FFF2-40B4-BE49-F238E27FC236}">
                <a16:creationId xmlns:a16="http://schemas.microsoft.com/office/drawing/2014/main" id="{A1EEAC5A-147F-49AE-A5BD-245CF752E851}"/>
              </a:ext>
            </a:extLst>
          </p:cNvPr>
          <p:cNvSpPr/>
          <p:nvPr/>
        </p:nvSpPr>
        <p:spPr>
          <a:xfrm>
            <a:off x="2559909" y="6009156"/>
            <a:ext cx="1758829" cy="324000"/>
          </a:xfrm>
          <a:prstGeom prst="homePlate">
            <a:avLst>
              <a:gd name="adj" fmla="val 0"/>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solidFill>
                  <a:prstClr val="white"/>
                </a:solidFill>
                <a:latin typeface="メイリオ" panose="020B0604030504040204" pitchFamily="50" charset="-128"/>
                <a:ea typeface="メイリオ" panose="020B0604030504040204" pitchFamily="50" charset="-128"/>
              </a:rPr>
              <a:t>21:[C]RL7C-R35-C5N</a:t>
            </a:r>
          </a:p>
          <a:p>
            <a:pPr algn="ctr"/>
            <a:r>
              <a:rPr lang="en-US" altLang="ja-JP" sz="700" b="1">
                <a:solidFill>
                  <a:prstClr val="white"/>
                </a:solidFill>
                <a:latin typeface="メイリオ" panose="020B0604030504040204" pitchFamily="50" charset="-128"/>
                <a:ea typeface="メイリオ" panose="020B0604030504040204" pitchFamily="50" charset="-128"/>
              </a:rPr>
              <a:t>(Intel Core i7/RTX3050)</a:t>
            </a:r>
          </a:p>
        </p:txBody>
      </p:sp>
      <p:sp>
        <p:nvSpPr>
          <p:cNvPr id="56" name="矢印: 五方向 55">
            <a:extLst>
              <a:ext uri="{FF2B5EF4-FFF2-40B4-BE49-F238E27FC236}">
                <a16:creationId xmlns:a16="http://schemas.microsoft.com/office/drawing/2014/main" id="{F4FAC537-49D1-AEEA-7147-F660812FF13D}"/>
              </a:ext>
            </a:extLst>
          </p:cNvPr>
          <p:cNvSpPr/>
          <p:nvPr/>
        </p:nvSpPr>
        <p:spPr>
          <a:xfrm>
            <a:off x="615046" y="4778992"/>
            <a:ext cx="1765062" cy="324000"/>
          </a:xfrm>
          <a:prstGeom prst="homePlate">
            <a:avLst>
              <a:gd name="adj" fmla="val 0"/>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latin typeface="メイリオ" panose="020B0604030504040204" pitchFamily="50" charset="-128"/>
                <a:ea typeface="メイリオ" panose="020B0604030504040204" pitchFamily="50" charset="-128"/>
              </a:rPr>
              <a:t>14:[G]RL7C-R56-5N</a:t>
            </a:r>
          </a:p>
          <a:p>
            <a:pPr algn="ctr"/>
            <a:r>
              <a:rPr kumimoji="1" lang="en-US" altLang="ja-JP" sz="700" b="1">
                <a:latin typeface="メイリオ" panose="020B0604030504040204" pitchFamily="50" charset="-128"/>
                <a:ea typeface="メイリオ" panose="020B0604030504040204" pitchFamily="50" charset="-128"/>
              </a:rPr>
              <a:t>(Intel Core i7/RTX5060)</a:t>
            </a:r>
          </a:p>
        </p:txBody>
      </p:sp>
      <p:sp>
        <p:nvSpPr>
          <p:cNvPr id="57" name="矢印: 五方向 56">
            <a:extLst>
              <a:ext uri="{FF2B5EF4-FFF2-40B4-BE49-F238E27FC236}">
                <a16:creationId xmlns:a16="http://schemas.microsoft.com/office/drawing/2014/main" id="{321FE7F7-598D-3C3F-1827-91AB6E8E73EF}"/>
              </a:ext>
            </a:extLst>
          </p:cNvPr>
          <p:cNvSpPr/>
          <p:nvPr/>
        </p:nvSpPr>
        <p:spPr>
          <a:xfrm>
            <a:off x="621278" y="5609093"/>
            <a:ext cx="1758829" cy="324000"/>
          </a:xfrm>
          <a:prstGeom prst="homePlate">
            <a:avLst>
              <a:gd name="adj" fmla="val 0"/>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solidFill>
                  <a:prstClr val="white"/>
                </a:solidFill>
                <a:latin typeface="メイリオ" panose="020B0604030504040204" pitchFamily="50" charset="-128"/>
                <a:ea typeface="メイリオ" panose="020B0604030504040204" pitchFamily="50" charset="-128"/>
              </a:rPr>
              <a:t>18:[G]RL7C-R45-5N</a:t>
            </a:r>
          </a:p>
          <a:p>
            <a:pPr algn="ctr"/>
            <a:r>
              <a:rPr lang="en-US" altLang="ja-JP" sz="700" b="1">
                <a:solidFill>
                  <a:prstClr val="white"/>
                </a:solidFill>
                <a:latin typeface="メイリオ" panose="020B0604030504040204" pitchFamily="50" charset="-128"/>
                <a:ea typeface="メイリオ" panose="020B0604030504040204" pitchFamily="50" charset="-128"/>
              </a:rPr>
              <a:t>(Intel Core i7/RTX4050)</a:t>
            </a:r>
          </a:p>
        </p:txBody>
      </p:sp>
      <p:sp>
        <p:nvSpPr>
          <p:cNvPr id="58" name="矢印: 五方向 57">
            <a:extLst>
              <a:ext uri="{FF2B5EF4-FFF2-40B4-BE49-F238E27FC236}">
                <a16:creationId xmlns:a16="http://schemas.microsoft.com/office/drawing/2014/main" id="{66FED94B-FE79-A005-47BE-013B1B8ABEDA}"/>
              </a:ext>
            </a:extLst>
          </p:cNvPr>
          <p:cNvSpPr/>
          <p:nvPr/>
        </p:nvSpPr>
        <p:spPr>
          <a:xfrm>
            <a:off x="2559910" y="4797304"/>
            <a:ext cx="1765062" cy="324000"/>
          </a:xfrm>
          <a:prstGeom prst="homePlate">
            <a:avLst>
              <a:gd name="adj" fmla="val 0"/>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latin typeface="メイリオ" panose="020B0604030504040204" pitchFamily="50" charset="-128"/>
                <a:ea typeface="メイリオ" panose="020B0604030504040204" pitchFamily="50" charset="-128"/>
              </a:rPr>
              <a:t>15:[C]RL7C-R56-C5N</a:t>
            </a:r>
          </a:p>
          <a:p>
            <a:pPr algn="ctr"/>
            <a:r>
              <a:rPr kumimoji="1" lang="en-US" altLang="ja-JP" sz="700" b="1">
                <a:latin typeface="メイリオ" panose="020B0604030504040204" pitchFamily="50" charset="-128"/>
                <a:ea typeface="メイリオ" panose="020B0604030504040204" pitchFamily="50" charset="-128"/>
              </a:rPr>
              <a:t>(Intel Core i7/RTX5060)</a:t>
            </a:r>
          </a:p>
        </p:txBody>
      </p:sp>
      <p:sp>
        <p:nvSpPr>
          <p:cNvPr id="59" name="矢印: 五方向 58">
            <a:extLst>
              <a:ext uri="{FF2B5EF4-FFF2-40B4-BE49-F238E27FC236}">
                <a16:creationId xmlns:a16="http://schemas.microsoft.com/office/drawing/2014/main" id="{9D7BFF47-1423-D564-687C-A51C25BDF3E0}"/>
              </a:ext>
            </a:extLst>
          </p:cNvPr>
          <p:cNvSpPr/>
          <p:nvPr/>
        </p:nvSpPr>
        <p:spPr>
          <a:xfrm>
            <a:off x="2559909" y="5189905"/>
            <a:ext cx="1765062" cy="324000"/>
          </a:xfrm>
          <a:prstGeom prst="homePlate">
            <a:avLst>
              <a:gd name="adj" fmla="val 0"/>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latin typeface="メイリオ" panose="020B0604030504040204" pitchFamily="50" charset="-128"/>
                <a:ea typeface="メイリオ" panose="020B0604030504040204" pitchFamily="50" charset="-128"/>
              </a:rPr>
              <a:t>17:[C]RL7C-R55-C5N</a:t>
            </a:r>
          </a:p>
          <a:p>
            <a:pPr algn="ctr"/>
            <a:r>
              <a:rPr kumimoji="1" lang="en-US" altLang="ja-JP" sz="700" b="1">
                <a:latin typeface="メイリオ" panose="020B0604030504040204" pitchFamily="50" charset="-128"/>
                <a:ea typeface="メイリオ" panose="020B0604030504040204" pitchFamily="50" charset="-128"/>
              </a:rPr>
              <a:t>(Intel Core i7/RTX50</a:t>
            </a:r>
            <a:r>
              <a:rPr lang="en-US" altLang="ja-JP" sz="700" b="1">
                <a:latin typeface="メイリオ" panose="020B0604030504040204" pitchFamily="50" charset="-128"/>
                <a:ea typeface="メイリオ" panose="020B0604030504040204" pitchFamily="50" charset="-128"/>
              </a:rPr>
              <a:t>5</a:t>
            </a:r>
            <a:r>
              <a:rPr kumimoji="1" lang="en-US" altLang="ja-JP" sz="700" b="1">
                <a:latin typeface="メイリオ" panose="020B0604030504040204" pitchFamily="50" charset="-128"/>
                <a:ea typeface="メイリオ" panose="020B0604030504040204" pitchFamily="50" charset="-128"/>
              </a:rPr>
              <a:t>0)</a:t>
            </a:r>
          </a:p>
        </p:txBody>
      </p:sp>
      <p:sp>
        <p:nvSpPr>
          <p:cNvPr id="60" name="テキスト ボックス 59">
            <a:extLst>
              <a:ext uri="{FF2B5EF4-FFF2-40B4-BE49-F238E27FC236}">
                <a16:creationId xmlns:a16="http://schemas.microsoft.com/office/drawing/2014/main" id="{8364C400-25EB-3AE5-3F48-C629F2A02B3B}"/>
              </a:ext>
            </a:extLst>
          </p:cNvPr>
          <p:cNvSpPr txBox="1"/>
          <p:nvPr/>
        </p:nvSpPr>
        <p:spPr>
          <a:xfrm>
            <a:off x="181160" y="133644"/>
            <a:ext cx="4945022" cy="369332"/>
          </a:xfrm>
          <a:prstGeom prst="rect">
            <a:avLst/>
          </a:prstGeom>
          <a:noFill/>
        </p:spPr>
        <p:txBody>
          <a:bodyPr wrap="square" rtlCol="0">
            <a:spAutoFit/>
          </a:bodyPr>
          <a:lstStyle/>
          <a:p>
            <a:r>
              <a:rPr lang="en-US" altLang="ja-JP" b="1"/>
              <a:t>GALLERIA N</a:t>
            </a:r>
            <a:r>
              <a:rPr lang="ja-JP" altLang="en-US" b="1"/>
              <a:t>シリーズ ラインアップ構想</a:t>
            </a:r>
            <a:endParaRPr lang="en-US" altLang="ja-JP" b="1"/>
          </a:p>
        </p:txBody>
      </p:sp>
      <p:sp>
        <p:nvSpPr>
          <p:cNvPr id="61" name="矢印: 五方向 60">
            <a:extLst>
              <a:ext uri="{FF2B5EF4-FFF2-40B4-BE49-F238E27FC236}">
                <a16:creationId xmlns:a16="http://schemas.microsoft.com/office/drawing/2014/main" id="{04C89CF1-1A08-35A6-63B7-FE029B2B9DFB}"/>
              </a:ext>
            </a:extLst>
          </p:cNvPr>
          <p:cNvSpPr/>
          <p:nvPr/>
        </p:nvSpPr>
        <p:spPr>
          <a:xfrm>
            <a:off x="6413697" y="6286544"/>
            <a:ext cx="1739565" cy="324000"/>
          </a:xfrm>
          <a:prstGeom prst="homePlate">
            <a:avLst>
              <a:gd name="adj" fmla="val 0"/>
            </a:avLst>
          </a:prstGeom>
          <a:solidFill>
            <a:srgbClr val="92D050"/>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latin typeface="メイリオ" panose="020B0604030504040204" pitchFamily="50" charset="-128"/>
                <a:ea typeface="メイリオ" panose="020B0604030504040204" pitchFamily="50" charset="-128"/>
              </a:rPr>
              <a:t>[C]NSC5L-IG-C4</a:t>
            </a:r>
          </a:p>
          <a:p>
            <a:pPr algn="ctr"/>
            <a:r>
              <a:rPr kumimoji="1" lang="en-US" altLang="ja-JP" sz="700" b="1">
                <a:latin typeface="メイリオ" panose="020B0604030504040204" pitchFamily="50" charset="-128"/>
                <a:ea typeface="メイリオ" panose="020B0604030504040204" pitchFamily="50" charset="-128"/>
              </a:rPr>
              <a:t>(Intel Core 5/</a:t>
            </a:r>
            <a:r>
              <a:rPr lang="en-US" altLang="ja-JP" sz="700" b="1" err="1">
                <a:latin typeface="メイリオ" panose="020B0604030504040204" pitchFamily="50" charset="-128"/>
                <a:ea typeface="メイリオ" panose="020B0604030504040204" pitchFamily="50" charset="-128"/>
              </a:rPr>
              <a:t>i</a:t>
            </a:r>
            <a:r>
              <a:rPr kumimoji="1" lang="en-US" altLang="ja-JP" sz="700" b="1" err="1">
                <a:latin typeface="メイリオ" panose="020B0604030504040204" pitchFamily="50" charset="-128"/>
                <a:ea typeface="メイリオ" panose="020B0604030504040204" pitchFamily="50" charset="-128"/>
              </a:rPr>
              <a:t>GPU</a:t>
            </a:r>
            <a:r>
              <a:rPr kumimoji="1" lang="en-US" altLang="ja-JP" sz="700" b="1">
                <a:latin typeface="メイリオ" panose="020B0604030504040204" pitchFamily="50" charset="-128"/>
                <a:ea typeface="メイリオ" panose="020B0604030504040204" pitchFamily="50" charset="-128"/>
              </a:rPr>
              <a:t>)</a:t>
            </a:r>
          </a:p>
        </p:txBody>
      </p:sp>
      <p:sp>
        <p:nvSpPr>
          <p:cNvPr id="62" name="矢印: 五方向 61">
            <a:extLst>
              <a:ext uri="{FF2B5EF4-FFF2-40B4-BE49-F238E27FC236}">
                <a16:creationId xmlns:a16="http://schemas.microsoft.com/office/drawing/2014/main" id="{FAD84819-C798-37A3-14B7-667C14F6BA5F}"/>
              </a:ext>
            </a:extLst>
          </p:cNvPr>
          <p:cNvSpPr/>
          <p:nvPr/>
        </p:nvSpPr>
        <p:spPr>
          <a:xfrm>
            <a:off x="4476597" y="5185019"/>
            <a:ext cx="1741709" cy="324000"/>
          </a:xfrm>
          <a:prstGeom prst="homePlate">
            <a:avLst>
              <a:gd name="adj" fmla="val 0"/>
            </a:avLst>
          </a:prstGeom>
          <a:solidFill>
            <a:schemeClr val="bg2">
              <a:lumMod val="9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latin typeface="メイリオ" panose="020B0604030504040204" pitchFamily="50" charset="-128"/>
                <a:ea typeface="メイリオ" panose="020B0604030504040204" pitchFamily="50" charset="-128"/>
              </a:rPr>
              <a:t>[G]NPR7L-R55-G5</a:t>
            </a:r>
          </a:p>
          <a:p>
            <a:pPr algn="ctr"/>
            <a:r>
              <a:rPr kumimoji="1" lang="en-US" altLang="ja-JP" sz="700" b="1">
                <a:latin typeface="メイリオ" panose="020B0604030504040204" pitchFamily="50" charset="-128"/>
                <a:ea typeface="メイリオ" panose="020B0604030504040204" pitchFamily="50" charset="-128"/>
              </a:rPr>
              <a:t>(AMD Ryzen7/RTX5050)</a:t>
            </a:r>
          </a:p>
        </p:txBody>
      </p:sp>
      <p:sp>
        <p:nvSpPr>
          <p:cNvPr id="63" name="矢印: 五方向 62">
            <a:extLst>
              <a:ext uri="{FF2B5EF4-FFF2-40B4-BE49-F238E27FC236}">
                <a16:creationId xmlns:a16="http://schemas.microsoft.com/office/drawing/2014/main" id="{F7FA3768-AB66-1123-63A0-5B96C6A47DD0}"/>
              </a:ext>
            </a:extLst>
          </p:cNvPr>
          <p:cNvSpPr/>
          <p:nvPr/>
        </p:nvSpPr>
        <p:spPr>
          <a:xfrm>
            <a:off x="4476597" y="4386578"/>
            <a:ext cx="1758829" cy="324000"/>
          </a:xfrm>
          <a:prstGeom prst="homePlate">
            <a:avLst>
              <a:gd name="adj" fmla="val 0"/>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latin typeface="メイリオ" panose="020B0604030504040204" pitchFamily="50" charset="-128"/>
                <a:ea typeface="メイリオ" panose="020B0604030504040204" pitchFamily="50" charset="-128"/>
              </a:rPr>
              <a:t>[G]NPC7L-R57-G5</a:t>
            </a:r>
          </a:p>
          <a:p>
            <a:pPr algn="ctr"/>
            <a:r>
              <a:rPr kumimoji="1" lang="en-US" altLang="ja-JP" sz="700" b="1">
                <a:latin typeface="メイリオ" panose="020B0604030504040204" pitchFamily="50" charset="-128"/>
                <a:ea typeface="メイリオ" panose="020B0604030504040204" pitchFamily="50" charset="-128"/>
              </a:rPr>
              <a:t>(Intel Core i7/RTX50</a:t>
            </a:r>
            <a:r>
              <a:rPr lang="en-US" altLang="ja-JP" sz="700" b="1">
                <a:latin typeface="メイリオ" panose="020B0604030504040204" pitchFamily="50" charset="-128"/>
                <a:ea typeface="メイリオ" panose="020B0604030504040204" pitchFamily="50" charset="-128"/>
              </a:rPr>
              <a:t>7</a:t>
            </a:r>
            <a:r>
              <a:rPr kumimoji="1" lang="en-US" altLang="ja-JP" sz="700" b="1">
                <a:latin typeface="メイリオ" panose="020B0604030504040204" pitchFamily="50" charset="-128"/>
                <a:ea typeface="メイリオ" panose="020B0604030504040204" pitchFamily="50" charset="-128"/>
              </a:rPr>
              <a:t>0)</a:t>
            </a:r>
          </a:p>
        </p:txBody>
      </p:sp>
      <p:sp>
        <p:nvSpPr>
          <p:cNvPr id="64" name="矢印: 五方向 63">
            <a:extLst>
              <a:ext uri="{FF2B5EF4-FFF2-40B4-BE49-F238E27FC236}">
                <a16:creationId xmlns:a16="http://schemas.microsoft.com/office/drawing/2014/main" id="{D760BC19-EF19-967D-26B3-2F4E0F125776}"/>
              </a:ext>
            </a:extLst>
          </p:cNvPr>
          <p:cNvSpPr/>
          <p:nvPr/>
        </p:nvSpPr>
        <p:spPr>
          <a:xfrm>
            <a:off x="4476597" y="4790671"/>
            <a:ext cx="1741709" cy="324000"/>
          </a:xfrm>
          <a:prstGeom prst="homePlate">
            <a:avLst>
              <a:gd name="adj" fmla="val 0"/>
            </a:avLst>
          </a:prstGeom>
          <a:solidFill>
            <a:srgbClr val="92D050"/>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latin typeface="メイリオ" panose="020B0604030504040204" pitchFamily="50" charset="-128"/>
                <a:ea typeface="メイリオ" panose="020B0604030504040204" pitchFamily="50" charset="-128"/>
              </a:rPr>
              <a:t>[G]NPC7L-R56-G5</a:t>
            </a:r>
          </a:p>
          <a:p>
            <a:pPr algn="ctr"/>
            <a:r>
              <a:rPr kumimoji="1" lang="en-US" altLang="ja-JP" sz="700" b="1">
                <a:latin typeface="メイリオ" panose="020B0604030504040204" pitchFamily="50" charset="-128"/>
                <a:ea typeface="メイリオ" panose="020B0604030504040204" pitchFamily="50" charset="-128"/>
              </a:rPr>
              <a:t>(Intel Core i7/RTX5060)</a:t>
            </a:r>
          </a:p>
        </p:txBody>
      </p:sp>
      <p:sp>
        <p:nvSpPr>
          <p:cNvPr id="65" name="矢印: 五方向 64">
            <a:extLst>
              <a:ext uri="{FF2B5EF4-FFF2-40B4-BE49-F238E27FC236}">
                <a16:creationId xmlns:a16="http://schemas.microsoft.com/office/drawing/2014/main" id="{8B0EF1DE-3EA0-16F1-DBFE-536BEA0AB1C6}"/>
              </a:ext>
            </a:extLst>
          </p:cNvPr>
          <p:cNvSpPr/>
          <p:nvPr/>
        </p:nvSpPr>
        <p:spPr>
          <a:xfrm>
            <a:off x="4476597" y="5606998"/>
            <a:ext cx="1758829" cy="324000"/>
          </a:xfrm>
          <a:prstGeom prst="homePlate">
            <a:avLst>
              <a:gd name="adj" fmla="val 0"/>
            </a:avLst>
          </a:prstGeom>
          <a:solidFill>
            <a:srgbClr val="92D050"/>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latin typeface="メイリオ" panose="020B0604030504040204" pitchFamily="50" charset="-128"/>
                <a:ea typeface="メイリオ" panose="020B0604030504040204" pitchFamily="50" charset="-128"/>
              </a:rPr>
              <a:t>[G]NPC5L-R55-G5</a:t>
            </a:r>
          </a:p>
          <a:p>
            <a:pPr algn="ctr"/>
            <a:r>
              <a:rPr kumimoji="1" lang="en-US" altLang="ja-JP" sz="700" b="1">
                <a:latin typeface="メイリオ" panose="020B0604030504040204" pitchFamily="50" charset="-128"/>
                <a:ea typeface="メイリオ" panose="020B0604030504040204" pitchFamily="50" charset="-128"/>
              </a:rPr>
              <a:t>(Intel Core i5/RTX5050)</a:t>
            </a:r>
          </a:p>
        </p:txBody>
      </p:sp>
      <p:sp>
        <p:nvSpPr>
          <p:cNvPr id="66" name="矢印: 五方向 65">
            <a:extLst>
              <a:ext uri="{FF2B5EF4-FFF2-40B4-BE49-F238E27FC236}">
                <a16:creationId xmlns:a16="http://schemas.microsoft.com/office/drawing/2014/main" id="{BEC62419-4C67-B363-6C9A-74708948AAF9}"/>
              </a:ext>
            </a:extLst>
          </p:cNvPr>
          <p:cNvSpPr/>
          <p:nvPr/>
        </p:nvSpPr>
        <p:spPr>
          <a:xfrm>
            <a:off x="6413697" y="4783380"/>
            <a:ext cx="1741709" cy="324000"/>
          </a:xfrm>
          <a:prstGeom prst="homePlate">
            <a:avLst>
              <a:gd name="adj" fmla="val 0"/>
            </a:avLst>
          </a:prstGeom>
          <a:solidFill>
            <a:srgbClr val="92D050"/>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latin typeface="メイリオ" panose="020B0604030504040204" pitchFamily="50" charset="-128"/>
                <a:ea typeface="メイリオ" panose="020B0604030504040204" pitchFamily="50" charset="-128"/>
              </a:rPr>
              <a:t>[C]NSC7L-R56-C6</a:t>
            </a:r>
          </a:p>
          <a:p>
            <a:pPr algn="ctr"/>
            <a:r>
              <a:rPr kumimoji="1" lang="en-US" altLang="ja-JP" sz="700" b="1">
                <a:latin typeface="メイリオ" panose="020B0604030504040204" pitchFamily="50" charset="-128"/>
                <a:ea typeface="メイリオ" panose="020B0604030504040204" pitchFamily="50" charset="-128"/>
              </a:rPr>
              <a:t>(Intel Core 7/RTX5060)</a:t>
            </a:r>
          </a:p>
        </p:txBody>
      </p:sp>
      <p:sp>
        <p:nvSpPr>
          <p:cNvPr id="67" name="矢印: 五方向 66">
            <a:extLst>
              <a:ext uri="{FF2B5EF4-FFF2-40B4-BE49-F238E27FC236}">
                <a16:creationId xmlns:a16="http://schemas.microsoft.com/office/drawing/2014/main" id="{E2FC4A3E-69E0-D2D2-E10A-1285032C6A66}"/>
              </a:ext>
            </a:extLst>
          </p:cNvPr>
          <p:cNvSpPr/>
          <p:nvPr/>
        </p:nvSpPr>
        <p:spPr>
          <a:xfrm>
            <a:off x="6396577" y="5185019"/>
            <a:ext cx="1758829" cy="324000"/>
          </a:xfrm>
          <a:prstGeom prst="homePlate">
            <a:avLst>
              <a:gd name="adj" fmla="val 0"/>
            </a:avLst>
          </a:prstGeom>
          <a:solidFill>
            <a:srgbClr val="92D050"/>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latin typeface="メイリオ" panose="020B0604030504040204" pitchFamily="50" charset="-128"/>
                <a:ea typeface="メイリオ" panose="020B0604030504040204" pitchFamily="50" charset="-128"/>
              </a:rPr>
              <a:t>[C]NSC7L-R55-C6</a:t>
            </a:r>
          </a:p>
          <a:p>
            <a:pPr algn="ctr"/>
            <a:r>
              <a:rPr kumimoji="1" lang="en-US" altLang="ja-JP" sz="700" b="1">
                <a:latin typeface="メイリオ" panose="020B0604030504040204" pitchFamily="50" charset="-128"/>
                <a:ea typeface="メイリオ" panose="020B0604030504040204" pitchFamily="50" charset="-128"/>
              </a:rPr>
              <a:t>(Intel Core 7/RTX50</a:t>
            </a:r>
            <a:r>
              <a:rPr lang="en-US" altLang="ja-JP" sz="700" b="1">
                <a:latin typeface="メイリオ" panose="020B0604030504040204" pitchFamily="50" charset="-128"/>
                <a:ea typeface="メイリオ" panose="020B0604030504040204" pitchFamily="50" charset="-128"/>
              </a:rPr>
              <a:t>5</a:t>
            </a:r>
            <a:r>
              <a:rPr kumimoji="1" lang="en-US" altLang="ja-JP" sz="700" b="1">
                <a:latin typeface="メイリオ" panose="020B0604030504040204" pitchFamily="50" charset="-128"/>
                <a:ea typeface="メイリオ" panose="020B0604030504040204" pitchFamily="50" charset="-128"/>
              </a:rPr>
              <a:t>0)</a:t>
            </a:r>
          </a:p>
        </p:txBody>
      </p:sp>
      <p:sp>
        <p:nvSpPr>
          <p:cNvPr id="68" name="矢印: 五方向 67">
            <a:extLst>
              <a:ext uri="{FF2B5EF4-FFF2-40B4-BE49-F238E27FC236}">
                <a16:creationId xmlns:a16="http://schemas.microsoft.com/office/drawing/2014/main" id="{145503DA-6A17-EFA1-3ED6-72885307FCD4}"/>
              </a:ext>
            </a:extLst>
          </p:cNvPr>
          <p:cNvSpPr/>
          <p:nvPr/>
        </p:nvSpPr>
        <p:spPr>
          <a:xfrm>
            <a:off x="4486413" y="5980925"/>
            <a:ext cx="1739565" cy="324000"/>
          </a:xfrm>
          <a:prstGeom prst="homePlate">
            <a:avLst>
              <a:gd name="adj" fmla="val 0"/>
            </a:avLst>
          </a:prstGeom>
          <a:solidFill>
            <a:schemeClr val="bg2">
              <a:lumMod val="9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latin typeface="メイリオ" panose="020B0604030504040204" pitchFamily="50" charset="-128"/>
                <a:ea typeface="メイリオ" panose="020B0604030504040204" pitchFamily="50" charset="-128"/>
              </a:rPr>
              <a:t>[G]</a:t>
            </a:r>
            <a:r>
              <a:rPr lang="ja-JP" altLang="en-US" sz="1000" b="1">
                <a:latin typeface="メイリオ" panose="020B0604030504040204" pitchFamily="50" charset="-128"/>
                <a:ea typeface="メイリオ" panose="020B0604030504040204" pitchFamily="50" charset="-128"/>
              </a:rPr>
              <a:t>価格最優先モデル</a:t>
            </a:r>
            <a:endParaRPr lang="en-US" altLang="ja-JP" sz="1000" b="1">
              <a:latin typeface="メイリオ" panose="020B0604030504040204" pitchFamily="50" charset="-128"/>
              <a:ea typeface="メイリオ" panose="020B0604030504040204" pitchFamily="50" charset="-128"/>
            </a:endParaRPr>
          </a:p>
          <a:p>
            <a:pPr algn="ctr"/>
            <a:r>
              <a:rPr lang="en-US" altLang="ja-JP" sz="1000" b="1">
                <a:latin typeface="メイリオ" panose="020B0604030504040204" pitchFamily="50" charset="-128"/>
                <a:ea typeface="メイリオ" panose="020B0604030504040204" pitchFamily="50" charset="-128"/>
              </a:rPr>
              <a:t>[</a:t>
            </a:r>
            <a:r>
              <a:rPr lang="ja-JP" altLang="en-US" sz="1000" b="1">
                <a:latin typeface="メイリオ" panose="020B0604030504040204" pitchFamily="50" charset="-128"/>
                <a:ea typeface="メイリオ" panose="020B0604030504040204" pitchFamily="50" charset="-128"/>
              </a:rPr>
              <a:t>ベア</a:t>
            </a:r>
            <a:r>
              <a:rPr lang="en-US" altLang="ja-JP" sz="1000" b="1">
                <a:latin typeface="メイリオ" panose="020B0604030504040204" pitchFamily="50" charset="-128"/>
                <a:ea typeface="メイリオ" panose="020B0604030504040204" pitchFamily="50" charset="-128"/>
              </a:rPr>
              <a:t>C]</a:t>
            </a:r>
            <a:endParaRPr kumimoji="1" lang="en-US" altLang="ja-JP" sz="700" b="1">
              <a:latin typeface="メイリオ" panose="020B0604030504040204" pitchFamily="50" charset="-128"/>
              <a:ea typeface="メイリオ" panose="020B0604030504040204" pitchFamily="50" charset="-128"/>
            </a:endParaRPr>
          </a:p>
        </p:txBody>
      </p:sp>
      <p:sp>
        <p:nvSpPr>
          <p:cNvPr id="69" name="矢印: 五方向 68">
            <a:extLst>
              <a:ext uri="{FF2B5EF4-FFF2-40B4-BE49-F238E27FC236}">
                <a16:creationId xmlns:a16="http://schemas.microsoft.com/office/drawing/2014/main" id="{F4AE16CC-8943-8120-BAF4-B558F53A86DB}"/>
              </a:ext>
            </a:extLst>
          </p:cNvPr>
          <p:cNvSpPr/>
          <p:nvPr/>
        </p:nvSpPr>
        <p:spPr>
          <a:xfrm>
            <a:off x="4893450" y="1061097"/>
            <a:ext cx="1765062" cy="324000"/>
          </a:xfrm>
          <a:prstGeom prst="homePlate">
            <a:avLst>
              <a:gd name="adj" fmla="val 0"/>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latin typeface="メイリオ" panose="020B0604030504040204" pitchFamily="50" charset="-128"/>
                <a:ea typeface="メイリオ" panose="020B0604030504040204" pitchFamily="50" charset="-128"/>
              </a:rPr>
              <a:t>2:[G]N</a:t>
            </a:r>
            <a:r>
              <a:rPr kumimoji="1" lang="en-US" altLang="ja-JP" sz="1000" b="1">
                <a:latin typeface="メイリオ" panose="020B0604030504040204" pitchFamily="50" charset="-128"/>
                <a:ea typeface="メイリオ" panose="020B0604030504040204" pitchFamily="50" charset="-128"/>
              </a:rPr>
              <a:t>MC9L-R59-G8</a:t>
            </a:r>
          </a:p>
          <a:p>
            <a:pPr algn="ctr"/>
            <a:r>
              <a:rPr lang="en-US" altLang="ja-JP" sz="700" b="1">
                <a:latin typeface="メイリオ" panose="020B0604030504040204" pitchFamily="50" charset="-128"/>
                <a:ea typeface="メイリオ" panose="020B0604030504040204" pitchFamily="50" charset="-128"/>
              </a:rPr>
              <a:t>(</a:t>
            </a:r>
            <a:r>
              <a:rPr kumimoji="1" lang="en-US" altLang="ja-JP" sz="700" b="1">
                <a:latin typeface="メイリオ" panose="020B0604030504040204" pitchFamily="50" charset="-128"/>
                <a:ea typeface="メイリオ" panose="020B0604030504040204" pitchFamily="50" charset="-128"/>
              </a:rPr>
              <a:t>Intel Ultra 9/RTX5090)</a:t>
            </a:r>
            <a:endParaRPr kumimoji="1" lang="en-US" altLang="ja-JP" sz="700">
              <a:latin typeface="メイリオ" panose="020B0604030504040204" pitchFamily="50" charset="-128"/>
              <a:ea typeface="メイリオ" panose="020B0604030504040204" pitchFamily="50" charset="-128"/>
            </a:endParaRPr>
          </a:p>
        </p:txBody>
      </p:sp>
      <p:sp>
        <p:nvSpPr>
          <p:cNvPr id="70" name="矢印: 五方向 69">
            <a:extLst>
              <a:ext uri="{FF2B5EF4-FFF2-40B4-BE49-F238E27FC236}">
                <a16:creationId xmlns:a16="http://schemas.microsoft.com/office/drawing/2014/main" id="{318E6835-7968-C7A7-B902-3901517A9CF4}"/>
              </a:ext>
            </a:extLst>
          </p:cNvPr>
          <p:cNvSpPr/>
          <p:nvPr/>
        </p:nvSpPr>
        <p:spPr>
          <a:xfrm>
            <a:off x="5862145" y="1412031"/>
            <a:ext cx="1765062" cy="324000"/>
          </a:xfrm>
          <a:prstGeom prst="homePlate">
            <a:avLst>
              <a:gd name="adj" fmla="val 0"/>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latin typeface="メイリオ" panose="020B0604030504040204" pitchFamily="50" charset="-128"/>
                <a:ea typeface="メイリオ" panose="020B0604030504040204" pitchFamily="50" charset="-128"/>
              </a:rPr>
              <a:t>3:[G/C]NMC9L-R58-H6</a:t>
            </a:r>
          </a:p>
          <a:p>
            <a:pPr algn="ctr"/>
            <a:r>
              <a:rPr lang="en-US" altLang="ja-JP" sz="700" b="1">
                <a:latin typeface="メイリオ" panose="020B0604030504040204" pitchFamily="50" charset="-128"/>
                <a:ea typeface="メイリオ" panose="020B0604030504040204" pitchFamily="50" charset="-128"/>
              </a:rPr>
              <a:t>(Intel Ultra 9/RTX5080)</a:t>
            </a:r>
          </a:p>
        </p:txBody>
      </p:sp>
      <p:cxnSp>
        <p:nvCxnSpPr>
          <p:cNvPr id="72" name="直線矢印コネクタ 71">
            <a:extLst>
              <a:ext uri="{FF2B5EF4-FFF2-40B4-BE49-F238E27FC236}">
                <a16:creationId xmlns:a16="http://schemas.microsoft.com/office/drawing/2014/main" id="{A460EEA0-3E9E-8AF5-7972-AC6CB6EB08F7}"/>
              </a:ext>
            </a:extLst>
          </p:cNvPr>
          <p:cNvCxnSpPr>
            <a:stCxn id="38" idx="3"/>
            <a:endCxn id="69" idx="1"/>
          </p:cNvCxnSpPr>
          <p:nvPr/>
        </p:nvCxnSpPr>
        <p:spPr>
          <a:xfrm>
            <a:off x="2393632" y="1223097"/>
            <a:ext cx="24998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直線矢印コネクタ 73">
            <a:extLst>
              <a:ext uri="{FF2B5EF4-FFF2-40B4-BE49-F238E27FC236}">
                <a16:creationId xmlns:a16="http://schemas.microsoft.com/office/drawing/2014/main" id="{A1E6B411-7866-B201-FB61-0DD37E935FC7}"/>
              </a:ext>
            </a:extLst>
          </p:cNvPr>
          <p:cNvCxnSpPr>
            <a:stCxn id="39" idx="3"/>
            <a:endCxn id="70" idx="1"/>
          </p:cNvCxnSpPr>
          <p:nvPr/>
        </p:nvCxnSpPr>
        <p:spPr>
          <a:xfrm>
            <a:off x="3362327" y="1574031"/>
            <a:ext cx="24998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5" name="矢印: 五方向 74">
            <a:extLst>
              <a:ext uri="{FF2B5EF4-FFF2-40B4-BE49-F238E27FC236}">
                <a16:creationId xmlns:a16="http://schemas.microsoft.com/office/drawing/2014/main" id="{1882E669-2CDF-BD92-1995-7B7B3E1FF628}"/>
              </a:ext>
            </a:extLst>
          </p:cNvPr>
          <p:cNvSpPr/>
          <p:nvPr/>
        </p:nvSpPr>
        <p:spPr>
          <a:xfrm>
            <a:off x="4737756" y="1007031"/>
            <a:ext cx="2979896" cy="802720"/>
          </a:xfrm>
          <a:prstGeom prst="homePlate">
            <a:avLst>
              <a:gd name="adj" fmla="val 0"/>
            </a:avLst>
          </a:prstGeom>
          <a:solidFill>
            <a:srgbClr val="ED7D31">
              <a:alpha val="40000"/>
            </a:srgb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200" b="1">
                <a:latin typeface="メイリオ" panose="020B0604030504040204" pitchFamily="50" charset="-128"/>
                <a:ea typeface="メイリオ" panose="020B0604030504040204" pitchFamily="50" charset="-128"/>
              </a:rPr>
              <a:t>New GeForce</a:t>
            </a:r>
          </a:p>
          <a:p>
            <a:pPr algn="ctr"/>
            <a:r>
              <a:rPr lang="ja-JP" altLang="en-US" sz="1200" b="1">
                <a:latin typeface="メイリオ" panose="020B0604030504040204" pitchFamily="50" charset="-128"/>
                <a:ea typeface="メイリオ" panose="020B0604030504040204" pitchFamily="50" charset="-128"/>
              </a:rPr>
              <a:t>アップデート</a:t>
            </a:r>
            <a:endParaRPr lang="en-US" altLang="ja-JP" sz="1200" b="1">
              <a:latin typeface="メイリオ" panose="020B0604030504040204" pitchFamily="50" charset="-128"/>
              <a:ea typeface="メイリオ" panose="020B0604030504040204" pitchFamily="50" charset="-128"/>
            </a:endParaRPr>
          </a:p>
        </p:txBody>
      </p:sp>
      <p:sp>
        <p:nvSpPr>
          <p:cNvPr id="76" name="矢印: 五方向 75">
            <a:extLst>
              <a:ext uri="{FF2B5EF4-FFF2-40B4-BE49-F238E27FC236}">
                <a16:creationId xmlns:a16="http://schemas.microsoft.com/office/drawing/2014/main" id="{4F5551BD-EE35-192D-76B4-46FF2713DC0D}"/>
              </a:ext>
            </a:extLst>
          </p:cNvPr>
          <p:cNvSpPr/>
          <p:nvPr/>
        </p:nvSpPr>
        <p:spPr>
          <a:xfrm>
            <a:off x="6388200" y="3864381"/>
            <a:ext cx="1765062" cy="324000"/>
          </a:xfrm>
          <a:prstGeom prst="homePlate">
            <a:avLst>
              <a:gd name="adj" fmla="val 0"/>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latin typeface="メイリオ" panose="020B0604030504040204" pitchFamily="50" charset="-128"/>
                <a:ea typeface="メイリオ" panose="020B0604030504040204" pitchFamily="50" charset="-128"/>
              </a:rPr>
              <a:t>12:[C] NDR9L-IG-C4</a:t>
            </a:r>
          </a:p>
          <a:p>
            <a:pPr algn="ctr"/>
            <a:r>
              <a:rPr lang="en-US" altLang="ja-JP" sz="700" b="1">
                <a:latin typeface="メイリオ" panose="020B0604030504040204" pitchFamily="50" charset="-128"/>
                <a:ea typeface="メイリオ" panose="020B0604030504040204" pitchFamily="50" charset="-128"/>
              </a:rPr>
              <a:t>(AMD Ryzen AI 9/</a:t>
            </a:r>
            <a:r>
              <a:rPr lang="en-US" altLang="ja-JP" sz="700" b="1" err="1">
                <a:latin typeface="メイリオ" panose="020B0604030504040204" pitchFamily="50" charset="-128"/>
                <a:ea typeface="メイリオ" panose="020B0604030504040204" pitchFamily="50" charset="-128"/>
              </a:rPr>
              <a:t>iGPU</a:t>
            </a:r>
            <a:r>
              <a:rPr lang="en-US" altLang="ja-JP" sz="700" b="1">
                <a:latin typeface="メイリオ" panose="020B0604030504040204" pitchFamily="50" charset="-128"/>
                <a:ea typeface="メイリオ" panose="020B0604030504040204" pitchFamily="50" charset="-128"/>
              </a:rPr>
              <a:t>)</a:t>
            </a:r>
            <a:endParaRPr kumimoji="1" lang="en-US" altLang="ja-JP" sz="700" b="1">
              <a:latin typeface="メイリオ" panose="020B0604030504040204" pitchFamily="50" charset="-128"/>
              <a:ea typeface="メイリオ" panose="020B0604030504040204" pitchFamily="50" charset="-128"/>
            </a:endParaRPr>
          </a:p>
        </p:txBody>
      </p:sp>
      <p:sp>
        <p:nvSpPr>
          <p:cNvPr id="81" name="矢印: 五方向 80">
            <a:extLst>
              <a:ext uri="{FF2B5EF4-FFF2-40B4-BE49-F238E27FC236}">
                <a16:creationId xmlns:a16="http://schemas.microsoft.com/office/drawing/2014/main" id="{56416DBC-1738-C087-090E-436F09D273FA}"/>
              </a:ext>
            </a:extLst>
          </p:cNvPr>
          <p:cNvSpPr/>
          <p:nvPr/>
        </p:nvSpPr>
        <p:spPr>
          <a:xfrm>
            <a:off x="4470363" y="2661066"/>
            <a:ext cx="1751537" cy="324000"/>
          </a:xfrm>
          <a:prstGeom prst="homePlate">
            <a:avLst>
              <a:gd name="adj" fmla="val 0"/>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1000" b="1">
                <a:latin typeface="メイリオ" panose="020B0604030504040204" pitchFamily="50" charset="-128"/>
                <a:ea typeface="メイリオ" panose="020B0604030504040204" pitchFamily="50" charset="-128"/>
              </a:rPr>
              <a:t>6:[G]ZL7C-R57-6A</a:t>
            </a:r>
          </a:p>
          <a:p>
            <a:pPr algn="ctr"/>
            <a:r>
              <a:rPr kumimoji="1" lang="en-US" altLang="ja-JP" sz="700" b="1">
                <a:latin typeface="メイリオ" panose="020B0604030504040204" pitchFamily="50" charset="-128"/>
                <a:ea typeface="メイリオ" panose="020B0604030504040204" pitchFamily="50" charset="-128"/>
              </a:rPr>
              <a:t>(Intel Core Ultra 7/RTX5070)</a:t>
            </a:r>
          </a:p>
        </p:txBody>
      </p:sp>
      <p:sp>
        <p:nvSpPr>
          <p:cNvPr id="82" name="矢印: 五方向 81">
            <a:extLst>
              <a:ext uri="{FF2B5EF4-FFF2-40B4-BE49-F238E27FC236}">
                <a16:creationId xmlns:a16="http://schemas.microsoft.com/office/drawing/2014/main" id="{F3852D94-2AAB-4B19-C41D-66A5D4224FBA}"/>
              </a:ext>
            </a:extLst>
          </p:cNvPr>
          <p:cNvSpPr/>
          <p:nvPr/>
        </p:nvSpPr>
        <p:spPr>
          <a:xfrm>
            <a:off x="4470363" y="2269542"/>
            <a:ext cx="1765063" cy="324000"/>
          </a:xfrm>
          <a:prstGeom prst="homePlate">
            <a:avLst>
              <a:gd name="adj" fmla="val 0"/>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1000" b="1">
                <a:latin typeface="メイリオ" panose="020B0604030504040204" pitchFamily="50" charset="-128"/>
                <a:ea typeface="メイリオ" panose="020B0604030504040204" pitchFamily="50" charset="-128"/>
              </a:rPr>
              <a:t>5:[G]ZL9C-R57T-6A</a:t>
            </a:r>
          </a:p>
          <a:p>
            <a:pPr algn="ctr"/>
            <a:r>
              <a:rPr kumimoji="1" lang="en-US" altLang="ja-JP" sz="700" b="1">
                <a:latin typeface="メイリオ" panose="020B0604030504040204" pitchFamily="50" charset="-128"/>
                <a:ea typeface="メイリオ" panose="020B0604030504040204" pitchFamily="50" charset="-128"/>
              </a:rPr>
              <a:t>(Intel Core Ultra 9/RTX5070Ti)</a:t>
            </a:r>
          </a:p>
        </p:txBody>
      </p:sp>
      <p:cxnSp>
        <p:nvCxnSpPr>
          <p:cNvPr id="83" name="直線矢印コネクタ 82">
            <a:extLst>
              <a:ext uri="{FF2B5EF4-FFF2-40B4-BE49-F238E27FC236}">
                <a16:creationId xmlns:a16="http://schemas.microsoft.com/office/drawing/2014/main" id="{F5C81CCF-0E70-876A-C4EA-01F5730B114E}"/>
              </a:ext>
            </a:extLst>
          </p:cNvPr>
          <p:cNvCxnSpPr>
            <a:cxnSpLocks/>
            <a:stCxn id="44" idx="3"/>
            <a:endCxn id="82" idx="1"/>
          </p:cNvCxnSpPr>
          <p:nvPr/>
        </p:nvCxnSpPr>
        <p:spPr>
          <a:xfrm flipV="1">
            <a:off x="2393633" y="2431542"/>
            <a:ext cx="2076730" cy="6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4515D7C0-271B-D2FC-C37F-D19777F897FC}"/>
              </a:ext>
            </a:extLst>
          </p:cNvPr>
          <p:cNvCxnSpPr>
            <a:cxnSpLocks/>
            <a:stCxn id="43" idx="3"/>
            <a:endCxn id="81" idx="1"/>
          </p:cNvCxnSpPr>
          <p:nvPr/>
        </p:nvCxnSpPr>
        <p:spPr>
          <a:xfrm flipV="1">
            <a:off x="2380107" y="2823066"/>
            <a:ext cx="2090256" cy="6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直線矢印コネクタ 88">
            <a:extLst>
              <a:ext uri="{FF2B5EF4-FFF2-40B4-BE49-F238E27FC236}">
                <a16:creationId xmlns:a16="http://schemas.microsoft.com/office/drawing/2014/main" id="{4460B19C-DDFA-DFB9-3EA1-DBAC7BD2528A}"/>
              </a:ext>
            </a:extLst>
          </p:cNvPr>
          <p:cNvCxnSpPr>
            <a:cxnSpLocks/>
            <a:stCxn id="45" idx="3"/>
            <a:endCxn id="95" idx="1"/>
          </p:cNvCxnSpPr>
          <p:nvPr/>
        </p:nvCxnSpPr>
        <p:spPr>
          <a:xfrm flipV="1">
            <a:off x="4324971" y="2823680"/>
            <a:ext cx="2051846" cy="9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直線矢印コネクタ 91">
            <a:extLst>
              <a:ext uri="{FF2B5EF4-FFF2-40B4-BE49-F238E27FC236}">
                <a16:creationId xmlns:a16="http://schemas.microsoft.com/office/drawing/2014/main" id="{3EA33206-4A2C-48EA-AF94-F85AB7F566A3}"/>
              </a:ext>
            </a:extLst>
          </p:cNvPr>
          <p:cNvCxnSpPr>
            <a:cxnSpLocks/>
            <a:stCxn id="48" idx="3"/>
            <a:endCxn id="76" idx="1"/>
          </p:cNvCxnSpPr>
          <p:nvPr/>
        </p:nvCxnSpPr>
        <p:spPr>
          <a:xfrm>
            <a:off x="4324971" y="3996176"/>
            <a:ext cx="2063229" cy="302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5" name="矢印: 五方向 94">
            <a:extLst>
              <a:ext uri="{FF2B5EF4-FFF2-40B4-BE49-F238E27FC236}">
                <a16:creationId xmlns:a16="http://schemas.microsoft.com/office/drawing/2014/main" id="{BD356984-CD9F-FFF7-0306-CDD03359371D}"/>
              </a:ext>
            </a:extLst>
          </p:cNvPr>
          <p:cNvSpPr/>
          <p:nvPr/>
        </p:nvSpPr>
        <p:spPr>
          <a:xfrm>
            <a:off x="6376817" y="2661680"/>
            <a:ext cx="1765062" cy="324000"/>
          </a:xfrm>
          <a:prstGeom prst="homePlate">
            <a:avLst>
              <a:gd name="adj" fmla="val 0"/>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latin typeface="メイリオ" panose="020B0604030504040204" pitchFamily="50" charset="-128"/>
                <a:ea typeface="メイリオ" panose="020B0604030504040204" pitchFamily="50" charset="-128"/>
              </a:rPr>
              <a:t>7:[</a:t>
            </a:r>
            <a:r>
              <a:rPr kumimoji="1" lang="en-US" altLang="ja-JP" sz="1000" b="1">
                <a:latin typeface="メイリオ" panose="020B0604030504040204" pitchFamily="50" charset="-128"/>
                <a:ea typeface="メイリオ" panose="020B0604030504040204" pitchFamily="50" charset="-128"/>
              </a:rPr>
              <a:t>C] ZL9C-R57-C7</a:t>
            </a:r>
          </a:p>
          <a:p>
            <a:pPr algn="ctr"/>
            <a:r>
              <a:rPr kumimoji="1" lang="en-US" altLang="ja-JP" sz="700" b="1">
                <a:latin typeface="メイリオ" panose="020B0604030504040204" pitchFamily="50" charset="-128"/>
                <a:ea typeface="メイリオ" panose="020B0604030504040204" pitchFamily="50" charset="-128"/>
              </a:rPr>
              <a:t>(Intel Core i9/RTX5070)</a:t>
            </a:r>
            <a:r>
              <a:rPr kumimoji="1" lang="ja-JP" altLang="en-US" sz="700" b="1">
                <a:latin typeface="メイリオ" panose="020B0604030504040204" pitchFamily="50" charset="-128"/>
                <a:ea typeface="メイリオ" panose="020B0604030504040204" pitchFamily="50" charset="-128"/>
              </a:rPr>
              <a:t>　</a:t>
            </a:r>
            <a:endParaRPr kumimoji="1" lang="en-US" altLang="ja-JP" sz="700" b="1">
              <a:latin typeface="メイリオ" panose="020B0604030504040204" pitchFamily="50" charset="-128"/>
              <a:ea typeface="メイリオ" panose="020B0604030504040204" pitchFamily="50" charset="-128"/>
            </a:endParaRPr>
          </a:p>
        </p:txBody>
      </p:sp>
      <p:sp>
        <p:nvSpPr>
          <p:cNvPr id="99" name="テキスト ボックス 98">
            <a:extLst>
              <a:ext uri="{FF2B5EF4-FFF2-40B4-BE49-F238E27FC236}">
                <a16:creationId xmlns:a16="http://schemas.microsoft.com/office/drawing/2014/main" id="{DB0D3D24-6ABC-029C-7CCB-FC84A4E38674}"/>
              </a:ext>
            </a:extLst>
          </p:cNvPr>
          <p:cNvSpPr txBox="1"/>
          <p:nvPr/>
        </p:nvSpPr>
        <p:spPr>
          <a:xfrm>
            <a:off x="127585" y="1408391"/>
            <a:ext cx="824916" cy="553998"/>
          </a:xfrm>
          <a:prstGeom prst="rect">
            <a:avLst/>
          </a:prstGeom>
          <a:noFill/>
        </p:spPr>
        <p:txBody>
          <a:bodyPr wrap="square" rtlCol="0">
            <a:spAutoFit/>
          </a:bodyPr>
          <a:lstStyle/>
          <a:p>
            <a:r>
              <a:rPr lang="en-US" altLang="ja-JP" sz="1000" b="1"/>
              <a:t>Master</a:t>
            </a:r>
          </a:p>
          <a:p>
            <a:r>
              <a:rPr kumimoji="1" lang="en-US" altLang="ja-JP" sz="1000" b="1"/>
              <a:t>Ultimate</a:t>
            </a:r>
          </a:p>
          <a:p>
            <a:r>
              <a:rPr lang="en-US" altLang="ja-JP" sz="1000" b="1"/>
              <a:t>60</a:t>
            </a:r>
            <a:r>
              <a:rPr lang="ja-JP" altLang="en-US" sz="1000" b="1"/>
              <a:t>万</a:t>
            </a:r>
            <a:endParaRPr kumimoji="1" lang="ja-JP" altLang="en-US" sz="1000" b="1"/>
          </a:p>
        </p:txBody>
      </p:sp>
      <p:sp>
        <p:nvSpPr>
          <p:cNvPr id="100" name="テキスト ボックス 99">
            <a:extLst>
              <a:ext uri="{FF2B5EF4-FFF2-40B4-BE49-F238E27FC236}">
                <a16:creationId xmlns:a16="http://schemas.microsoft.com/office/drawing/2014/main" id="{C75BD465-F113-AD8C-3C03-01C780B54ADE}"/>
              </a:ext>
            </a:extLst>
          </p:cNvPr>
          <p:cNvSpPr txBox="1"/>
          <p:nvPr/>
        </p:nvSpPr>
        <p:spPr>
          <a:xfrm>
            <a:off x="134226" y="6333156"/>
            <a:ext cx="824916" cy="400110"/>
          </a:xfrm>
          <a:prstGeom prst="rect">
            <a:avLst/>
          </a:prstGeom>
          <a:noFill/>
        </p:spPr>
        <p:txBody>
          <a:bodyPr wrap="square" rtlCol="0">
            <a:spAutoFit/>
          </a:bodyPr>
          <a:lstStyle/>
          <a:p>
            <a:r>
              <a:rPr lang="en-US" altLang="ja-JP" sz="1000" b="1"/>
              <a:t>Platinum</a:t>
            </a:r>
          </a:p>
          <a:p>
            <a:r>
              <a:rPr kumimoji="1" lang="en-US" altLang="ja-JP" sz="1000" b="1"/>
              <a:t>Selected</a:t>
            </a:r>
            <a:endParaRPr kumimoji="1" lang="ja-JP" altLang="en-US" sz="1000" b="1"/>
          </a:p>
        </p:txBody>
      </p:sp>
      <p:sp>
        <p:nvSpPr>
          <p:cNvPr id="101" name="テキスト ボックス 100">
            <a:extLst>
              <a:ext uri="{FF2B5EF4-FFF2-40B4-BE49-F238E27FC236}">
                <a16:creationId xmlns:a16="http://schemas.microsoft.com/office/drawing/2014/main" id="{010CBEF2-1C59-9B13-0D39-CED34E64B12A}"/>
              </a:ext>
            </a:extLst>
          </p:cNvPr>
          <p:cNvSpPr txBox="1"/>
          <p:nvPr/>
        </p:nvSpPr>
        <p:spPr>
          <a:xfrm>
            <a:off x="181160" y="3885538"/>
            <a:ext cx="824916" cy="553998"/>
          </a:xfrm>
          <a:prstGeom prst="rect">
            <a:avLst/>
          </a:prstGeom>
          <a:noFill/>
        </p:spPr>
        <p:txBody>
          <a:bodyPr wrap="square" rtlCol="0">
            <a:spAutoFit/>
          </a:bodyPr>
          <a:lstStyle/>
          <a:p>
            <a:r>
              <a:rPr kumimoji="1" lang="en-US" altLang="ja-JP" sz="1000" b="1"/>
              <a:t>Diamond</a:t>
            </a:r>
          </a:p>
          <a:p>
            <a:r>
              <a:rPr lang="en-US" altLang="ja-JP" sz="1000" b="1"/>
              <a:t>Deluxe</a:t>
            </a:r>
          </a:p>
          <a:p>
            <a:r>
              <a:rPr lang="en-US" altLang="ja-JP" sz="1000" b="1"/>
              <a:t>30</a:t>
            </a:r>
            <a:r>
              <a:rPr lang="ja-JP" altLang="en-US" sz="1000" b="1"/>
              <a:t>万</a:t>
            </a:r>
            <a:endParaRPr lang="en-US" altLang="ja-JP" sz="1000" b="1"/>
          </a:p>
        </p:txBody>
      </p:sp>
      <p:sp>
        <p:nvSpPr>
          <p:cNvPr id="102" name="矢印: 五方向 101">
            <a:extLst>
              <a:ext uri="{FF2B5EF4-FFF2-40B4-BE49-F238E27FC236}">
                <a16:creationId xmlns:a16="http://schemas.microsoft.com/office/drawing/2014/main" id="{A87FD513-8DBB-EBBA-6763-02FF36174601}"/>
              </a:ext>
            </a:extLst>
          </p:cNvPr>
          <p:cNvSpPr/>
          <p:nvPr/>
        </p:nvSpPr>
        <p:spPr>
          <a:xfrm>
            <a:off x="9293546" y="1423962"/>
            <a:ext cx="1765062" cy="324000"/>
          </a:xfrm>
          <a:prstGeom prst="homePlate">
            <a:avLst>
              <a:gd name="adj" fmla="val 0"/>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b="1">
                <a:latin typeface="メイリオ" panose="020B0604030504040204" pitchFamily="50" charset="-128"/>
                <a:ea typeface="メイリオ" panose="020B0604030504040204" pitchFamily="50" charset="-128"/>
              </a:rPr>
              <a:t>[G/C]Intel NOVA Lake HX</a:t>
            </a:r>
          </a:p>
          <a:p>
            <a:pPr algn="ctr"/>
            <a:r>
              <a:rPr lang="en-US" altLang="ja-JP" sz="800" b="1">
                <a:latin typeface="メイリオ" panose="020B0604030504040204" pitchFamily="50" charset="-128"/>
                <a:ea typeface="メイリオ" panose="020B0604030504040204" pitchFamily="50" charset="-128"/>
              </a:rPr>
              <a:t>+ </a:t>
            </a:r>
            <a:r>
              <a:rPr lang="en-US" altLang="ja-JP" sz="800" b="1" err="1">
                <a:latin typeface="メイリオ" panose="020B0604030504040204" pitchFamily="50" charset="-128"/>
                <a:ea typeface="メイリオ" panose="020B0604030504040204" pitchFamily="50" charset="-128"/>
              </a:rPr>
              <a:t>eforce</a:t>
            </a:r>
            <a:r>
              <a:rPr lang="ja-JP" altLang="en-US" sz="800" b="1">
                <a:latin typeface="メイリオ" panose="020B0604030504040204" pitchFamily="50" charset="-128"/>
                <a:ea typeface="メイリオ" panose="020B0604030504040204" pitchFamily="50" charset="-128"/>
              </a:rPr>
              <a:t> </a:t>
            </a:r>
            <a:r>
              <a:rPr lang="en-US" altLang="ja-JP" sz="800" b="1">
                <a:latin typeface="メイリオ" panose="020B0604030504040204" pitchFamily="50" charset="-128"/>
                <a:ea typeface="メイリオ" panose="020B0604030504040204" pitchFamily="50" charset="-128"/>
              </a:rPr>
              <a:t>5080</a:t>
            </a:r>
            <a:endParaRPr lang="en-US" altLang="ja-JP" sz="500" b="1">
              <a:latin typeface="メイリオ" panose="020B0604030504040204" pitchFamily="50" charset="-128"/>
              <a:ea typeface="メイリオ" panose="020B0604030504040204" pitchFamily="50" charset="-128"/>
            </a:endParaRPr>
          </a:p>
        </p:txBody>
      </p:sp>
      <p:sp>
        <p:nvSpPr>
          <p:cNvPr id="103" name="矢印: 五方向 102">
            <a:extLst>
              <a:ext uri="{FF2B5EF4-FFF2-40B4-BE49-F238E27FC236}">
                <a16:creationId xmlns:a16="http://schemas.microsoft.com/office/drawing/2014/main" id="{C313D2A6-70BF-FCAA-CE57-542C3D0F1F4E}"/>
              </a:ext>
            </a:extLst>
          </p:cNvPr>
          <p:cNvSpPr/>
          <p:nvPr/>
        </p:nvSpPr>
        <p:spPr>
          <a:xfrm>
            <a:off x="9293545" y="1069174"/>
            <a:ext cx="1765062" cy="324000"/>
          </a:xfrm>
          <a:prstGeom prst="homePlate">
            <a:avLst>
              <a:gd name="adj" fmla="val 0"/>
            </a:avLst>
          </a:prstGeom>
          <a:solidFill>
            <a:schemeClr val="tx1">
              <a:lumMod val="50000"/>
              <a:lumOff val="5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b="1">
                <a:latin typeface="メイリオ" panose="020B0604030504040204" pitchFamily="50" charset="-128"/>
                <a:ea typeface="メイリオ" panose="020B0604030504040204" pitchFamily="50" charset="-128"/>
              </a:rPr>
              <a:t>[G/C]Intel NOVA Lake HX</a:t>
            </a:r>
          </a:p>
          <a:p>
            <a:pPr algn="ctr"/>
            <a:r>
              <a:rPr lang="en-US" altLang="ja-JP" sz="800" b="1">
                <a:latin typeface="メイリオ" panose="020B0604030504040204" pitchFamily="50" charset="-128"/>
                <a:ea typeface="メイリオ" panose="020B0604030504040204" pitchFamily="50" charset="-128"/>
              </a:rPr>
              <a:t> + </a:t>
            </a:r>
            <a:r>
              <a:rPr lang="en-US" altLang="ja-JP" sz="800" b="1" err="1">
                <a:latin typeface="メイリオ" panose="020B0604030504040204" pitchFamily="50" charset="-128"/>
                <a:ea typeface="メイリオ" panose="020B0604030504040204" pitchFamily="50" charset="-128"/>
              </a:rPr>
              <a:t>Geforce</a:t>
            </a:r>
            <a:r>
              <a:rPr lang="en-US" altLang="ja-JP" sz="800" b="1">
                <a:latin typeface="メイリオ" panose="020B0604030504040204" pitchFamily="50" charset="-128"/>
                <a:ea typeface="メイリオ" panose="020B0604030504040204" pitchFamily="50" charset="-128"/>
              </a:rPr>
              <a:t> 5090</a:t>
            </a:r>
            <a:endParaRPr lang="en-US" altLang="ja-JP" sz="500" b="1">
              <a:latin typeface="メイリオ" panose="020B0604030504040204" pitchFamily="50" charset="-128"/>
              <a:ea typeface="メイリオ" panose="020B0604030504040204" pitchFamily="50" charset="-128"/>
            </a:endParaRPr>
          </a:p>
        </p:txBody>
      </p:sp>
      <p:sp>
        <p:nvSpPr>
          <p:cNvPr id="104" name="矢印: 五方向 103">
            <a:extLst>
              <a:ext uri="{FF2B5EF4-FFF2-40B4-BE49-F238E27FC236}">
                <a16:creationId xmlns:a16="http://schemas.microsoft.com/office/drawing/2014/main" id="{3A32A4F0-8375-83D4-3A1F-37E435CC10AB}"/>
              </a:ext>
            </a:extLst>
          </p:cNvPr>
          <p:cNvSpPr/>
          <p:nvPr/>
        </p:nvSpPr>
        <p:spPr>
          <a:xfrm>
            <a:off x="10232680" y="3815515"/>
            <a:ext cx="1765061" cy="324000"/>
          </a:xfrm>
          <a:prstGeom prst="homePlate">
            <a:avLst>
              <a:gd name="adj" fmla="val 0"/>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b="1">
                <a:latin typeface="メイリオ" panose="020B0604030504040204" pitchFamily="50" charset="-128"/>
                <a:ea typeface="メイリオ" panose="020B0604030504040204" pitchFamily="50" charset="-128"/>
              </a:rPr>
              <a:t>[C] Medusa TTM 14</a:t>
            </a:r>
            <a:r>
              <a:rPr lang="ja-JP" altLang="en-US" sz="800" b="1">
                <a:latin typeface="メイリオ" panose="020B0604030504040204" pitchFamily="50" charset="-128"/>
                <a:ea typeface="メイリオ" panose="020B0604030504040204" pitchFamily="50" charset="-128"/>
              </a:rPr>
              <a:t>インチ</a:t>
            </a:r>
            <a:r>
              <a:rPr lang="en-US" altLang="ja-JP" sz="800" b="1">
                <a:latin typeface="メイリオ" panose="020B0604030504040204" pitchFamily="50" charset="-128"/>
                <a:ea typeface="メイリオ" panose="020B0604030504040204" pitchFamily="50" charset="-128"/>
              </a:rPr>
              <a:t>(AMD Ryzen AI 9/</a:t>
            </a:r>
            <a:r>
              <a:rPr lang="en-US" altLang="ja-JP" sz="800" b="1" err="1">
                <a:latin typeface="メイリオ" panose="020B0604030504040204" pitchFamily="50" charset="-128"/>
                <a:ea typeface="メイリオ" panose="020B0604030504040204" pitchFamily="50" charset="-128"/>
              </a:rPr>
              <a:t>iGPU</a:t>
            </a:r>
            <a:r>
              <a:rPr lang="en-US" altLang="ja-JP" sz="800" b="1">
                <a:latin typeface="メイリオ" panose="020B0604030504040204" pitchFamily="50" charset="-128"/>
                <a:ea typeface="メイリオ" panose="020B0604030504040204" pitchFamily="50" charset="-128"/>
              </a:rPr>
              <a:t>)</a:t>
            </a:r>
            <a:endParaRPr kumimoji="1" lang="en-US" altLang="ja-JP" sz="800" b="1">
              <a:latin typeface="メイリオ" panose="020B0604030504040204" pitchFamily="50" charset="-128"/>
              <a:ea typeface="メイリオ" panose="020B0604030504040204" pitchFamily="50" charset="-128"/>
            </a:endParaRPr>
          </a:p>
        </p:txBody>
      </p:sp>
      <p:sp>
        <p:nvSpPr>
          <p:cNvPr id="105" name="矢印: 五方向 104">
            <a:extLst>
              <a:ext uri="{FF2B5EF4-FFF2-40B4-BE49-F238E27FC236}">
                <a16:creationId xmlns:a16="http://schemas.microsoft.com/office/drawing/2014/main" id="{958A4336-4941-8FF0-8876-68289981DABC}"/>
              </a:ext>
            </a:extLst>
          </p:cNvPr>
          <p:cNvSpPr/>
          <p:nvPr/>
        </p:nvSpPr>
        <p:spPr>
          <a:xfrm>
            <a:off x="9307072" y="2269542"/>
            <a:ext cx="1765062" cy="324000"/>
          </a:xfrm>
          <a:prstGeom prst="homePlate">
            <a:avLst>
              <a:gd name="adj" fmla="val 0"/>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b="1">
                <a:latin typeface="メイリオ" panose="020B0604030504040204" pitchFamily="50" charset="-128"/>
                <a:ea typeface="メイリオ" panose="020B0604030504040204" pitchFamily="50" charset="-128"/>
              </a:rPr>
              <a:t>[G/C]Intel NOVA Lake HX</a:t>
            </a:r>
          </a:p>
          <a:p>
            <a:pPr algn="ctr"/>
            <a:r>
              <a:rPr lang="en-US" altLang="ja-JP" sz="800" b="1">
                <a:latin typeface="メイリオ" panose="020B0604030504040204" pitchFamily="50" charset="-128"/>
                <a:ea typeface="メイリオ" panose="020B0604030504040204" pitchFamily="50" charset="-128"/>
              </a:rPr>
              <a:t>+ </a:t>
            </a:r>
            <a:r>
              <a:rPr lang="en-US" altLang="ja-JP" sz="800" b="1" err="1">
                <a:latin typeface="メイリオ" panose="020B0604030504040204" pitchFamily="50" charset="-128"/>
                <a:ea typeface="メイリオ" panose="020B0604030504040204" pitchFamily="50" charset="-128"/>
              </a:rPr>
              <a:t>Geforce</a:t>
            </a:r>
            <a:r>
              <a:rPr lang="ja-JP" altLang="en-US" sz="800" b="1">
                <a:latin typeface="メイリオ" panose="020B0604030504040204" pitchFamily="50" charset="-128"/>
                <a:ea typeface="メイリオ" panose="020B0604030504040204" pitchFamily="50" charset="-128"/>
              </a:rPr>
              <a:t> </a:t>
            </a:r>
            <a:r>
              <a:rPr lang="en-US" altLang="ja-JP" sz="800" b="1">
                <a:latin typeface="メイリオ" panose="020B0604030504040204" pitchFamily="50" charset="-128"/>
                <a:ea typeface="メイリオ" panose="020B0604030504040204" pitchFamily="50" charset="-128"/>
              </a:rPr>
              <a:t>5070Ti</a:t>
            </a:r>
          </a:p>
        </p:txBody>
      </p:sp>
      <p:sp>
        <p:nvSpPr>
          <p:cNvPr id="106" name="矢印: 五方向 105">
            <a:extLst>
              <a:ext uri="{FF2B5EF4-FFF2-40B4-BE49-F238E27FC236}">
                <a16:creationId xmlns:a16="http://schemas.microsoft.com/office/drawing/2014/main" id="{D768ACBF-19CB-5205-4AE7-6CB8F4C7E5FF}"/>
              </a:ext>
            </a:extLst>
          </p:cNvPr>
          <p:cNvSpPr/>
          <p:nvPr/>
        </p:nvSpPr>
        <p:spPr>
          <a:xfrm>
            <a:off x="9307072" y="2661066"/>
            <a:ext cx="1765062" cy="324000"/>
          </a:xfrm>
          <a:prstGeom prst="homePlate">
            <a:avLst>
              <a:gd name="adj" fmla="val 0"/>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b="1">
                <a:latin typeface="メイリオ" panose="020B0604030504040204" pitchFamily="50" charset="-128"/>
                <a:ea typeface="メイリオ" panose="020B0604030504040204" pitchFamily="50" charset="-128"/>
              </a:rPr>
              <a:t>[G/C]Intel XXXX</a:t>
            </a:r>
          </a:p>
          <a:p>
            <a:pPr algn="ctr"/>
            <a:r>
              <a:rPr lang="ja-JP" altLang="en-US" sz="800" b="1">
                <a:latin typeface="メイリオ" panose="020B0604030504040204" pitchFamily="50" charset="-128"/>
                <a:ea typeface="メイリオ" panose="020B0604030504040204" pitchFamily="50" charset="-128"/>
              </a:rPr>
              <a:t> </a:t>
            </a:r>
            <a:r>
              <a:rPr lang="en-US" altLang="ja-JP" sz="800" b="1">
                <a:latin typeface="メイリオ" panose="020B0604030504040204" pitchFamily="50" charset="-128"/>
                <a:ea typeface="メイリオ" panose="020B0604030504040204" pitchFamily="50" charset="-128"/>
              </a:rPr>
              <a:t>+ </a:t>
            </a:r>
            <a:r>
              <a:rPr lang="en-US" altLang="ja-JP" sz="800" b="1" err="1">
                <a:latin typeface="メイリオ" panose="020B0604030504040204" pitchFamily="50" charset="-128"/>
                <a:ea typeface="メイリオ" panose="020B0604030504040204" pitchFamily="50" charset="-128"/>
              </a:rPr>
              <a:t>Geforce</a:t>
            </a:r>
            <a:r>
              <a:rPr lang="ja-JP" altLang="en-US" sz="800" b="1">
                <a:latin typeface="メイリオ" panose="020B0604030504040204" pitchFamily="50" charset="-128"/>
                <a:ea typeface="メイリオ" panose="020B0604030504040204" pitchFamily="50" charset="-128"/>
              </a:rPr>
              <a:t> </a:t>
            </a:r>
            <a:r>
              <a:rPr lang="en-US" altLang="ja-JP" sz="800" b="1">
                <a:latin typeface="メイリオ" panose="020B0604030504040204" pitchFamily="50" charset="-128"/>
                <a:ea typeface="メイリオ" panose="020B0604030504040204" pitchFamily="50" charset="-128"/>
              </a:rPr>
              <a:t>5070</a:t>
            </a:r>
          </a:p>
        </p:txBody>
      </p:sp>
      <p:sp>
        <p:nvSpPr>
          <p:cNvPr id="109" name="矢印: 五方向 108">
            <a:extLst>
              <a:ext uri="{FF2B5EF4-FFF2-40B4-BE49-F238E27FC236}">
                <a16:creationId xmlns:a16="http://schemas.microsoft.com/office/drawing/2014/main" id="{6327AD22-2BBE-FEF9-EE3E-13BC75F5A4E4}"/>
              </a:ext>
            </a:extLst>
          </p:cNvPr>
          <p:cNvSpPr/>
          <p:nvPr/>
        </p:nvSpPr>
        <p:spPr>
          <a:xfrm>
            <a:off x="9293545" y="4381543"/>
            <a:ext cx="1765062" cy="324000"/>
          </a:xfrm>
          <a:prstGeom prst="homePlate">
            <a:avLst>
              <a:gd name="adj" fmla="val 0"/>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b="1">
                <a:latin typeface="メイリオ" panose="020B0604030504040204" pitchFamily="50" charset="-128"/>
                <a:ea typeface="メイリオ" panose="020B0604030504040204" pitchFamily="50" charset="-128"/>
              </a:rPr>
              <a:t>[G/C]Intel Raptor NEXT</a:t>
            </a:r>
          </a:p>
          <a:p>
            <a:pPr algn="ctr"/>
            <a:r>
              <a:rPr lang="en-US" altLang="ja-JP" sz="800" b="1">
                <a:latin typeface="メイリオ" panose="020B0604030504040204" pitchFamily="50" charset="-128"/>
                <a:ea typeface="メイリオ" panose="020B0604030504040204" pitchFamily="50" charset="-128"/>
              </a:rPr>
              <a:t>+</a:t>
            </a:r>
            <a:r>
              <a:rPr lang="en-US" altLang="ja-JP" sz="800" b="1" err="1">
                <a:latin typeface="メイリオ" panose="020B0604030504040204" pitchFamily="50" charset="-128"/>
                <a:ea typeface="メイリオ" panose="020B0604030504040204" pitchFamily="50" charset="-128"/>
              </a:rPr>
              <a:t>Geforce</a:t>
            </a:r>
            <a:r>
              <a:rPr lang="ja-JP" altLang="en-US" sz="800" b="1">
                <a:latin typeface="メイリオ" panose="020B0604030504040204" pitchFamily="50" charset="-128"/>
                <a:ea typeface="メイリオ" panose="020B0604030504040204" pitchFamily="50" charset="-128"/>
              </a:rPr>
              <a:t> </a:t>
            </a:r>
            <a:r>
              <a:rPr lang="en-US" altLang="ja-JP" sz="800" b="1">
                <a:latin typeface="メイリオ" panose="020B0604030504040204" pitchFamily="50" charset="-128"/>
                <a:ea typeface="メイリオ" panose="020B0604030504040204" pitchFamily="50" charset="-128"/>
              </a:rPr>
              <a:t>5070</a:t>
            </a:r>
          </a:p>
        </p:txBody>
      </p:sp>
      <p:sp>
        <p:nvSpPr>
          <p:cNvPr id="110" name="矢印: 五方向 109">
            <a:extLst>
              <a:ext uri="{FF2B5EF4-FFF2-40B4-BE49-F238E27FC236}">
                <a16:creationId xmlns:a16="http://schemas.microsoft.com/office/drawing/2014/main" id="{5D080D10-8B58-5DF6-1CC7-508A29ACFEE3}"/>
              </a:ext>
            </a:extLst>
          </p:cNvPr>
          <p:cNvSpPr/>
          <p:nvPr/>
        </p:nvSpPr>
        <p:spPr>
          <a:xfrm>
            <a:off x="9277780" y="4766892"/>
            <a:ext cx="1768204" cy="324000"/>
          </a:xfrm>
          <a:prstGeom prst="homePlate">
            <a:avLst>
              <a:gd name="adj" fmla="val 0"/>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b="1">
                <a:latin typeface="メイリオ" panose="020B0604030504040204" pitchFamily="50" charset="-128"/>
                <a:ea typeface="メイリオ" panose="020B0604030504040204" pitchFamily="50" charset="-128"/>
              </a:rPr>
              <a:t>[G/C]Intel Raptor NEXT</a:t>
            </a:r>
          </a:p>
          <a:p>
            <a:pPr algn="ctr"/>
            <a:r>
              <a:rPr lang="en-US" altLang="ja-JP" sz="800" b="1">
                <a:latin typeface="メイリオ" panose="020B0604030504040204" pitchFamily="50" charset="-128"/>
                <a:ea typeface="メイリオ" panose="020B0604030504040204" pitchFamily="50" charset="-128"/>
              </a:rPr>
              <a:t>+</a:t>
            </a:r>
            <a:r>
              <a:rPr lang="en-US" altLang="ja-JP" sz="800" b="1" err="1">
                <a:latin typeface="メイリオ" panose="020B0604030504040204" pitchFamily="50" charset="-128"/>
                <a:ea typeface="メイリオ" panose="020B0604030504040204" pitchFamily="50" charset="-128"/>
              </a:rPr>
              <a:t>Geforce</a:t>
            </a:r>
            <a:r>
              <a:rPr lang="ja-JP" altLang="en-US" sz="800" b="1">
                <a:latin typeface="メイリオ" panose="020B0604030504040204" pitchFamily="50" charset="-128"/>
                <a:ea typeface="メイリオ" panose="020B0604030504040204" pitchFamily="50" charset="-128"/>
              </a:rPr>
              <a:t> </a:t>
            </a:r>
            <a:r>
              <a:rPr lang="en-US" altLang="ja-JP" sz="800" b="1">
                <a:latin typeface="メイリオ" panose="020B0604030504040204" pitchFamily="50" charset="-128"/>
                <a:ea typeface="メイリオ" panose="020B0604030504040204" pitchFamily="50" charset="-128"/>
              </a:rPr>
              <a:t>5060</a:t>
            </a:r>
          </a:p>
        </p:txBody>
      </p:sp>
      <p:sp>
        <p:nvSpPr>
          <p:cNvPr id="111" name="矢印: 五方向 110">
            <a:extLst>
              <a:ext uri="{FF2B5EF4-FFF2-40B4-BE49-F238E27FC236}">
                <a16:creationId xmlns:a16="http://schemas.microsoft.com/office/drawing/2014/main" id="{38F4E22C-E155-E63D-3CD4-83B90F9D2CF3}"/>
              </a:ext>
            </a:extLst>
          </p:cNvPr>
          <p:cNvSpPr/>
          <p:nvPr/>
        </p:nvSpPr>
        <p:spPr>
          <a:xfrm>
            <a:off x="9275672" y="5485177"/>
            <a:ext cx="1768204" cy="324000"/>
          </a:xfrm>
          <a:prstGeom prst="homePlate">
            <a:avLst>
              <a:gd name="adj" fmla="val 0"/>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b="1">
                <a:latin typeface="メイリオ" panose="020B0604030504040204" pitchFamily="50" charset="-128"/>
                <a:ea typeface="メイリオ" panose="020B0604030504040204" pitchFamily="50" charset="-128"/>
              </a:rPr>
              <a:t>[G/C]Intel Raptor NEXT</a:t>
            </a:r>
          </a:p>
          <a:p>
            <a:pPr algn="ctr"/>
            <a:r>
              <a:rPr lang="en-US" altLang="ja-JP" sz="800" b="1">
                <a:latin typeface="メイリオ" panose="020B0604030504040204" pitchFamily="50" charset="-128"/>
                <a:ea typeface="メイリオ" panose="020B0604030504040204" pitchFamily="50" charset="-128"/>
              </a:rPr>
              <a:t>+</a:t>
            </a:r>
            <a:r>
              <a:rPr lang="en-US" altLang="ja-JP" sz="800" b="1" err="1">
                <a:latin typeface="メイリオ" panose="020B0604030504040204" pitchFamily="50" charset="-128"/>
                <a:ea typeface="メイリオ" panose="020B0604030504040204" pitchFamily="50" charset="-128"/>
              </a:rPr>
              <a:t>Geforce</a:t>
            </a:r>
            <a:r>
              <a:rPr lang="ja-JP" altLang="en-US" sz="800" b="1">
                <a:latin typeface="メイリオ" panose="020B0604030504040204" pitchFamily="50" charset="-128"/>
                <a:ea typeface="メイリオ" panose="020B0604030504040204" pitchFamily="50" charset="-128"/>
              </a:rPr>
              <a:t> </a:t>
            </a:r>
            <a:r>
              <a:rPr lang="en-US" altLang="ja-JP" sz="800" b="1">
                <a:latin typeface="メイリオ" panose="020B0604030504040204" pitchFamily="50" charset="-128"/>
                <a:ea typeface="メイリオ" panose="020B0604030504040204" pitchFamily="50" charset="-128"/>
              </a:rPr>
              <a:t>5050</a:t>
            </a:r>
          </a:p>
        </p:txBody>
      </p:sp>
      <p:sp>
        <p:nvSpPr>
          <p:cNvPr id="112" name="矢印: 五方向 111">
            <a:extLst>
              <a:ext uri="{FF2B5EF4-FFF2-40B4-BE49-F238E27FC236}">
                <a16:creationId xmlns:a16="http://schemas.microsoft.com/office/drawing/2014/main" id="{95D80D4F-FEB1-A6CE-ED6D-3553B67435B0}"/>
              </a:ext>
            </a:extLst>
          </p:cNvPr>
          <p:cNvSpPr/>
          <p:nvPr/>
        </p:nvSpPr>
        <p:spPr>
          <a:xfrm>
            <a:off x="10211852" y="4599399"/>
            <a:ext cx="1779658" cy="324000"/>
          </a:xfrm>
          <a:prstGeom prst="homePlate">
            <a:avLst>
              <a:gd name="adj" fmla="val 0"/>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b="1">
                <a:latin typeface="メイリオ" panose="020B0604030504040204" pitchFamily="50" charset="-128"/>
                <a:ea typeface="メイリオ" panose="020B0604030504040204" pitchFamily="50" charset="-128"/>
              </a:rPr>
              <a:t>[C]Intel </a:t>
            </a:r>
            <a:r>
              <a:rPr lang="en-US" altLang="ja-JP" sz="800" b="1" err="1">
                <a:latin typeface="メイリオ" panose="020B0604030504040204" pitchFamily="50" charset="-128"/>
                <a:ea typeface="メイリオ" panose="020B0604030504040204" pitchFamily="50" charset="-128"/>
              </a:rPr>
              <a:t>xxxxxx</a:t>
            </a:r>
            <a:r>
              <a:rPr lang="en-US" altLang="ja-JP" sz="800" b="1">
                <a:latin typeface="メイリオ" panose="020B0604030504040204" pitchFamily="50" charset="-128"/>
                <a:ea typeface="メイリオ" panose="020B0604030504040204" pitchFamily="50" charset="-128"/>
              </a:rPr>
              <a:t> </a:t>
            </a:r>
          </a:p>
          <a:p>
            <a:pPr algn="ctr"/>
            <a:r>
              <a:rPr lang="en-US" altLang="ja-JP" sz="800" b="1" err="1">
                <a:latin typeface="メイリオ" panose="020B0604030504040204" pitchFamily="50" charset="-128"/>
                <a:ea typeface="メイリオ" panose="020B0604030504040204" pitchFamily="50" charset="-128"/>
              </a:rPr>
              <a:t>Geforce</a:t>
            </a:r>
            <a:r>
              <a:rPr lang="ja-JP" altLang="en-US" sz="800" b="1">
                <a:latin typeface="メイリオ" panose="020B0604030504040204" pitchFamily="50" charset="-128"/>
                <a:ea typeface="メイリオ" panose="020B0604030504040204" pitchFamily="50" charset="-128"/>
              </a:rPr>
              <a:t> </a:t>
            </a:r>
            <a:r>
              <a:rPr lang="en-US" altLang="ja-JP" sz="800" b="1">
                <a:latin typeface="メイリオ" panose="020B0604030504040204" pitchFamily="50" charset="-128"/>
                <a:ea typeface="メイリオ" panose="020B0604030504040204" pitchFamily="50" charset="-128"/>
              </a:rPr>
              <a:t>5060</a:t>
            </a:r>
          </a:p>
        </p:txBody>
      </p:sp>
      <p:sp>
        <p:nvSpPr>
          <p:cNvPr id="114" name="矢印: 五方向 113">
            <a:extLst>
              <a:ext uri="{FF2B5EF4-FFF2-40B4-BE49-F238E27FC236}">
                <a16:creationId xmlns:a16="http://schemas.microsoft.com/office/drawing/2014/main" id="{3EF332FC-DBBC-3B15-68D8-11D4433D5071}"/>
              </a:ext>
            </a:extLst>
          </p:cNvPr>
          <p:cNvSpPr/>
          <p:nvPr/>
        </p:nvSpPr>
        <p:spPr>
          <a:xfrm>
            <a:off x="8314795" y="6009156"/>
            <a:ext cx="1739565" cy="324000"/>
          </a:xfrm>
          <a:prstGeom prst="homePlate">
            <a:avLst>
              <a:gd name="adj" fmla="val 0"/>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00" b="1">
                <a:latin typeface="メイリオ" panose="020B0604030504040204" pitchFamily="50" charset="-128"/>
                <a:ea typeface="メイリオ" panose="020B0604030504040204" pitchFamily="50" charset="-128"/>
              </a:rPr>
              <a:t>[G]</a:t>
            </a:r>
            <a:r>
              <a:rPr lang="ja-JP" altLang="en-US" sz="1000" b="1">
                <a:latin typeface="メイリオ" panose="020B0604030504040204" pitchFamily="50" charset="-128"/>
                <a:ea typeface="メイリオ" panose="020B0604030504040204" pitchFamily="50" charset="-128"/>
              </a:rPr>
              <a:t>価格最優先モデル</a:t>
            </a:r>
            <a:endParaRPr lang="en-US" altLang="ja-JP" sz="1000" b="1">
              <a:latin typeface="メイリオ" panose="020B0604030504040204" pitchFamily="50" charset="-128"/>
              <a:ea typeface="メイリオ" panose="020B0604030504040204" pitchFamily="50" charset="-128"/>
            </a:endParaRPr>
          </a:p>
          <a:p>
            <a:pPr algn="ctr"/>
            <a:r>
              <a:rPr lang="en-US" altLang="ja-JP" sz="1000" b="1">
                <a:latin typeface="メイリオ" panose="020B0604030504040204" pitchFamily="50" charset="-128"/>
                <a:ea typeface="メイリオ" panose="020B0604030504040204" pitchFamily="50" charset="-128"/>
              </a:rPr>
              <a:t>[</a:t>
            </a:r>
            <a:r>
              <a:rPr lang="ja-JP" altLang="en-US" sz="1000" b="1">
                <a:latin typeface="メイリオ" panose="020B0604030504040204" pitchFamily="50" charset="-128"/>
                <a:ea typeface="メイリオ" panose="020B0604030504040204" pitchFamily="50" charset="-128"/>
              </a:rPr>
              <a:t>ベア</a:t>
            </a:r>
            <a:r>
              <a:rPr lang="en-US" altLang="ja-JP" sz="1000" b="1">
                <a:latin typeface="メイリオ" panose="020B0604030504040204" pitchFamily="50" charset="-128"/>
                <a:ea typeface="メイリオ" panose="020B0604030504040204" pitchFamily="50" charset="-128"/>
              </a:rPr>
              <a:t>C]</a:t>
            </a:r>
            <a:endParaRPr kumimoji="1" lang="en-US" altLang="ja-JP" sz="700" b="1">
              <a:latin typeface="メイリオ" panose="020B0604030504040204" pitchFamily="50" charset="-128"/>
              <a:ea typeface="メイリオ" panose="020B0604030504040204" pitchFamily="50" charset="-128"/>
            </a:endParaRPr>
          </a:p>
        </p:txBody>
      </p:sp>
      <p:sp>
        <p:nvSpPr>
          <p:cNvPr id="115" name="矢印: 五方向 114">
            <a:extLst>
              <a:ext uri="{FF2B5EF4-FFF2-40B4-BE49-F238E27FC236}">
                <a16:creationId xmlns:a16="http://schemas.microsoft.com/office/drawing/2014/main" id="{BB8197A6-3A51-564A-2B47-28B97CA1EE82}"/>
              </a:ext>
            </a:extLst>
          </p:cNvPr>
          <p:cNvSpPr/>
          <p:nvPr/>
        </p:nvSpPr>
        <p:spPr>
          <a:xfrm>
            <a:off x="10244468" y="6285104"/>
            <a:ext cx="1747042" cy="324000"/>
          </a:xfrm>
          <a:prstGeom prst="homePlate">
            <a:avLst>
              <a:gd name="adj" fmla="val 0"/>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b="1">
                <a:latin typeface="メイリオ" panose="020B0604030504040204" pitchFamily="50" charset="-128"/>
                <a:ea typeface="メイリオ" panose="020B0604030504040204" pitchFamily="50" charset="-128"/>
              </a:rPr>
              <a:t>[C]CPU</a:t>
            </a:r>
            <a:r>
              <a:rPr lang="ja-JP" altLang="en-US" sz="800" b="1">
                <a:latin typeface="メイリオ" panose="020B0604030504040204" pitchFamily="50" charset="-128"/>
                <a:ea typeface="メイリオ" panose="020B0604030504040204" pitchFamily="50" charset="-128"/>
              </a:rPr>
              <a:t>変更で継続</a:t>
            </a:r>
            <a:r>
              <a:rPr lang="en-US" altLang="ja-JP" sz="800" b="1">
                <a:latin typeface="メイリオ" panose="020B0604030504040204" pitchFamily="50" charset="-128"/>
                <a:ea typeface="メイリオ" panose="020B0604030504040204" pitchFamily="50" charset="-128"/>
              </a:rPr>
              <a:t>[</a:t>
            </a:r>
            <a:r>
              <a:rPr lang="ja-JP" altLang="en-US" sz="800" b="1">
                <a:latin typeface="メイリオ" panose="020B0604030504040204" pitchFamily="50" charset="-128"/>
                <a:ea typeface="メイリオ" panose="020B0604030504040204" pitchFamily="50" charset="-128"/>
              </a:rPr>
              <a:t>ベア</a:t>
            </a:r>
            <a:r>
              <a:rPr lang="en-US" altLang="ja-JP" sz="800" b="1">
                <a:latin typeface="メイリオ" panose="020B0604030504040204" pitchFamily="50" charset="-128"/>
                <a:ea typeface="メイリオ" panose="020B0604030504040204" pitchFamily="50" charset="-128"/>
              </a:rPr>
              <a:t>D]</a:t>
            </a:r>
            <a:endParaRPr kumimoji="1" lang="en-US" altLang="ja-JP" sz="800" b="1">
              <a:latin typeface="メイリオ" panose="020B0604030504040204" pitchFamily="50" charset="-128"/>
              <a:ea typeface="メイリオ" panose="020B0604030504040204" pitchFamily="50" charset="-128"/>
            </a:endParaRPr>
          </a:p>
        </p:txBody>
      </p:sp>
      <p:cxnSp>
        <p:nvCxnSpPr>
          <p:cNvPr id="116" name="直線矢印コネクタ 115">
            <a:extLst>
              <a:ext uri="{FF2B5EF4-FFF2-40B4-BE49-F238E27FC236}">
                <a16:creationId xmlns:a16="http://schemas.microsoft.com/office/drawing/2014/main" id="{5AEE11D4-FBBB-C79A-2958-5EF1AD3AA959}"/>
              </a:ext>
            </a:extLst>
          </p:cNvPr>
          <p:cNvCxnSpPr>
            <a:cxnSpLocks/>
            <a:stCxn id="61" idx="3"/>
            <a:endCxn id="115" idx="1"/>
          </p:cNvCxnSpPr>
          <p:nvPr/>
        </p:nvCxnSpPr>
        <p:spPr>
          <a:xfrm flipV="1">
            <a:off x="8153262" y="6447104"/>
            <a:ext cx="2091206" cy="14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矢印: 五方向 1">
            <a:extLst>
              <a:ext uri="{FF2B5EF4-FFF2-40B4-BE49-F238E27FC236}">
                <a16:creationId xmlns:a16="http://schemas.microsoft.com/office/drawing/2014/main" id="{1EC8D12A-C2CA-709F-229D-6DAD3E7F8241}"/>
              </a:ext>
            </a:extLst>
          </p:cNvPr>
          <p:cNvSpPr/>
          <p:nvPr/>
        </p:nvSpPr>
        <p:spPr>
          <a:xfrm>
            <a:off x="8289298" y="1907563"/>
            <a:ext cx="1765062" cy="324000"/>
          </a:xfrm>
          <a:prstGeom prst="homePlate">
            <a:avLst>
              <a:gd name="adj" fmla="val 0"/>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b="1">
                <a:latin typeface="メイリオ" panose="020B0604030504040204" pitchFamily="50" charset="-128"/>
                <a:ea typeface="メイリオ" panose="020B0604030504040204" pitchFamily="50" charset="-128"/>
              </a:rPr>
              <a:t>[G]AMD Fire Range Refresh</a:t>
            </a:r>
          </a:p>
          <a:p>
            <a:pPr algn="ctr"/>
            <a:r>
              <a:rPr lang="en-US" altLang="ja-JP" sz="800" b="1">
                <a:latin typeface="メイリオ" panose="020B0604030504040204" pitchFamily="50" charset="-128"/>
                <a:ea typeface="メイリオ" panose="020B0604030504040204" pitchFamily="50" charset="-128"/>
              </a:rPr>
              <a:t>+ </a:t>
            </a:r>
            <a:r>
              <a:rPr lang="en-US" altLang="ja-JP" sz="800" b="1" err="1">
                <a:latin typeface="メイリオ" panose="020B0604030504040204" pitchFamily="50" charset="-128"/>
                <a:ea typeface="メイリオ" panose="020B0604030504040204" pitchFamily="50" charset="-128"/>
              </a:rPr>
              <a:t>Geforce</a:t>
            </a:r>
            <a:r>
              <a:rPr lang="ja-JP" altLang="en-US" sz="800" b="1">
                <a:latin typeface="メイリオ" panose="020B0604030504040204" pitchFamily="50" charset="-128"/>
                <a:ea typeface="メイリオ" panose="020B0604030504040204" pitchFamily="50" charset="-128"/>
              </a:rPr>
              <a:t> </a:t>
            </a:r>
            <a:r>
              <a:rPr lang="en-US" altLang="ja-JP" sz="800" b="1">
                <a:latin typeface="メイリオ" panose="020B0604030504040204" pitchFamily="50" charset="-128"/>
                <a:ea typeface="メイリオ" panose="020B0604030504040204" pitchFamily="50" charset="-128"/>
              </a:rPr>
              <a:t>5070Ti</a:t>
            </a:r>
          </a:p>
        </p:txBody>
      </p:sp>
    </p:spTree>
    <p:extLst>
      <p:ext uri="{BB962C8B-B14F-4D97-AF65-F5344CB8AC3E}">
        <p14:creationId xmlns:p14="http://schemas.microsoft.com/office/powerpoint/2010/main" val="2886335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2142213-23F5-9D17-05AA-9528096A5AEA}"/>
              </a:ext>
            </a:extLst>
          </p:cNvPr>
          <p:cNvSpPr txBox="1"/>
          <p:nvPr/>
        </p:nvSpPr>
        <p:spPr>
          <a:xfrm>
            <a:off x="181160" y="133644"/>
            <a:ext cx="7041676" cy="369332"/>
          </a:xfrm>
          <a:prstGeom prst="rect">
            <a:avLst/>
          </a:prstGeom>
          <a:noFill/>
        </p:spPr>
        <p:txBody>
          <a:bodyPr wrap="square" rtlCol="0">
            <a:spAutoFit/>
          </a:bodyPr>
          <a:lstStyle/>
          <a:p>
            <a:r>
              <a:rPr lang="en-US" altLang="ja-JP" b="1"/>
              <a:t>GALLERIA N</a:t>
            </a:r>
            <a:r>
              <a:rPr lang="ja-JP" altLang="en-US" b="1"/>
              <a:t>シリーズ ラインアップ構想：</a:t>
            </a:r>
            <a:r>
              <a:rPr lang="en-US" altLang="ja-JP" b="1"/>
              <a:t>44</a:t>
            </a:r>
            <a:r>
              <a:rPr lang="ja-JP" altLang="en-US" b="1"/>
              <a:t>～</a:t>
            </a:r>
            <a:r>
              <a:rPr lang="en-US" altLang="ja-JP" b="1"/>
              <a:t>45</a:t>
            </a:r>
            <a:r>
              <a:rPr lang="ja-JP" altLang="en-US" b="1"/>
              <a:t>期仮置き</a:t>
            </a:r>
            <a:endParaRPr lang="en-US" altLang="ja-JP" b="1"/>
          </a:p>
        </p:txBody>
      </p:sp>
      <p:pic>
        <p:nvPicPr>
          <p:cNvPr id="4" name="図 3">
            <a:extLst>
              <a:ext uri="{FF2B5EF4-FFF2-40B4-BE49-F238E27FC236}">
                <a16:creationId xmlns:a16="http://schemas.microsoft.com/office/drawing/2014/main" id="{1521915A-4CD4-14A8-BFFF-BE22C3AE3124}"/>
              </a:ext>
            </a:extLst>
          </p:cNvPr>
          <p:cNvPicPr>
            <a:picLocks noChangeAspect="1"/>
          </p:cNvPicPr>
          <p:nvPr/>
        </p:nvPicPr>
        <p:blipFill>
          <a:blip r:embed="rId2"/>
          <a:stretch>
            <a:fillRect/>
          </a:stretch>
        </p:blipFill>
        <p:spPr>
          <a:xfrm>
            <a:off x="240145" y="783883"/>
            <a:ext cx="11711709" cy="5535723"/>
          </a:xfrm>
          <a:prstGeom prst="rect">
            <a:avLst/>
          </a:prstGeom>
        </p:spPr>
      </p:pic>
    </p:spTree>
    <p:extLst>
      <p:ext uri="{BB962C8B-B14F-4D97-AF65-F5344CB8AC3E}">
        <p14:creationId xmlns:p14="http://schemas.microsoft.com/office/powerpoint/2010/main" val="24514100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矢印: 五方向 30">
            <a:extLst>
              <a:ext uri="{FF2B5EF4-FFF2-40B4-BE49-F238E27FC236}">
                <a16:creationId xmlns:a16="http://schemas.microsoft.com/office/drawing/2014/main" id="{B313159F-172E-A5CA-8EE5-6636ECA695C1}"/>
              </a:ext>
            </a:extLst>
          </p:cNvPr>
          <p:cNvSpPr/>
          <p:nvPr/>
        </p:nvSpPr>
        <p:spPr>
          <a:xfrm>
            <a:off x="323083" y="2881023"/>
            <a:ext cx="11551317" cy="3806104"/>
          </a:xfrm>
          <a:prstGeom prst="rect">
            <a:avLst/>
          </a:prstGeom>
          <a:solidFill>
            <a:srgbClr val="00B0F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kumimoji="1" lang="en-US" altLang="ja-JP" b="1" u="sng">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3" name="矢印: 五方向 30">
            <a:extLst>
              <a:ext uri="{FF2B5EF4-FFF2-40B4-BE49-F238E27FC236}">
                <a16:creationId xmlns:a16="http://schemas.microsoft.com/office/drawing/2014/main" id="{64A4BF51-BE9F-F36E-34C7-31BF2AE425D2}"/>
              </a:ext>
            </a:extLst>
          </p:cNvPr>
          <p:cNvSpPr/>
          <p:nvPr/>
        </p:nvSpPr>
        <p:spPr>
          <a:xfrm>
            <a:off x="356673" y="1746628"/>
            <a:ext cx="11517732" cy="1056406"/>
          </a:xfrm>
          <a:prstGeom prst="rect">
            <a:avLst/>
          </a:prstGeom>
          <a:solidFill>
            <a:schemeClr val="accent4">
              <a:lumMod val="20000"/>
              <a:lumOff val="80000"/>
              <a:alpha val="6980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kumimoji="1" lang="en-US" altLang="ja-JP" b="1" u="sng">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 name="テキスト ボックス 1">
            <a:extLst>
              <a:ext uri="{FF2B5EF4-FFF2-40B4-BE49-F238E27FC236}">
                <a16:creationId xmlns:a16="http://schemas.microsoft.com/office/drawing/2014/main" id="{15B59A69-F654-65CC-D102-6F5260A03098}"/>
              </a:ext>
            </a:extLst>
          </p:cNvPr>
          <p:cNvSpPr txBox="1"/>
          <p:nvPr/>
        </p:nvSpPr>
        <p:spPr>
          <a:xfrm>
            <a:off x="280294" y="247771"/>
            <a:ext cx="5112941" cy="369332"/>
          </a:xfrm>
          <a:prstGeom prst="rect">
            <a:avLst/>
          </a:prstGeom>
          <a:noFill/>
        </p:spPr>
        <p:txBody>
          <a:bodyPr wrap="square" rtlCol="0">
            <a:spAutoFit/>
          </a:bodyPr>
          <a:lstStyle/>
          <a:p>
            <a:r>
              <a:rPr lang="en-US" altLang="ja-JP" b="1"/>
              <a:t>N</a:t>
            </a:r>
            <a:r>
              <a:rPr lang="ja-JP" altLang="en-US" b="1"/>
              <a:t>シリーズ次期検討用ロードマップ（</a:t>
            </a:r>
            <a:r>
              <a:rPr lang="en-US" altLang="ja-JP" b="1"/>
              <a:t>2026</a:t>
            </a:r>
            <a:r>
              <a:rPr lang="ja-JP" altLang="en-US" b="1"/>
              <a:t>）</a:t>
            </a:r>
            <a:endParaRPr kumimoji="1" lang="ja-JP" altLang="en-US" b="1"/>
          </a:p>
        </p:txBody>
      </p:sp>
      <p:cxnSp>
        <p:nvCxnSpPr>
          <p:cNvPr id="6" name="直線コネクタ 5">
            <a:extLst>
              <a:ext uri="{FF2B5EF4-FFF2-40B4-BE49-F238E27FC236}">
                <a16:creationId xmlns:a16="http://schemas.microsoft.com/office/drawing/2014/main" id="{6FE0C7D7-F76B-0ED1-ED5C-8C2027AD74CC}"/>
              </a:ext>
            </a:extLst>
          </p:cNvPr>
          <p:cNvCxnSpPr>
            <a:cxnSpLocks/>
          </p:cNvCxnSpPr>
          <p:nvPr/>
        </p:nvCxnSpPr>
        <p:spPr>
          <a:xfrm>
            <a:off x="8021690" y="1734046"/>
            <a:ext cx="0" cy="4953081"/>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CE50D5FD-D0EB-0646-FF52-C8829C48C0F0}"/>
              </a:ext>
            </a:extLst>
          </p:cNvPr>
          <p:cNvCxnSpPr>
            <a:cxnSpLocks/>
          </p:cNvCxnSpPr>
          <p:nvPr/>
        </p:nvCxnSpPr>
        <p:spPr>
          <a:xfrm>
            <a:off x="4174744" y="1746628"/>
            <a:ext cx="0" cy="4940499"/>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1C92B594-5937-9BA2-5137-9E9F8AE27619}"/>
              </a:ext>
            </a:extLst>
          </p:cNvPr>
          <p:cNvCxnSpPr>
            <a:cxnSpLocks/>
          </p:cNvCxnSpPr>
          <p:nvPr/>
        </p:nvCxnSpPr>
        <p:spPr>
          <a:xfrm>
            <a:off x="337128" y="1272237"/>
            <a:ext cx="0" cy="5414890"/>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761D14F0-3C98-34E2-14B1-C5C8CA95C65C}"/>
              </a:ext>
            </a:extLst>
          </p:cNvPr>
          <p:cNvSpPr/>
          <p:nvPr/>
        </p:nvSpPr>
        <p:spPr>
          <a:xfrm>
            <a:off x="5770253" y="841724"/>
            <a:ext cx="952065" cy="5845403"/>
          </a:xfrm>
          <a:prstGeom prst="rect">
            <a:avLst/>
          </a:prstGeom>
          <a:solidFill>
            <a:srgbClr val="FF000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l"/>
            <a:endParaRPr kumimoji="1" lang="ja-JP" altLang="en-US" sz="1600">
              <a:latin typeface="メイリオ" panose="020B0604030504040204" pitchFamily="50" charset="-128"/>
              <a:ea typeface="メイリオ" panose="020B0604030504040204" pitchFamily="50" charset="-128"/>
            </a:endParaRPr>
          </a:p>
        </p:txBody>
      </p:sp>
      <p:sp>
        <p:nvSpPr>
          <p:cNvPr id="47" name="正方形/長方形 46">
            <a:extLst>
              <a:ext uri="{FF2B5EF4-FFF2-40B4-BE49-F238E27FC236}">
                <a16:creationId xmlns:a16="http://schemas.microsoft.com/office/drawing/2014/main" id="{D3846DA3-4149-2B58-4AA6-64092FE6D8E6}"/>
              </a:ext>
            </a:extLst>
          </p:cNvPr>
          <p:cNvSpPr/>
          <p:nvPr/>
        </p:nvSpPr>
        <p:spPr>
          <a:xfrm>
            <a:off x="6743396" y="920302"/>
            <a:ext cx="994636" cy="5766825"/>
          </a:xfrm>
          <a:prstGeom prst="rect">
            <a:avLst/>
          </a:prstGeom>
          <a:solidFill>
            <a:srgbClr val="0070C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l"/>
            <a:endParaRPr kumimoji="1" lang="ja-JP" altLang="en-US" sz="1600">
              <a:latin typeface="メイリオ" panose="020B0604030504040204" pitchFamily="50" charset="-128"/>
              <a:ea typeface="メイリオ" panose="020B0604030504040204" pitchFamily="50" charset="-128"/>
            </a:endParaRPr>
          </a:p>
        </p:txBody>
      </p:sp>
      <p:pic>
        <p:nvPicPr>
          <p:cNvPr id="43" name="図 42">
            <a:extLst>
              <a:ext uri="{FF2B5EF4-FFF2-40B4-BE49-F238E27FC236}">
                <a16:creationId xmlns:a16="http://schemas.microsoft.com/office/drawing/2014/main" id="{3BD0D3A4-4CC1-5880-3F04-FAD53B039863}"/>
              </a:ext>
            </a:extLst>
          </p:cNvPr>
          <p:cNvPicPr>
            <a:picLocks noChangeAspect="1"/>
          </p:cNvPicPr>
          <p:nvPr/>
        </p:nvPicPr>
        <p:blipFill>
          <a:blip r:embed="rId3"/>
          <a:stretch>
            <a:fillRect/>
          </a:stretch>
        </p:blipFill>
        <p:spPr>
          <a:xfrm>
            <a:off x="6792473" y="684147"/>
            <a:ext cx="423762" cy="23872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0" name="図 49">
            <a:extLst>
              <a:ext uri="{FF2B5EF4-FFF2-40B4-BE49-F238E27FC236}">
                <a16:creationId xmlns:a16="http://schemas.microsoft.com/office/drawing/2014/main" id="{F55D6D71-AF6B-EB48-19A3-7537F40182F3}"/>
              </a:ext>
            </a:extLst>
          </p:cNvPr>
          <p:cNvPicPr>
            <a:picLocks noChangeAspect="1"/>
          </p:cNvPicPr>
          <p:nvPr/>
        </p:nvPicPr>
        <p:blipFill>
          <a:blip r:embed="rId4"/>
          <a:srcRect t="16430" b="17786"/>
          <a:stretch>
            <a:fillRect/>
          </a:stretch>
        </p:blipFill>
        <p:spPr>
          <a:xfrm>
            <a:off x="7257474" y="161019"/>
            <a:ext cx="834719" cy="24827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6" name="図 45">
            <a:extLst>
              <a:ext uri="{FF2B5EF4-FFF2-40B4-BE49-F238E27FC236}">
                <a16:creationId xmlns:a16="http://schemas.microsoft.com/office/drawing/2014/main" id="{31B46208-B020-B818-8E1F-5529300F2622}"/>
              </a:ext>
            </a:extLst>
          </p:cNvPr>
          <p:cNvPicPr>
            <a:picLocks noChangeAspect="1"/>
          </p:cNvPicPr>
          <p:nvPr/>
        </p:nvPicPr>
        <p:blipFill>
          <a:blip r:embed="rId5"/>
          <a:stretch>
            <a:fillRect/>
          </a:stretch>
        </p:blipFill>
        <p:spPr>
          <a:xfrm>
            <a:off x="5803454" y="676396"/>
            <a:ext cx="620018" cy="23884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4" name="矢印: 五方向 13">
            <a:extLst>
              <a:ext uri="{FF2B5EF4-FFF2-40B4-BE49-F238E27FC236}">
                <a16:creationId xmlns:a16="http://schemas.microsoft.com/office/drawing/2014/main" id="{50B215D6-D3E0-6291-3609-D4CFB76FF76A}"/>
              </a:ext>
            </a:extLst>
          </p:cNvPr>
          <p:cNvSpPr/>
          <p:nvPr/>
        </p:nvSpPr>
        <p:spPr>
          <a:xfrm>
            <a:off x="2625963" y="1917809"/>
            <a:ext cx="4246399"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ja-JP" sz="1050" b="1">
                <a:latin typeface="メイリオ" panose="020B0604030504040204" pitchFamily="50" charset="-128"/>
                <a:ea typeface="メイリオ" panose="020B0604030504040204" pitchFamily="50" charset="-128"/>
              </a:rPr>
              <a:t>2:[G]N</a:t>
            </a:r>
            <a:r>
              <a:rPr kumimoji="1" lang="en-US" altLang="ja-JP" sz="1050" b="1">
                <a:latin typeface="メイリオ" panose="020B0604030504040204" pitchFamily="50" charset="-128"/>
                <a:ea typeface="メイリオ" panose="020B0604030504040204" pitchFamily="50" charset="-128"/>
              </a:rPr>
              <a:t>MC9L-R59-G8</a:t>
            </a:r>
            <a:r>
              <a:rPr lang="en-US" altLang="ja-JP" sz="800" b="1">
                <a:latin typeface="メイリオ" panose="020B0604030504040204" pitchFamily="50" charset="-128"/>
                <a:ea typeface="メイリオ" panose="020B0604030504040204" pitchFamily="50" charset="-128"/>
              </a:rPr>
              <a:t>(</a:t>
            </a:r>
            <a:r>
              <a:rPr kumimoji="1" lang="en-US" altLang="ja-JP" sz="800" b="1">
                <a:latin typeface="メイリオ" panose="020B0604030504040204" pitchFamily="50" charset="-128"/>
                <a:ea typeface="メイリオ" panose="020B0604030504040204" pitchFamily="50" charset="-128"/>
              </a:rPr>
              <a:t>Intel Ultra 9/RTX5090)</a:t>
            </a:r>
            <a:endParaRPr kumimoji="1" lang="en-US" altLang="ja-JP" sz="800">
              <a:latin typeface="メイリオ" panose="020B0604030504040204" pitchFamily="50" charset="-128"/>
              <a:ea typeface="メイリオ" panose="020B0604030504040204" pitchFamily="50" charset="-128"/>
            </a:endParaRPr>
          </a:p>
        </p:txBody>
      </p:sp>
      <p:sp>
        <p:nvSpPr>
          <p:cNvPr id="15" name="矢印: 五方向 14">
            <a:extLst>
              <a:ext uri="{FF2B5EF4-FFF2-40B4-BE49-F238E27FC236}">
                <a16:creationId xmlns:a16="http://schemas.microsoft.com/office/drawing/2014/main" id="{58F04571-A1F5-45C0-3CC5-3674F9C30200}"/>
              </a:ext>
            </a:extLst>
          </p:cNvPr>
          <p:cNvSpPr/>
          <p:nvPr/>
        </p:nvSpPr>
        <p:spPr>
          <a:xfrm>
            <a:off x="2877902" y="2302269"/>
            <a:ext cx="3914569"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altLang="ja-JP" sz="1050" b="1">
                <a:latin typeface="メイリオ" panose="020B0604030504040204" pitchFamily="50" charset="-128"/>
                <a:ea typeface="メイリオ" panose="020B0604030504040204" pitchFamily="50" charset="-128"/>
              </a:rPr>
              <a:t>3:[G/C]NMC9L-R58-H6</a:t>
            </a:r>
            <a:r>
              <a:rPr lang="en-US" altLang="ja-JP" sz="800" b="1">
                <a:latin typeface="メイリオ" panose="020B0604030504040204" pitchFamily="50" charset="-128"/>
                <a:ea typeface="メイリオ" panose="020B0604030504040204" pitchFamily="50" charset="-128"/>
              </a:rPr>
              <a:t>(Intel Ultra 9/RTX5080)</a:t>
            </a:r>
          </a:p>
        </p:txBody>
      </p:sp>
      <p:sp>
        <p:nvSpPr>
          <p:cNvPr id="25" name="矢印: 五方向 24">
            <a:extLst>
              <a:ext uri="{FF2B5EF4-FFF2-40B4-BE49-F238E27FC236}">
                <a16:creationId xmlns:a16="http://schemas.microsoft.com/office/drawing/2014/main" id="{FA972CD9-70A1-68D1-9743-E66F3EC94E03}"/>
              </a:ext>
            </a:extLst>
          </p:cNvPr>
          <p:cNvSpPr/>
          <p:nvPr/>
        </p:nvSpPr>
        <p:spPr>
          <a:xfrm>
            <a:off x="337128" y="1917809"/>
            <a:ext cx="2269290" cy="288000"/>
          </a:xfrm>
          <a:prstGeom prst="homePlate">
            <a:avLst/>
          </a:prstGeom>
          <a:solidFill>
            <a:schemeClr val="tx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ja-JP" sz="1050" b="1">
                <a:latin typeface="メイリオ" panose="020B0604030504040204" pitchFamily="50" charset="-128"/>
                <a:ea typeface="メイリオ" panose="020B0604030504040204" pitchFamily="50" charset="-128"/>
              </a:rPr>
              <a:t>1:</a:t>
            </a:r>
            <a:r>
              <a:rPr kumimoji="1" lang="en-US" altLang="ja-JP" sz="1050" b="1">
                <a:latin typeface="メイリオ" panose="020B0604030504040204" pitchFamily="50" charset="-128"/>
                <a:ea typeface="メイリオ" panose="020B0604030504040204" pitchFamily="50" charset="-128"/>
              </a:rPr>
              <a:t>UL9C-R59-G8A</a:t>
            </a:r>
          </a:p>
          <a:p>
            <a:pPr algn="l"/>
            <a:r>
              <a:rPr lang="en-US" altLang="ja-JP" sz="800" b="1">
                <a:latin typeface="メイリオ" panose="020B0604030504040204" pitchFamily="50" charset="-128"/>
                <a:ea typeface="メイリオ" panose="020B0604030504040204" pitchFamily="50" charset="-128"/>
              </a:rPr>
              <a:t>(</a:t>
            </a:r>
            <a:r>
              <a:rPr kumimoji="1" lang="en-US" altLang="ja-JP" sz="800" b="1">
                <a:latin typeface="メイリオ" panose="020B0604030504040204" pitchFamily="50" charset="-128"/>
                <a:ea typeface="メイリオ" panose="020B0604030504040204" pitchFamily="50" charset="-128"/>
              </a:rPr>
              <a:t>Intel Ultra 9/RTX5090)</a:t>
            </a:r>
            <a:endParaRPr kumimoji="1" lang="en-US" altLang="ja-JP" sz="800">
              <a:latin typeface="メイリオ" panose="020B0604030504040204" pitchFamily="50" charset="-128"/>
              <a:ea typeface="メイリオ" panose="020B0604030504040204" pitchFamily="50" charset="-128"/>
            </a:endParaRPr>
          </a:p>
        </p:txBody>
      </p:sp>
      <p:sp>
        <p:nvSpPr>
          <p:cNvPr id="26" name="矢印: 五方向 25">
            <a:extLst>
              <a:ext uri="{FF2B5EF4-FFF2-40B4-BE49-F238E27FC236}">
                <a16:creationId xmlns:a16="http://schemas.microsoft.com/office/drawing/2014/main" id="{D2267893-E745-ACC5-9079-9FCF2DA62F3B}"/>
              </a:ext>
            </a:extLst>
          </p:cNvPr>
          <p:cNvSpPr/>
          <p:nvPr/>
        </p:nvSpPr>
        <p:spPr>
          <a:xfrm>
            <a:off x="351184" y="3051832"/>
            <a:ext cx="4714090"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ja-JP" sz="1050" b="1">
                <a:latin typeface="メイリオ" panose="020B0604030504040204" pitchFamily="50" charset="-128"/>
                <a:ea typeface="メイリオ" panose="020B0604030504040204" pitchFamily="50" charset="-128"/>
              </a:rPr>
              <a:t>4:</a:t>
            </a:r>
            <a:r>
              <a:rPr kumimoji="1" lang="en-US" altLang="ja-JP" sz="1050" b="1">
                <a:latin typeface="メイリオ" panose="020B0604030504040204" pitchFamily="50" charset="-128"/>
                <a:ea typeface="メイリオ" panose="020B0604030504040204" pitchFamily="50" charset="-128"/>
              </a:rPr>
              <a:t>[G]ZL9R-R57T-6</a:t>
            </a:r>
            <a:r>
              <a:rPr kumimoji="1" lang="en-US" altLang="ja-JP" sz="800" b="1">
                <a:latin typeface="メイリオ" panose="020B0604030504040204" pitchFamily="50" charset="-128"/>
                <a:ea typeface="メイリオ" panose="020B0604030504040204" pitchFamily="50" charset="-128"/>
              </a:rPr>
              <a:t>(AMD </a:t>
            </a:r>
            <a:r>
              <a:rPr lang="en-US" altLang="ja-JP" sz="800" b="1">
                <a:latin typeface="メイリオ" panose="020B0604030504040204" pitchFamily="50" charset="-128"/>
                <a:ea typeface="メイリオ" panose="020B0604030504040204" pitchFamily="50" charset="-128"/>
              </a:rPr>
              <a:t>Ryzen</a:t>
            </a:r>
            <a:r>
              <a:rPr lang="ja-JP" altLang="en-US" sz="800" b="1">
                <a:latin typeface="メイリオ" panose="020B0604030504040204" pitchFamily="50" charset="-128"/>
                <a:ea typeface="メイリオ" panose="020B0604030504040204" pitchFamily="50" charset="-128"/>
              </a:rPr>
              <a:t> </a:t>
            </a:r>
            <a:r>
              <a:rPr lang="en-US" altLang="ja-JP" sz="800" b="1">
                <a:latin typeface="メイリオ" panose="020B0604030504040204" pitchFamily="50" charset="-128"/>
                <a:ea typeface="メイリオ" panose="020B0604030504040204" pitchFamily="50" charset="-128"/>
              </a:rPr>
              <a:t>9/</a:t>
            </a:r>
            <a:r>
              <a:rPr kumimoji="1" lang="en-US" altLang="ja-JP" sz="800" b="1">
                <a:latin typeface="メイリオ" panose="020B0604030504040204" pitchFamily="50" charset="-128"/>
                <a:ea typeface="メイリオ" panose="020B0604030504040204" pitchFamily="50" charset="-128"/>
              </a:rPr>
              <a:t>RTX5070Ti)</a:t>
            </a:r>
          </a:p>
        </p:txBody>
      </p:sp>
      <p:sp>
        <p:nvSpPr>
          <p:cNvPr id="27" name="矢印: 五方向 26">
            <a:extLst>
              <a:ext uri="{FF2B5EF4-FFF2-40B4-BE49-F238E27FC236}">
                <a16:creationId xmlns:a16="http://schemas.microsoft.com/office/drawing/2014/main" id="{5B102988-8147-3BED-8CE3-8A2B73FD6971}"/>
              </a:ext>
            </a:extLst>
          </p:cNvPr>
          <p:cNvSpPr/>
          <p:nvPr/>
        </p:nvSpPr>
        <p:spPr>
          <a:xfrm>
            <a:off x="340583" y="4434740"/>
            <a:ext cx="4708600"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en-US" altLang="ja-JP" sz="1050" b="1">
                <a:latin typeface="メイリオ" panose="020B0604030504040204" pitchFamily="50" charset="-128"/>
                <a:ea typeface="メイリオ" panose="020B0604030504040204" pitchFamily="50" charset="-128"/>
              </a:rPr>
              <a:t>8:[G]XL7C-R56-6A</a:t>
            </a:r>
            <a:r>
              <a:rPr kumimoji="1" lang="en-US" altLang="ja-JP" sz="800" b="1">
                <a:latin typeface="メイリオ" panose="020B0604030504040204" pitchFamily="50" charset="-128"/>
                <a:ea typeface="メイリオ" panose="020B0604030504040204" pitchFamily="50" charset="-128"/>
              </a:rPr>
              <a:t>(</a:t>
            </a:r>
            <a:r>
              <a:rPr lang="en-US" altLang="ja-JP" sz="800" b="1">
                <a:latin typeface="メイリオ" panose="020B0604030504040204" pitchFamily="50" charset="-128"/>
                <a:ea typeface="メイリオ" panose="020B0604030504040204" pitchFamily="50" charset="-128"/>
              </a:rPr>
              <a:t>Intel </a:t>
            </a:r>
            <a:r>
              <a:rPr kumimoji="1" lang="en-US" altLang="ja-JP" sz="800" b="1">
                <a:latin typeface="メイリオ" panose="020B0604030504040204" pitchFamily="50" charset="-128"/>
                <a:ea typeface="メイリオ" panose="020B0604030504040204" pitchFamily="50" charset="-128"/>
              </a:rPr>
              <a:t>Core </a:t>
            </a:r>
            <a:r>
              <a:rPr lang="en-US" altLang="ja-JP" sz="800" b="1">
                <a:latin typeface="メイリオ" panose="020B0604030504040204" pitchFamily="50" charset="-128"/>
                <a:ea typeface="メイリオ" panose="020B0604030504040204" pitchFamily="50" charset="-128"/>
              </a:rPr>
              <a:t>Ultra </a:t>
            </a:r>
            <a:r>
              <a:rPr kumimoji="1" lang="en-US" altLang="ja-JP" sz="800" b="1">
                <a:latin typeface="メイリオ" panose="020B0604030504040204" pitchFamily="50" charset="-128"/>
                <a:ea typeface="メイリオ" panose="020B0604030504040204" pitchFamily="50" charset="-128"/>
              </a:rPr>
              <a:t>7/RTX5060)</a:t>
            </a:r>
          </a:p>
        </p:txBody>
      </p:sp>
      <p:sp>
        <p:nvSpPr>
          <p:cNvPr id="28" name="矢印: 五方向 27">
            <a:extLst>
              <a:ext uri="{FF2B5EF4-FFF2-40B4-BE49-F238E27FC236}">
                <a16:creationId xmlns:a16="http://schemas.microsoft.com/office/drawing/2014/main" id="{A1F7865F-153F-5501-F00E-A06D40C107DB}"/>
              </a:ext>
            </a:extLst>
          </p:cNvPr>
          <p:cNvSpPr/>
          <p:nvPr/>
        </p:nvSpPr>
        <p:spPr>
          <a:xfrm>
            <a:off x="327799" y="5377830"/>
            <a:ext cx="3289308"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en-US" altLang="ja-JP" sz="1050" b="1">
                <a:latin typeface="メイリオ" panose="020B0604030504040204" pitchFamily="50" charset="-128"/>
                <a:ea typeface="メイリオ" panose="020B0604030504040204" pitchFamily="50" charset="-128"/>
              </a:rPr>
              <a:t>11:[G]XL7R-R56-6A</a:t>
            </a:r>
            <a:r>
              <a:rPr kumimoji="1" lang="en-US" altLang="ja-JP" sz="800" b="1">
                <a:latin typeface="メイリオ" panose="020B0604030504040204" pitchFamily="50" charset="-128"/>
                <a:ea typeface="メイリオ" panose="020B0604030504040204" pitchFamily="50" charset="-128"/>
              </a:rPr>
              <a:t>(</a:t>
            </a:r>
            <a:r>
              <a:rPr lang="en-US" altLang="ja-JP" sz="800" b="1">
                <a:latin typeface="メイリオ" panose="020B0604030504040204" pitchFamily="50" charset="-128"/>
                <a:ea typeface="メイリオ" panose="020B0604030504040204" pitchFamily="50" charset="-128"/>
              </a:rPr>
              <a:t>AMD Ryzen AI 7/</a:t>
            </a:r>
            <a:r>
              <a:rPr kumimoji="1" lang="en-US" altLang="ja-JP" sz="800" b="1">
                <a:latin typeface="メイリオ" panose="020B0604030504040204" pitchFamily="50" charset="-128"/>
                <a:ea typeface="メイリオ" panose="020B0604030504040204" pitchFamily="50" charset="-128"/>
              </a:rPr>
              <a:t>RTX5060)</a:t>
            </a:r>
          </a:p>
        </p:txBody>
      </p:sp>
      <p:sp>
        <p:nvSpPr>
          <p:cNvPr id="29" name="矢印: 五方向 28">
            <a:extLst>
              <a:ext uri="{FF2B5EF4-FFF2-40B4-BE49-F238E27FC236}">
                <a16:creationId xmlns:a16="http://schemas.microsoft.com/office/drawing/2014/main" id="{A8890560-4720-8DBC-5E3E-8342B5251F7F}"/>
              </a:ext>
            </a:extLst>
          </p:cNvPr>
          <p:cNvSpPr/>
          <p:nvPr/>
        </p:nvSpPr>
        <p:spPr>
          <a:xfrm>
            <a:off x="351175" y="3772552"/>
            <a:ext cx="4405994"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kumimoji="1" lang="en-US" altLang="ja-JP" sz="1050" b="1">
                <a:latin typeface="メイリオ" panose="020B0604030504040204" pitchFamily="50" charset="-128"/>
                <a:ea typeface="メイリオ" panose="020B0604030504040204" pitchFamily="50" charset="-128"/>
              </a:rPr>
              <a:t>6:[G]ZL7C-R57-6A</a:t>
            </a:r>
            <a:r>
              <a:rPr kumimoji="1" lang="en-US" altLang="ja-JP" sz="800" b="1">
                <a:latin typeface="メイリオ" panose="020B0604030504040204" pitchFamily="50" charset="-128"/>
                <a:ea typeface="メイリオ" panose="020B0604030504040204" pitchFamily="50" charset="-128"/>
              </a:rPr>
              <a:t>(Intel Core Ultra 7/RTX5070)</a:t>
            </a:r>
          </a:p>
        </p:txBody>
      </p:sp>
      <p:sp>
        <p:nvSpPr>
          <p:cNvPr id="30" name="矢印: 五方向 29">
            <a:extLst>
              <a:ext uri="{FF2B5EF4-FFF2-40B4-BE49-F238E27FC236}">
                <a16:creationId xmlns:a16="http://schemas.microsoft.com/office/drawing/2014/main" id="{BFEBD718-C094-E4EB-9411-E6450DBBF881}"/>
              </a:ext>
            </a:extLst>
          </p:cNvPr>
          <p:cNvSpPr/>
          <p:nvPr/>
        </p:nvSpPr>
        <p:spPr>
          <a:xfrm>
            <a:off x="351173" y="3431143"/>
            <a:ext cx="6345183"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en-US" altLang="ja-JP" sz="1050" b="1">
                <a:latin typeface="メイリオ" panose="020B0604030504040204" pitchFamily="50" charset="-128"/>
                <a:ea typeface="メイリオ" panose="020B0604030504040204" pitchFamily="50" charset="-128"/>
              </a:rPr>
              <a:t>5:[G]ZL9C-R57T-6A</a:t>
            </a:r>
            <a:r>
              <a:rPr kumimoji="1" lang="en-US" altLang="ja-JP" sz="800" b="1">
                <a:latin typeface="メイリオ" panose="020B0604030504040204" pitchFamily="50" charset="-128"/>
                <a:ea typeface="メイリオ" panose="020B0604030504040204" pitchFamily="50" charset="-128"/>
              </a:rPr>
              <a:t>(Intel Core Ultra 9/RTX5070Ti)</a:t>
            </a:r>
          </a:p>
        </p:txBody>
      </p:sp>
      <p:sp>
        <p:nvSpPr>
          <p:cNvPr id="31" name="矢印: 五方向 30">
            <a:extLst>
              <a:ext uri="{FF2B5EF4-FFF2-40B4-BE49-F238E27FC236}">
                <a16:creationId xmlns:a16="http://schemas.microsoft.com/office/drawing/2014/main" id="{54A79BA6-072A-E76A-3A1D-B399C368C417}"/>
              </a:ext>
            </a:extLst>
          </p:cNvPr>
          <p:cNvSpPr/>
          <p:nvPr/>
        </p:nvSpPr>
        <p:spPr>
          <a:xfrm>
            <a:off x="340583" y="4099364"/>
            <a:ext cx="6355771"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ja-JP" sz="1050" b="1">
                <a:latin typeface="メイリオ" panose="020B0604030504040204" pitchFamily="50" charset="-128"/>
                <a:ea typeface="メイリオ" panose="020B0604030504040204" pitchFamily="50" charset="-128"/>
              </a:rPr>
              <a:t>7:[</a:t>
            </a:r>
            <a:r>
              <a:rPr kumimoji="1" lang="en-US" altLang="ja-JP" sz="1050" b="1">
                <a:latin typeface="メイリオ" panose="020B0604030504040204" pitchFamily="50" charset="-128"/>
                <a:ea typeface="メイリオ" panose="020B0604030504040204" pitchFamily="50" charset="-128"/>
              </a:rPr>
              <a:t>C] ZL9C-R57-C7</a:t>
            </a:r>
            <a:r>
              <a:rPr kumimoji="1" lang="en-US" altLang="ja-JP" sz="800" b="1">
                <a:latin typeface="メイリオ" panose="020B0604030504040204" pitchFamily="50" charset="-128"/>
                <a:ea typeface="メイリオ" panose="020B0604030504040204" pitchFamily="50" charset="-128"/>
              </a:rPr>
              <a:t>(Intel Core i9/RTX5070)</a:t>
            </a:r>
            <a:r>
              <a:rPr kumimoji="1" lang="ja-JP" altLang="en-US" sz="800" b="1">
                <a:latin typeface="メイリオ" panose="020B0604030504040204" pitchFamily="50" charset="-128"/>
                <a:ea typeface="メイリオ" panose="020B0604030504040204" pitchFamily="50" charset="-128"/>
              </a:rPr>
              <a:t>　</a:t>
            </a:r>
            <a:endParaRPr kumimoji="1" lang="en-US" altLang="ja-JP" sz="800" b="1">
              <a:latin typeface="メイリオ" panose="020B0604030504040204" pitchFamily="50" charset="-128"/>
              <a:ea typeface="メイリオ" panose="020B0604030504040204" pitchFamily="50" charset="-128"/>
            </a:endParaRPr>
          </a:p>
        </p:txBody>
      </p:sp>
      <p:sp>
        <p:nvSpPr>
          <p:cNvPr id="32" name="矢印: 五方向 31">
            <a:extLst>
              <a:ext uri="{FF2B5EF4-FFF2-40B4-BE49-F238E27FC236}">
                <a16:creationId xmlns:a16="http://schemas.microsoft.com/office/drawing/2014/main" id="{6CA71C23-28F1-01CC-F3F5-4D9D836ADE10}"/>
              </a:ext>
            </a:extLst>
          </p:cNvPr>
          <p:cNvSpPr/>
          <p:nvPr/>
        </p:nvSpPr>
        <p:spPr>
          <a:xfrm>
            <a:off x="312417" y="6371998"/>
            <a:ext cx="3219926"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ja-JP" sz="1050" b="1">
                <a:latin typeface="メイリオ" panose="020B0604030504040204" pitchFamily="50" charset="-128"/>
                <a:ea typeface="メイリオ" panose="020B0604030504040204" pitchFamily="50" charset="-128"/>
              </a:rPr>
              <a:t>13:[C] </a:t>
            </a:r>
            <a:r>
              <a:rPr kumimoji="1" lang="en-US" altLang="ja-JP" sz="1050" b="1">
                <a:latin typeface="メイリオ" panose="020B0604030504040204" pitchFamily="50" charset="-128"/>
                <a:ea typeface="メイリオ" panose="020B0604030504040204" pitchFamily="50" charset="-128"/>
              </a:rPr>
              <a:t>DL9R-IG-C4A</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(AMD Ryzen AI 9/</a:t>
            </a:r>
            <a:r>
              <a:rPr kumimoji="1" lang="en-US" altLang="ja-JP" sz="800" b="1" i="0" u="none" strike="noStrike" kern="1200" cap="none" spc="0" normalizeH="0" baseline="0" noProof="0" err="1">
                <a:ln>
                  <a:noFill/>
                </a:ln>
                <a:solidFill>
                  <a:prstClr val="white"/>
                </a:solidFill>
                <a:effectLst/>
                <a:uLnTx/>
                <a:uFillTx/>
                <a:latin typeface="メイリオ" panose="020B0604030504040204" pitchFamily="50" charset="-128"/>
                <a:ea typeface="メイリオ" panose="020B0604030504040204" pitchFamily="50" charset="-128"/>
                <a:cs typeface="+mn-cs"/>
              </a:rPr>
              <a:t>iGPU</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t>
            </a:r>
            <a:endParaRPr kumimoji="1" lang="en-US" altLang="ja-JP" sz="1050">
              <a:latin typeface="メイリオ" panose="020B0604030504040204" pitchFamily="50" charset="-128"/>
              <a:ea typeface="メイリオ" panose="020B0604030504040204" pitchFamily="50" charset="-128"/>
            </a:endParaRPr>
          </a:p>
        </p:txBody>
      </p:sp>
      <p:sp>
        <p:nvSpPr>
          <p:cNvPr id="33" name="矢印: 五方向 32">
            <a:extLst>
              <a:ext uri="{FF2B5EF4-FFF2-40B4-BE49-F238E27FC236}">
                <a16:creationId xmlns:a16="http://schemas.microsoft.com/office/drawing/2014/main" id="{2096E08C-8FBB-18D6-AF4E-3BF55A5EB40F}"/>
              </a:ext>
            </a:extLst>
          </p:cNvPr>
          <p:cNvSpPr/>
          <p:nvPr/>
        </p:nvSpPr>
        <p:spPr>
          <a:xfrm>
            <a:off x="337128" y="4773742"/>
            <a:ext cx="4728146"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ja-JP" sz="1050" b="1">
                <a:latin typeface="メイリオ" panose="020B0604030504040204" pitchFamily="50" charset="-128"/>
                <a:ea typeface="メイリオ" panose="020B0604030504040204" pitchFamily="50" charset="-128"/>
              </a:rPr>
              <a:t>9:[</a:t>
            </a:r>
            <a:r>
              <a:rPr kumimoji="1" lang="en-US" altLang="ja-JP" sz="1050" b="1">
                <a:latin typeface="メイリオ" panose="020B0604030504040204" pitchFamily="50" charset="-128"/>
                <a:ea typeface="メイリオ" panose="020B0604030504040204" pitchFamily="50" charset="-128"/>
              </a:rPr>
              <a:t>C] XL7C-R56-C6A</a:t>
            </a:r>
            <a:r>
              <a:rPr kumimoji="1" lang="en-US" altLang="ja-JP" sz="800" b="1">
                <a:latin typeface="メイリオ" panose="020B0604030504040204" pitchFamily="50" charset="-128"/>
                <a:ea typeface="メイリオ" panose="020B0604030504040204" pitchFamily="50" charset="-128"/>
              </a:rPr>
              <a:t>(Intel Core Ultra 7/RTX5060)</a:t>
            </a:r>
          </a:p>
        </p:txBody>
      </p:sp>
      <p:sp>
        <p:nvSpPr>
          <p:cNvPr id="34" name="矢印: 五方向 33">
            <a:extLst>
              <a:ext uri="{FF2B5EF4-FFF2-40B4-BE49-F238E27FC236}">
                <a16:creationId xmlns:a16="http://schemas.microsoft.com/office/drawing/2014/main" id="{82708C0E-424F-1573-59E2-707E07286172}"/>
              </a:ext>
            </a:extLst>
          </p:cNvPr>
          <p:cNvSpPr/>
          <p:nvPr/>
        </p:nvSpPr>
        <p:spPr>
          <a:xfrm>
            <a:off x="2184083" y="6158810"/>
            <a:ext cx="5184438"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ja-JP" sz="1050" b="1">
                <a:latin typeface="メイリオ" panose="020B0604030504040204" pitchFamily="50" charset="-128"/>
                <a:ea typeface="メイリオ" panose="020B0604030504040204" pitchFamily="50" charset="-128"/>
              </a:rPr>
              <a:t>12:[C] NDR9L-IG-C4</a:t>
            </a:r>
            <a:r>
              <a:rPr lang="en-US" altLang="ja-JP" sz="800" b="1">
                <a:latin typeface="メイリオ" panose="020B0604030504040204" pitchFamily="50" charset="-128"/>
                <a:ea typeface="メイリオ" panose="020B0604030504040204" pitchFamily="50" charset="-128"/>
              </a:rPr>
              <a:t>(AMD Ryzen AI 9/</a:t>
            </a:r>
            <a:r>
              <a:rPr lang="en-US" altLang="ja-JP" sz="800" b="1" err="1">
                <a:latin typeface="メイリオ" panose="020B0604030504040204" pitchFamily="50" charset="-128"/>
                <a:ea typeface="メイリオ" panose="020B0604030504040204" pitchFamily="50" charset="-128"/>
              </a:rPr>
              <a:t>iGPU</a:t>
            </a:r>
            <a:r>
              <a:rPr lang="en-US" altLang="ja-JP" sz="800" b="1">
                <a:latin typeface="メイリオ" panose="020B0604030504040204" pitchFamily="50" charset="-128"/>
                <a:ea typeface="メイリオ" panose="020B0604030504040204" pitchFamily="50" charset="-128"/>
              </a:rPr>
              <a:t>)</a:t>
            </a:r>
            <a:endParaRPr kumimoji="1" lang="en-US" altLang="ja-JP" sz="800" b="1">
              <a:latin typeface="メイリオ" panose="020B0604030504040204" pitchFamily="50" charset="-128"/>
              <a:ea typeface="メイリオ" panose="020B0604030504040204" pitchFamily="50" charset="-128"/>
            </a:endParaRPr>
          </a:p>
        </p:txBody>
      </p:sp>
      <p:sp>
        <p:nvSpPr>
          <p:cNvPr id="35" name="矢印: 五方向 34">
            <a:extLst>
              <a:ext uri="{FF2B5EF4-FFF2-40B4-BE49-F238E27FC236}">
                <a16:creationId xmlns:a16="http://schemas.microsoft.com/office/drawing/2014/main" id="{F45CE778-17EF-45C2-3944-D84409854934}"/>
              </a:ext>
            </a:extLst>
          </p:cNvPr>
          <p:cNvSpPr/>
          <p:nvPr/>
        </p:nvSpPr>
        <p:spPr>
          <a:xfrm>
            <a:off x="2170557" y="5137849"/>
            <a:ext cx="2878623"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ja-JP" sz="1050" b="1">
                <a:latin typeface="メイリオ" panose="020B0604030504040204" pitchFamily="50" charset="-128"/>
                <a:ea typeface="メイリオ" panose="020B0604030504040204" pitchFamily="50" charset="-128"/>
              </a:rPr>
              <a:t>10:[C] NDR9L-R56-C6</a:t>
            </a:r>
          </a:p>
          <a:p>
            <a:pPr algn="l"/>
            <a:r>
              <a:rPr lang="en-US" altLang="ja-JP" sz="800" b="1">
                <a:latin typeface="メイリオ" panose="020B0604030504040204" pitchFamily="50" charset="-128"/>
                <a:ea typeface="メイリオ" panose="020B0604030504040204" pitchFamily="50" charset="-128"/>
              </a:rPr>
              <a:t>(AMD </a:t>
            </a:r>
            <a:r>
              <a:rPr kumimoji="1" lang="en-US" altLang="ja-JP" sz="800" b="1">
                <a:latin typeface="メイリオ" panose="020B0604030504040204" pitchFamily="50" charset="-128"/>
                <a:ea typeface="メイリオ" panose="020B0604030504040204" pitchFamily="50" charset="-128"/>
              </a:rPr>
              <a:t>Ryzen AI 9/RTX5060)</a:t>
            </a:r>
          </a:p>
        </p:txBody>
      </p:sp>
      <p:sp>
        <p:nvSpPr>
          <p:cNvPr id="39" name="四角形: 角を丸くする 38">
            <a:extLst>
              <a:ext uri="{FF2B5EF4-FFF2-40B4-BE49-F238E27FC236}">
                <a16:creationId xmlns:a16="http://schemas.microsoft.com/office/drawing/2014/main" id="{1ACC0EF3-5458-D8C8-CB82-15F44A2837B2}"/>
              </a:ext>
            </a:extLst>
          </p:cNvPr>
          <p:cNvSpPr/>
          <p:nvPr/>
        </p:nvSpPr>
        <p:spPr>
          <a:xfrm>
            <a:off x="342841" y="4400527"/>
            <a:ext cx="4823000" cy="1318314"/>
          </a:xfrm>
          <a:prstGeom prst="roundRect">
            <a:avLst/>
          </a:prstGeom>
          <a:solidFill>
            <a:srgbClr val="00B050">
              <a:alpha val="1882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l"/>
            <a:r>
              <a:rPr kumimoji="1" lang="ja-JP" altLang="en-US" sz="1600">
                <a:latin typeface="メイリオ" panose="020B0604030504040204" pitchFamily="50" charset="-128"/>
                <a:ea typeface="メイリオ" panose="020B0604030504040204" pitchFamily="50" charset="-128"/>
              </a:rPr>
              <a:t>在庫限り</a:t>
            </a:r>
            <a:r>
              <a:rPr kumimoji="1" lang="en-US" altLang="ja-JP" sz="1600">
                <a:latin typeface="メイリオ" panose="020B0604030504040204" pitchFamily="50" charset="-128"/>
                <a:ea typeface="メイリオ" panose="020B0604030504040204" pitchFamily="50" charset="-128"/>
              </a:rPr>
              <a:t>EOL</a:t>
            </a:r>
            <a:endParaRPr kumimoji="1" lang="ja-JP" altLang="en-US" sz="1600">
              <a:latin typeface="メイリオ" panose="020B0604030504040204" pitchFamily="50" charset="-128"/>
              <a:ea typeface="メイリオ" panose="020B0604030504040204" pitchFamily="50" charset="-128"/>
            </a:endParaRPr>
          </a:p>
        </p:txBody>
      </p:sp>
      <p:sp>
        <p:nvSpPr>
          <p:cNvPr id="40" name="四角形: 角を丸くする 39">
            <a:extLst>
              <a:ext uri="{FF2B5EF4-FFF2-40B4-BE49-F238E27FC236}">
                <a16:creationId xmlns:a16="http://schemas.microsoft.com/office/drawing/2014/main" id="{A6ABEFD8-0E5B-2F74-78E2-2BA993C03395}"/>
              </a:ext>
            </a:extLst>
          </p:cNvPr>
          <p:cNvSpPr/>
          <p:nvPr/>
        </p:nvSpPr>
        <p:spPr>
          <a:xfrm>
            <a:off x="337128" y="2953347"/>
            <a:ext cx="4823000" cy="433469"/>
          </a:xfrm>
          <a:prstGeom prst="roundRect">
            <a:avLst/>
          </a:prstGeom>
          <a:solidFill>
            <a:srgbClr val="00B050">
              <a:alpha val="1882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l"/>
            <a:r>
              <a:rPr kumimoji="1" lang="ja-JP" altLang="en-US" sz="1600">
                <a:latin typeface="メイリオ" panose="020B0604030504040204" pitchFamily="50" charset="-128"/>
                <a:ea typeface="メイリオ" panose="020B0604030504040204" pitchFamily="50" charset="-128"/>
              </a:rPr>
              <a:t>在庫限り</a:t>
            </a:r>
            <a:r>
              <a:rPr kumimoji="1" lang="en-US" altLang="ja-JP" sz="1600">
                <a:latin typeface="メイリオ" panose="020B0604030504040204" pitchFamily="50" charset="-128"/>
                <a:ea typeface="メイリオ" panose="020B0604030504040204" pitchFamily="50" charset="-128"/>
              </a:rPr>
              <a:t>EOL</a:t>
            </a:r>
            <a:endParaRPr kumimoji="1" lang="ja-JP" altLang="en-US" sz="1600">
              <a:latin typeface="メイリオ" panose="020B0604030504040204" pitchFamily="50" charset="-128"/>
              <a:ea typeface="メイリオ" panose="020B0604030504040204" pitchFamily="50" charset="-128"/>
            </a:endParaRPr>
          </a:p>
        </p:txBody>
      </p:sp>
      <p:sp>
        <p:nvSpPr>
          <p:cNvPr id="5" name="四角形: 角を丸くする 4">
            <a:extLst>
              <a:ext uri="{FF2B5EF4-FFF2-40B4-BE49-F238E27FC236}">
                <a16:creationId xmlns:a16="http://schemas.microsoft.com/office/drawing/2014/main" id="{58848172-D1D6-8273-6BA2-D54DC85F24DD}"/>
              </a:ext>
            </a:extLst>
          </p:cNvPr>
          <p:cNvSpPr/>
          <p:nvPr/>
        </p:nvSpPr>
        <p:spPr>
          <a:xfrm>
            <a:off x="5585777" y="53742"/>
            <a:ext cx="1136541" cy="577921"/>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000">
                <a:latin typeface="メイリオ" panose="020B0604030504040204" pitchFamily="50" charset="-128"/>
                <a:ea typeface="メイリオ" panose="020B0604030504040204" pitchFamily="50" charset="-128"/>
              </a:rPr>
              <a:t>Ryzen AI</a:t>
            </a:r>
          </a:p>
          <a:p>
            <a:pPr algn="ctr"/>
            <a:r>
              <a:rPr kumimoji="1" lang="en-US" altLang="ja-JP" sz="1000">
                <a:latin typeface="メイリオ" panose="020B0604030504040204" pitchFamily="50" charset="-128"/>
                <a:ea typeface="メイリオ" panose="020B0604030504040204" pitchFamily="50" charset="-128"/>
              </a:rPr>
              <a:t>[Medusa]</a:t>
            </a:r>
          </a:p>
          <a:p>
            <a:pPr algn="ctr"/>
            <a:r>
              <a:rPr lang="en-US" altLang="ja-JP" sz="1000">
                <a:latin typeface="メイリオ" panose="020B0604030504040204" pitchFamily="50" charset="-128"/>
                <a:ea typeface="メイリオ" panose="020B0604030504040204" pitchFamily="50" charset="-128"/>
              </a:rPr>
              <a:t>TTM?</a:t>
            </a:r>
            <a:endParaRPr kumimoji="1" lang="en-US" altLang="ja-JP" sz="100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EB993AC-C800-4917-8BAE-71FE2A1E5BB5}"/>
              </a:ext>
            </a:extLst>
          </p:cNvPr>
          <p:cNvSpPr/>
          <p:nvPr/>
        </p:nvSpPr>
        <p:spPr>
          <a:xfrm>
            <a:off x="350889" y="676396"/>
            <a:ext cx="678938" cy="260475"/>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latin typeface="メイリオ" panose="020B0604030504040204" pitchFamily="50" charset="-128"/>
                <a:ea typeface="メイリオ" panose="020B0604030504040204" pitchFamily="50" charset="-128"/>
                <a:cs typeface="メイリオ" panose="020B0604030504040204" pitchFamily="50" charset="-128"/>
              </a:rPr>
              <a:t>現行品</a:t>
            </a:r>
            <a:endParaRPr kumimoji="1" lang="ja-JP" altLang="en-US" sz="900" b="1">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 name="正方形/長方形 3">
            <a:extLst>
              <a:ext uri="{FF2B5EF4-FFF2-40B4-BE49-F238E27FC236}">
                <a16:creationId xmlns:a16="http://schemas.microsoft.com/office/drawing/2014/main" id="{460B1220-081B-D869-7045-CBA814901E28}"/>
              </a:ext>
            </a:extLst>
          </p:cNvPr>
          <p:cNvSpPr/>
          <p:nvPr/>
        </p:nvSpPr>
        <p:spPr>
          <a:xfrm>
            <a:off x="1130732" y="681778"/>
            <a:ext cx="617722" cy="260475"/>
          </a:xfrm>
          <a:prstGeom prst="rect">
            <a:avLst/>
          </a:prstGeom>
          <a:solidFill>
            <a:srgbClr val="ED7D3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latin typeface="メイリオ" panose="020B0604030504040204" pitchFamily="50" charset="-128"/>
                <a:ea typeface="メイリオ" panose="020B0604030504040204" pitchFamily="50" charset="-128"/>
                <a:cs typeface="メイリオ" panose="020B0604030504040204" pitchFamily="50" charset="-128"/>
              </a:rPr>
              <a:t>予定品</a:t>
            </a:r>
            <a:endParaRPr kumimoji="1" lang="ja-JP" altLang="en-US" sz="900" b="1">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0" name="正方形/長方形 9">
            <a:extLst>
              <a:ext uri="{FF2B5EF4-FFF2-40B4-BE49-F238E27FC236}">
                <a16:creationId xmlns:a16="http://schemas.microsoft.com/office/drawing/2014/main" id="{F6526D4C-930B-BBCC-3019-233A2840C3F3}"/>
              </a:ext>
            </a:extLst>
          </p:cNvPr>
          <p:cNvSpPr/>
          <p:nvPr/>
        </p:nvSpPr>
        <p:spPr>
          <a:xfrm>
            <a:off x="1850956" y="681929"/>
            <a:ext cx="617722" cy="260475"/>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latin typeface="メイリオ" panose="020B0604030504040204" pitchFamily="50" charset="-128"/>
                <a:ea typeface="メイリオ" panose="020B0604030504040204" pitchFamily="50" charset="-128"/>
                <a:cs typeface="メイリオ" panose="020B0604030504040204" pitchFamily="50" charset="-128"/>
              </a:rPr>
              <a:t>承認済</a:t>
            </a:r>
            <a:endParaRPr kumimoji="1" lang="ja-JP" altLang="en-US" sz="900" b="1">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3" name="正方形/長方形 12">
            <a:extLst>
              <a:ext uri="{FF2B5EF4-FFF2-40B4-BE49-F238E27FC236}">
                <a16:creationId xmlns:a16="http://schemas.microsoft.com/office/drawing/2014/main" id="{520BEF0C-8994-DA48-0DFC-9EDFE32DEBF8}"/>
              </a:ext>
            </a:extLst>
          </p:cNvPr>
          <p:cNvSpPr/>
          <p:nvPr/>
        </p:nvSpPr>
        <p:spPr>
          <a:xfrm>
            <a:off x="10558497" y="931069"/>
            <a:ext cx="970097" cy="5766825"/>
          </a:xfrm>
          <a:prstGeom prst="rect">
            <a:avLst/>
          </a:prstGeom>
          <a:solidFill>
            <a:srgbClr val="0070C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l"/>
            <a:endParaRPr kumimoji="1" lang="ja-JP" altLang="en-US" sz="1600">
              <a:latin typeface="メイリオ" panose="020B0604030504040204" pitchFamily="50" charset="-128"/>
              <a:ea typeface="メイリオ" panose="020B0604030504040204" pitchFamily="50" charset="-128"/>
            </a:endParaRPr>
          </a:p>
        </p:txBody>
      </p:sp>
      <p:pic>
        <p:nvPicPr>
          <p:cNvPr id="12" name="図 11">
            <a:extLst>
              <a:ext uri="{FF2B5EF4-FFF2-40B4-BE49-F238E27FC236}">
                <a16:creationId xmlns:a16="http://schemas.microsoft.com/office/drawing/2014/main" id="{3651BC37-EFAB-5D27-9B21-50D2E0C41DA9}"/>
              </a:ext>
            </a:extLst>
          </p:cNvPr>
          <p:cNvPicPr>
            <a:picLocks noChangeAspect="1"/>
          </p:cNvPicPr>
          <p:nvPr/>
        </p:nvPicPr>
        <p:blipFill>
          <a:blip r:embed="rId3"/>
          <a:stretch>
            <a:fillRect/>
          </a:stretch>
        </p:blipFill>
        <p:spPr>
          <a:xfrm>
            <a:off x="10611998" y="684147"/>
            <a:ext cx="423762" cy="23872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aphicFrame>
        <p:nvGraphicFramePr>
          <p:cNvPr id="17" name="表 16">
            <a:extLst>
              <a:ext uri="{FF2B5EF4-FFF2-40B4-BE49-F238E27FC236}">
                <a16:creationId xmlns:a16="http://schemas.microsoft.com/office/drawing/2014/main" id="{E0046B40-72CD-CE26-2398-B340E3577B2D}"/>
              </a:ext>
            </a:extLst>
          </p:cNvPr>
          <p:cNvGraphicFramePr>
            <a:graphicFrameLocks noGrp="1"/>
          </p:cNvGraphicFramePr>
          <p:nvPr>
            <p:extLst>
              <p:ext uri="{D42A27DB-BD31-4B8C-83A1-F6EECF244321}">
                <p14:modId xmlns:p14="http://schemas.microsoft.com/office/powerpoint/2010/main" val="2217576405"/>
              </p:ext>
            </p:extLst>
          </p:nvPr>
        </p:nvGraphicFramePr>
        <p:xfrm>
          <a:off x="337128" y="1019671"/>
          <a:ext cx="11517732" cy="714375"/>
        </p:xfrm>
        <a:graphic>
          <a:graphicData uri="http://schemas.openxmlformats.org/drawingml/2006/table">
            <a:tbl>
              <a:tblPr/>
              <a:tblGrid>
                <a:gridCol w="319937">
                  <a:extLst>
                    <a:ext uri="{9D8B030D-6E8A-4147-A177-3AD203B41FA5}">
                      <a16:colId xmlns:a16="http://schemas.microsoft.com/office/drawing/2014/main" val="1500898864"/>
                    </a:ext>
                  </a:extLst>
                </a:gridCol>
                <a:gridCol w="319937">
                  <a:extLst>
                    <a:ext uri="{9D8B030D-6E8A-4147-A177-3AD203B41FA5}">
                      <a16:colId xmlns:a16="http://schemas.microsoft.com/office/drawing/2014/main" val="492311195"/>
                    </a:ext>
                  </a:extLst>
                </a:gridCol>
                <a:gridCol w="319937">
                  <a:extLst>
                    <a:ext uri="{9D8B030D-6E8A-4147-A177-3AD203B41FA5}">
                      <a16:colId xmlns:a16="http://schemas.microsoft.com/office/drawing/2014/main" val="535944228"/>
                    </a:ext>
                  </a:extLst>
                </a:gridCol>
                <a:gridCol w="319937">
                  <a:extLst>
                    <a:ext uri="{9D8B030D-6E8A-4147-A177-3AD203B41FA5}">
                      <a16:colId xmlns:a16="http://schemas.microsoft.com/office/drawing/2014/main" val="1297611135"/>
                    </a:ext>
                  </a:extLst>
                </a:gridCol>
                <a:gridCol w="319937">
                  <a:extLst>
                    <a:ext uri="{9D8B030D-6E8A-4147-A177-3AD203B41FA5}">
                      <a16:colId xmlns:a16="http://schemas.microsoft.com/office/drawing/2014/main" val="1872956960"/>
                    </a:ext>
                  </a:extLst>
                </a:gridCol>
                <a:gridCol w="319937">
                  <a:extLst>
                    <a:ext uri="{9D8B030D-6E8A-4147-A177-3AD203B41FA5}">
                      <a16:colId xmlns:a16="http://schemas.microsoft.com/office/drawing/2014/main" val="1530389144"/>
                    </a:ext>
                  </a:extLst>
                </a:gridCol>
                <a:gridCol w="319937">
                  <a:extLst>
                    <a:ext uri="{9D8B030D-6E8A-4147-A177-3AD203B41FA5}">
                      <a16:colId xmlns:a16="http://schemas.microsoft.com/office/drawing/2014/main" val="1873387370"/>
                    </a:ext>
                  </a:extLst>
                </a:gridCol>
                <a:gridCol w="319937">
                  <a:extLst>
                    <a:ext uri="{9D8B030D-6E8A-4147-A177-3AD203B41FA5}">
                      <a16:colId xmlns:a16="http://schemas.microsoft.com/office/drawing/2014/main" val="2523210819"/>
                    </a:ext>
                  </a:extLst>
                </a:gridCol>
                <a:gridCol w="319937">
                  <a:extLst>
                    <a:ext uri="{9D8B030D-6E8A-4147-A177-3AD203B41FA5}">
                      <a16:colId xmlns:a16="http://schemas.microsoft.com/office/drawing/2014/main" val="1136697292"/>
                    </a:ext>
                  </a:extLst>
                </a:gridCol>
                <a:gridCol w="319937">
                  <a:extLst>
                    <a:ext uri="{9D8B030D-6E8A-4147-A177-3AD203B41FA5}">
                      <a16:colId xmlns:a16="http://schemas.microsoft.com/office/drawing/2014/main" val="4023778491"/>
                    </a:ext>
                  </a:extLst>
                </a:gridCol>
                <a:gridCol w="319937">
                  <a:extLst>
                    <a:ext uri="{9D8B030D-6E8A-4147-A177-3AD203B41FA5}">
                      <a16:colId xmlns:a16="http://schemas.microsoft.com/office/drawing/2014/main" val="3242310994"/>
                    </a:ext>
                  </a:extLst>
                </a:gridCol>
                <a:gridCol w="319937">
                  <a:extLst>
                    <a:ext uri="{9D8B030D-6E8A-4147-A177-3AD203B41FA5}">
                      <a16:colId xmlns:a16="http://schemas.microsoft.com/office/drawing/2014/main" val="3032464318"/>
                    </a:ext>
                  </a:extLst>
                </a:gridCol>
                <a:gridCol w="319937">
                  <a:extLst>
                    <a:ext uri="{9D8B030D-6E8A-4147-A177-3AD203B41FA5}">
                      <a16:colId xmlns:a16="http://schemas.microsoft.com/office/drawing/2014/main" val="718012166"/>
                    </a:ext>
                  </a:extLst>
                </a:gridCol>
                <a:gridCol w="319937">
                  <a:extLst>
                    <a:ext uri="{9D8B030D-6E8A-4147-A177-3AD203B41FA5}">
                      <a16:colId xmlns:a16="http://schemas.microsoft.com/office/drawing/2014/main" val="201977023"/>
                    </a:ext>
                  </a:extLst>
                </a:gridCol>
                <a:gridCol w="319937">
                  <a:extLst>
                    <a:ext uri="{9D8B030D-6E8A-4147-A177-3AD203B41FA5}">
                      <a16:colId xmlns:a16="http://schemas.microsoft.com/office/drawing/2014/main" val="3789184676"/>
                    </a:ext>
                  </a:extLst>
                </a:gridCol>
                <a:gridCol w="319937">
                  <a:extLst>
                    <a:ext uri="{9D8B030D-6E8A-4147-A177-3AD203B41FA5}">
                      <a16:colId xmlns:a16="http://schemas.microsoft.com/office/drawing/2014/main" val="2285191595"/>
                    </a:ext>
                  </a:extLst>
                </a:gridCol>
                <a:gridCol w="319937">
                  <a:extLst>
                    <a:ext uri="{9D8B030D-6E8A-4147-A177-3AD203B41FA5}">
                      <a16:colId xmlns:a16="http://schemas.microsoft.com/office/drawing/2014/main" val="1576469209"/>
                    </a:ext>
                  </a:extLst>
                </a:gridCol>
                <a:gridCol w="319937">
                  <a:extLst>
                    <a:ext uri="{9D8B030D-6E8A-4147-A177-3AD203B41FA5}">
                      <a16:colId xmlns:a16="http://schemas.microsoft.com/office/drawing/2014/main" val="2224905602"/>
                    </a:ext>
                  </a:extLst>
                </a:gridCol>
                <a:gridCol w="319937">
                  <a:extLst>
                    <a:ext uri="{9D8B030D-6E8A-4147-A177-3AD203B41FA5}">
                      <a16:colId xmlns:a16="http://schemas.microsoft.com/office/drawing/2014/main" val="324624714"/>
                    </a:ext>
                  </a:extLst>
                </a:gridCol>
                <a:gridCol w="319937">
                  <a:extLst>
                    <a:ext uri="{9D8B030D-6E8A-4147-A177-3AD203B41FA5}">
                      <a16:colId xmlns:a16="http://schemas.microsoft.com/office/drawing/2014/main" val="370901253"/>
                    </a:ext>
                  </a:extLst>
                </a:gridCol>
                <a:gridCol w="319937">
                  <a:extLst>
                    <a:ext uri="{9D8B030D-6E8A-4147-A177-3AD203B41FA5}">
                      <a16:colId xmlns:a16="http://schemas.microsoft.com/office/drawing/2014/main" val="4024422151"/>
                    </a:ext>
                  </a:extLst>
                </a:gridCol>
                <a:gridCol w="319937">
                  <a:extLst>
                    <a:ext uri="{9D8B030D-6E8A-4147-A177-3AD203B41FA5}">
                      <a16:colId xmlns:a16="http://schemas.microsoft.com/office/drawing/2014/main" val="2689519980"/>
                    </a:ext>
                  </a:extLst>
                </a:gridCol>
                <a:gridCol w="319937">
                  <a:extLst>
                    <a:ext uri="{9D8B030D-6E8A-4147-A177-3AD203B41FA5}">
                      <a16:colId xmlns:a16="http://schemas.microsoft.com/office/drawing/2014/main" val="3790508917"/>
                    </a:ext>
                  </a:extLst>
                </a:gridCol>
                <a:gridCol w="319937">
                  <a:extLst>
                    <a:ext uri="{9D8B030D-6E8A-4147-A177-3AD203B41FA5}">
                      <a16:colId xmlns:a16="http://schemas.microsoft.com/office/drawing/2014/main" val="355080256"/>
                    </a:ext>
                  </a:extLst>
                </a:gridCol>
                <a:gridCol w="319937">
                  <a:extLst>
                    <a:ext uri="{9D8B030D-6E8A-4147-A177-3AD203B41FA5}">
                      <a16:colId xmlns:a16="http://schemas.microsoft.com/office/drawing/2014/main" val="3004377733"/>
                    </a:ext>
                  </a:extLst>
                </a:gridCol>
                <a:gridCol w="319937">
                  <a:extLst>
                    <a:ext uri="{9D8B030D-6E8A-4147-A177-3AD203B41FA5}">
                      <a16:colId xmlns:a16="http://schemas.microsoft.com/office/drawing/2014/main" val="1158246796"/>
                    </a:ext>
                  </a:extLst>
                </a:gridCol>
                <a:gridCol w="319937">
                  <a:extLst>
                    <a:ext uri="{9D8B030D-6E8A-4147-A177-3AD203B41FA5}">
                      <a16:colId xmlns:a16="http://schemas.microsoft.com/office/drawing/2014/main" val="3566540348"/>
                    </a:ext>
                  </a:extLst>
                </a:gridCol>
                <a:gridCol w="319937">
                  <a:extLst>
                    <a:ext uri="{9D8B030D-6E8A-4147-A177-3AD203B41FA5}">
                      <a16:colId xmlns:a16="http://schemas.microsoft.com/office/drawing/2014/main" val="1664914038"/>
                    </a:ext>
                  </a:extLst>
                </a:gridCol>
                <a:gridCol w="319937">
                  <a:extLst>
                    <a:ext uri="{9D8B030D-6E8A-4147-A177-3AD203B41FA5}">
                      <a16:colId xmlns:a16="http://schemas.microsoft.com/office/drawing/2014/main" val="1814902996"/>
                    </a:ext>
                  </a:extLst>
                </a:gridCol>
                <a:gridCol w="319937">
                  <a:extLst>
                    <a:ext uri="{9D8B030D-6E8A-4147-A177-3AD203B41FA5}">
                      <a16:colId xmlns:a16="http://schemas.microsoft.com/office/drawing/2014/main" val="72780220"/>
                    </a:ext>
                  </a:extLst>
                </a:gridCol>
                <a:gridCol w="319937">
                  <a:extLst>
                    <a:ext uri="{9D8B030D-6E8A-4147-A177-3AD203B41FA5}">
                      <a16:colId xmlns:a16="http://schemas.microsoft.com/office/drawing/2014/main" val="640000408"/>
                    </a:ext>
                  </a:extLst>
                </a:gridCol>
                <a:gridCol w="319937">
                  <a:extLst>
                    <a:ext uri="{9D8B030D-6E8A-4147-A177-3AD203B41FA5}">
                      <a16:colId xmlns:a16="http://schemas.microsoft.com/office/drawing/2014/main" val="2576203230"/>
                    </a:ext>
                  </a:extLst>
                </a:gridCol>
                <a:gridCol w="319937">
                  <a:extLst>
                    <a:ext uri="{9D8B030D-6E8A-4147-A177-3AD203B41FA5}">
                      <a16:colId xmlns:a16="http://schemas.microsoft.com/office/drawing/2014/main" val="2578640369"/>
                    </a:ext>
                  </a:extLst>
                </a:gridCol>
                <a:gridCol w="319937">
                  <a:extLst>
                    <a:ext uri="{9D8B030D-6E8A-4147-A177-3AD203B41FA5}">
                      <a16:colId xmlns:a16="http://schemas.microsoft.com/office/drawing/2014/main" val="3620044266"/>
                    </a:ext>
                  </a:extLst>
                </a:gridCol>
                <a:gridCol w="319937">
                  <a:extLst>
                    <a:ext uri="{9D8B030D-6E8A-4147-A177-3AD203B41FA5}">
                      <a16:colId xmlns:a16="http://schemas.microsoft.com/office/drawing/2014/main" val="3123228021"/>
                    </a:ext>
                  </a:extLst>
                </a:gridCol>
                <a:gridCol w="319937">
                  <a:extLst>
                    <a:ext uri="{9D8B030D-6E8A-4147-A177-3AD203B41FA5}">
                      <a16:colId xmlns:a16="http://schemas.microsoft.com/office/drawing/2014/main" val="2629818710"/>
                    </a:ext>
                  </a:extLst>
                </a:gridCol>
              </a:tblGrid>
              <a:tr h="238125">
                <a:tc gridSpan="12">
                  <a:txBody>
                    <a:bodyPr/>
                    <a:lstStyle/>
                    <a:p>
                      <a:pPr algn="ctr" fontAlgn="ctr">
                        <a:buNone/>
                      </a:pPr>
                      <a:r>
                        <a:rPr lang="it-IT" sz="1100" b="1" i="0" u="none" strike="noStrike">
                          <a:solidFill>
                            <a:srgbClr val="FFFFFF"/>
                          </a:solidFill>
                          <a:effectLst/>
                          <a:latin typeface="游ゴシック" panose="020B0400000000000000" pitchFamily="50" charset="-128"/>
                          <a:ea typeface="游ゴシック" panose="020B0400000000000000" pitchFamily="50" charset="-128"/>
                        </a:rPr>
                        <a:t>THIRDWAVE  43</a:t>
                      </a:r>
                      <a:r>
                        <a:rPr lang="ja-JP" altLang="en-US" sz="1100" b="1" i="0" u="none" strike="noStrike">
                          <a:solidFill>
                            <a:srgbClr val="FFFFFF"/>
                          </a:solidFill>
                          <a:effectLst/>
                          <a:latin typeface="游ゴシック" panose="020B0400000000000000" pitchFamily="50" charset="-128"/>
                          <a:ea typeface="游ゴシック" panose="020B0400000000000000" pitchFamily="50" charset="-128"/>
                        </a:rPr>
                        <a:t>期</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ctr">
                        <a:buNone/>
                      </a:pPr>
                      <a:r>
                        <a:rPr lang="it-IT" sz="1100" b="1" i="0" u="none" strike="noStrike">
                          <a:solidFill>
                            <a:srgbClr val="FFFFFF"/>
                          </a:solidFill>
                          <a:effectLst/>
                          <a:latin typeface="游ゴシック" panose="020B0400000000000000" pitchFamily="50" charset="-128"/>
                          <a:ea typeface="游ゴシック" panose="020B0400000000000000" pitchFamily="50" charset="-128"/>
                        </a:rPr>
                        <a:t>THIRDWAVE  44</a:t>
                      </a:r>
                      <a:r>
                        <a:rPr lang="ja-JP" altLang="en-US" sz="1100" b="1" i="0" u="none" strike="noStrike">
                          <a:solidFill>
                            <a:srgbClr val="FFFFFF"/>
                          </a:solidFill>
                          <a:effectLst/>
                          <a:latin typeface="游ゴシック" panose="020B0400000000000000" pitchFamily="50" charset="-128"/>
                          <a:ea typeface="游ゴシック" panose="020B0400000000000000" pitchFamily="50" charset="-128"/>
                        </a:rPr>
                        <a:t>期</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75B5"/>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ctr">
                        <a:buNone/>
                      </a:pPr>
                      <a:r>
                        <a:rPr lang="it-IT" sz="1100" b="1" i="0" u="none" strike="noStrike">
                          <a:solidFill>
                            <a:srgbClr val="FFFFFF"/>
                          </a:solidFill>
                          <a:effectLst/>
                          <a:latin typeface="游ゴシック" panose="020B0400000000000000" pitchFamily="50" charset="-128"/>
                          <a:ea typeface="游ゴシック" panose="020B0400000000000000" pitchFamily="50" charset="-128"/>
                        </a:rPr>
                        <a:t>THIRDWAVE  45</a:t>
                      </a:r>
                      <a:r>
                        <a:rPr lang="ja-JP" altLang="en-US" sz="1100" b="1" i="0" u="none" strike="noStrike">
                          <a:solidFill>
                            <a:srgbClr val="FFFFFF"/>
                          </a:solidFill>
                          <a:effectLst/>
                          <a:latin typeface="游ゴシック" panose="020B0400000000000000" pitchFamily="50" charset="-128"/>
                          <a:ea typeface="游ゴシック" panose="020B0400000000000000" pitchFamily="50" charset="-128"/>
                        </a:rPr>
                        <a:t>期</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E78"/>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639680362"/>
                  </a:ext>
                </a:extLst>
              </a:tr>
              <a:tr h="238125">
                <a:tc gridSpan="5">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7">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294673942"/>
                  </a:ext>
                </a:extLst>
              </a:tr>
              <a:tr h="238125">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1797585"/>
                  </a:ext>
                </a:extLst>
              </a:tr>
            </a:tbl>
          </a:graphicData>
        </a:graphic>
      </p:graphicFrame>
      <p:sp>
        <p:nvSpPr>
          <p:cNvPr id="52" name="矢印: 五方向 51">
            <a:extLst>
              <a:ext uri="{FF2B5EF4-FFF2-40B4-BE49-F238E27FC236}">
                <a16:creationId xmlns:a16="http://schemas.microsoft.com/office/drawing/2014/main" id="{438CF5FC-1F1E-D95F-7A6D-84A0807A41F8}"/>
              </a:ext>
            </a:extLst>
          </p:cNvPr>
          <p:cNvSpPr/>
          <p:nvPr/>
        </p:nvSpPr>
        <p:spPr>
          <a:xfrm>
            <a:off x="6808159" y="5747137"/>
            <a:ext cx="5027168" cy="288000"/>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ja-JP" sz="1050" b="1">
                <a:latin typeface="メイリオ" panose="020B0604030504040204" pitchFamily="50" charset="-128"/>
                <a:ea typeface="メイリオ" panose="020B0604030504040204" pitchFamily="50" charset="-128"/>
              </a:rPr>
              <a:t>[C/</a:t>
            </a:r>
            <a:r>
              <a:rPr lang="ja-JP" altLang="en-US" sz="1050" b="1">
                <a:latin typeface="メイリオ" panose="020B0604030504040204" pitchFamily="50" charset="-128"/>
                <a:ea typeface="メイリオ" panose="020B0604030504040204" pitchFamily="50" charset="-128"/>
              </a:rPr>
              <a:t>法</a:t>
            </a:r>
            <a:r>
              <a:rPr lang="en-US" altLang="ja-JP" sz="1050" b="1">
                <a:latin typeface="メイリオ" panose="020B0604030504040204" pitchFamily="50" charset="-128"/>
                <a:ea typeface="メイリオ" panose="020B0604030504040204" pitchFamily="50" charset="-128"/>
              </a:rPr>
              <a:t>] 14</a:t>
            </a:r>
            <a:r>
              <a:rPr lang="ja-JP" altLang="en-US" sz="1050" b="1">
                <a:latin typeface="メイリオ" panose="020B0604030504040204" pitchFamily="50" charset="-128"/>
                <a:ea typeface="メイリオ" panose="020B0604030504040204" pitchFamily="50" charset="-128"/>
              </a:rPr>
              <a:t>インチ</a:t>
            </a:r>
            <a:r>
              <a:rPr lang="en-US" altLang="ja-JP" sz="800" b="1">
                <a:latin typeface="メイリオ" panose="020B0604030504040204" pitchFamily="50" charset="-128"/>
                <a:ea typeface="メイリオ" panose="020B0604030504040204" pitchFamily="50" charset="-128"/>
              </a:rPr>
              <a:t>(Intel/RTX5050)</a:t>
            </a:r>
            <a:endParaRPr kumimoji="1" lang="en-US" altLang="ja-JP" sz="800" b="1">
              <a:latin typeface="メイリオ" panose="020B0604030504040204" pitchFamily="50" charset="-128"/>
              <a:ea typeface="メイリオ" panose="020B0604030504040204" pitchFamily="50" charset="-128"/>
            </a:endParaRPr>
          </a:p>
        </p:txBody>
      </p:sp>
      <p:sp>
        <p:nvSpPr>
          <p:cNvPr id="53" name="矢印: 五方向 52">
            <a:extLst>
              <a:ext uri="{FF2B5EF4-FFF2-40B4-BE49-F238E27FC236}">
                <a16:creationId xmlns:a16="http://schemas.microsoft.com/office/drawing/2014/main" id="{A43A8E09-DA64-B89A-8AFB-51C280E0C09B}"/>
              </a:ext>
            </a:extLst>
          </p:cNvPr>
          <p:cNvSpPr/>
          <p:nvPr/>
        </p:nvSpPr>
        <p:spPr>
          <a:xfrm>
            <a:off x="6792472" y="2299608"/>
            <a:ext cx="3944905" cy="288000"/>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altLang="ja-JP" sz="1050" b="1">
                <a:latin typeface="メイリオ" panose="020B0604030504040204" pitchFamily="50" charset="-128"/>
                <a:ea typeface="メイリオ" panose="020B0604030504040204" pitchFamily="50" charset="-128"/>
              </a:rPr>
              <a:t>[G/C]Intel NOVA Lake HX + New </a:t>
            </a:r>
            <a:r>
              <a:rPr lang="en-US" altLang="ja-JP" sz="1050" b="1" err="1">
                <a:latin typeface="メイリオ" panose="020B0604030504040204" pitchFamily="50" charset="-128"/>
                <a:ea typeface="メイリオ" panose="020B0604030504040204" pitchFamily="50" charset="-128"/>
              </a:rPr>
              <a:t>Geforce</a:t>
            </a:r>
            <a:r>
              <a:rPr lang="ja-JP" altLang="en-US" sz="1050" b="1">
                <a:latin typeface="メイリオ" panose="020B0604030504040204" pitchFamily="50" charset="-128"/>
                <a:ea typeface="メイリオ" panose="020B0604030504040204" pitchFamily="50" charset="-128"/>
              </a:rPr>
              <a:t> </a:t>
            </a:r>
            <a:r>
              <a:rPr lang="en-US" altLang="ja-JP" sz="1050" b="1">
                <a:latin typeface="メイリオ" panose="020B0604030504040204" pitchFamily="50" charset="-128"/>
                <a:ea typeface="メイリオ" panose="020B0604030504040204" pitchFamily="50" charset="-128"/>
              </a:rPr>
              <a:t>5080</a:t>
            </a:r>
            <a:endParaRPr lang="en-US" altLang="ja-JP" sz="800" b="1">
              <a:latin typeface="メイリオ" panose="020B0604030504040204" pitchFamily="50" charset="-128"/>
              <a:ea typeface="メイリオ" panose="020B0604030504040204" pitchFamily="50" charset="-128"/>
            </a:endParaRPr>
          </a:p>
        </p:txBody>
      </p:sp>
      <p:sp>
        <p:nvSpPr>
          <p:cNvPr id="54" name="矢印: 五方向 53">
            <a:extLst>
              <a:ext uri="{FF2B5EF4-FFF2-40B4-BE49-F238E27FC236}">
                <a16:creationId xmlns:a16="http://schemas.microsoft.com/office/drawing/2014/main" id="{B4A589CB-5CDD-3C51-0F20-22A2C43B7364}"/>
              </a:ext>
            </a:extLst>
          </p:cNvPr>
          <p:cNvSpPr/>
          <p:nvPr/>
        </p:nvSpPr>
        <p:spPr>
          <a:xfrm>
            <a:off x="6796573" y="1917696"/>
            <a:ext cx="3944905" cy="288000"/>
          </a:xfrm>
          <a:prstGeom prst="homePlate">
            <a:avLst/>
          </a:prstGeom>
          <a:solidFill>
            <a:schemeClr val="tx1">
              <a:lumMod val="50000"/>
              <a:lumOff val="5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altLang="ja-JP" sz="1050" b="1">
                <a:latin typeface="メイリオ" panose="020B0604030504040204" pitchFamily="50" charset="-128"/>
                <a:ea typeface="メイリオ" panose="020B0604030504040204" pitchFamily="50" charset="-128"/>
              </a:rPr>
              <a:t>[G/C]Intel NOVA Lake HX + New </a:t>
            </a:r>
            <a:r>
              <a:rPr lang="en-US" altLang="ja-JP" sz="1050" b="1" err="1">
                <a:latin typeface="メイリオ" panose="020B0604030504040204" pitchFamily="50" charset="-128"/>
                <a:ea typeface="メイリオ" panose="020B0604030504040204" pitchFamily="50" charset="-128"/>
              </a:rPr>
              <a:t>Geforce</a:t>
            </a:r>
            <a:r>
              <a:rPr lang="en-US" altLang="ja-JP" sz="1050" b="1">
                <a:latin typeface="メイリオ" panose="020B0604030504040204" pitchFamily="50" charset="-128"/>
                <a:ea typeface="メイリオ" panose="020B0604030504040204" pitchFamily="50" charset="-128"/>
              </a:rPr>
              <a:t> 5090</a:t>
            </a:r>
            <a:endParaRPr lang="en-US" altLang="ja-JP" sz="800" b="1">
              <a:latin typeface="メイリオ" panose="020B0604030504040204" pitchFamily="50" charset="-128"/>
              <a:ea typeface="メイリオ" panose="020B0604030504040204" pitchFamily="50" charset="-128"/>
            </a:endParaRPr>
          </a:p>
        </p:txBody>
      </p:sp>
      <p:sp>
        <p:nvSpPr>
          <p:cNvPr id="56" name="矢印: 五方向 55">
            <a:extLst>
              <a:ext uri="{FF2B5EF4-FFF2-40B4-BE49-F238E27FC236}">
                <a16:creationId xmlns:a16="http://schemas.microsoft.com/office/drawing/2014/main" id="{3AB276AD-B341-4D56-349A-22C082EF593B}"/>
              </a:ext>
            </a:extLst>
          </p:cNvPr>
          <p:cNvSpPr/>
          <p:nvPr/>
        </p:nvSpPr>
        <p:spPr>
          <a:xfrm>
            <a:off x="6763904" y="3435230"/>
            <a:ext cx="3958017" cy="288000"/>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altLang="ja-JP" sz="1050" b="1">
                <a:latin typeface="メイリオ" panose="020B0604030504040204" pitchFamily="50" charset="-128"/>
                <a:ea typeface="メイリオ" panose="020B0604030504040204" pitchFamily="50" charset="-128"/>
              </a:rPr>
              <a:t>[G/C]Intel NOVA Lake HX + New </a:t>
            </a:r>
            <a:r>
              <a:rPr lang="en-US" altLang="ja-JP" sz="1050" b="1" err="1">
                <a:latin typeface="メイリオ" panose="020B0604030504040204" pitchFamily="50" charset="-128"/>
                <a:ea typeface="メイリオ" panose="020B0604030504040204" pitchFamily="50" charset="-128"/>
              </a:rPr>
              <a:t>Geforce</a:t>
            </a:r>
            <a:r>
              <a:rPr lang="ja-JP" altLang="en-US" sz="1050" b="1">
                <a:latin typeface="メイリオ" panose="020B0604030504040204" pitchFamily="50" charset="-128"/>
                <a:ea typeface="メイリオ" panose="020B0604030504040204" pitchFamily="50" charset="-128"/>
              </a:rPr>
              <a:t> </a:t>
            </a:r>
            <a:r>
              <a:rPr lang="en-US" altLang="ja-JP" sz="1050" b="1">
                <a:latin typeface="メイリオ" panose="020B0604030504040204" pitchFamily="50" charset="-128"/>
                <a:ea typeface="メイリオ" panose="020B0604030504040204" pitchFamily="50" charset="-128"/>
              </a:rPr>
              <a:t>5070Ti</a:t>
            </a:r>
            <a:endParaRPr lang="en-US" altLang="ja-JP" sz="800" b="1">
              <a:latin typeface="メイリオ" panose="020B0604030504040204" pitchFamily="50" charset="-128"/>
              <a:ea typeface="メイリオ" panose="020B0604030504040204" pitchFamily="50" charset="-128"/>
            </a:endParaRPr>
          </a:p>
        </p:txBody>
      </p:sp>
      <p:sp>
        <p:nvSpPr>
          <p:cNvPr id="11" name="矢印: 五方向 10">
            <a:extLst>
              <a:ext uri="{FF2B5EF4-FFF2-40B4-BE49-F238E27FC236}">
                <a16:creationId xmlns:a16="http://schemas.microsoft.com/office/drawing/2014/main" id="{AD50A20C-F035-FA11-8BED-CF11569660E8}"/>
              </a:ext>
            </a:extLst>
          </p:cNvPr>
          <p:cNvSpPr/>
          <p:nvPr/>
        </p:nvSpPr>
        <p:spPr>
          <a:xfrm>
            <a:off x="6761356" y="3804957"/>
            <a:ext cx="3985455" cy="288000"/>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altLang="ja-JP" sz="1050" b="1">
                <a:latin typeface="メイリオ" panose="020B0604030504040204" pitchFamily="50" charset="-128"/>
                <a:ea typeface="メイリオ" panose="020B0604030504040204" pitchFamily="50" charset="-128"/>
              </a:rPr>
              <a:t>[G/C]Intel NOVA Lake + New </a:t>
            </a:r>
            <a:r>
              <a:rPr lang="en-US" altLang="ja-JP" sz="1050" b="1" err="1">
                <a:latin typeface="メイリオ" panose="020B0604030504040204" pitchFamily="50" charset="-128"/>
                <a:ea typeface="メイリオ" panose="020B0604030504040204" pitchFamily="50" charset="-128"/>
              </a:rPr>
              <a:t>Geforce</a:t>
            </a:r>
            <a:r>
              <a:rPr lang="ja-JP" altLang="en-US" sz="1050" b="1">
                <a:latin typeface="メイリオ" panose="020B0604030504040204" pitchFamily="50" charset="-128"/>
                <a:ea typeface="メイリオ" panose="020B0604030504040204" pitchFamily="50" charset="-128"/>
              </a:rPr>
              <a:t> </a:t>
            </a:r>
            <a:r>
              <a:rPr lang="en-US" altLang="ja-JP" sz="1050" b="1">
                <a:latin typeface="メイリオ" panose="020B0604030504040204" pitchFamily="50" charset="-128"/>
                <a:ea typeface="メイリオ" panose="020B0604030504040204" pitchFamily="50" charset="-128"/>
              </a:rPr>
              <a:t>5070</a:t>
            </a:r>
            <a:endParaRPr lang="en-US" altLang="ja-JP" sz="800" b="1">
              <a:latin typeface="メイリオ" panose="020B0604030504040204" pitchFamily="50" charset="-128"/>
              <a:ea typeface="メイリオ" panose="020B0604030504040204" pitchFamily="50" charset="-128"/>
            </a:endParaRPr>
          </a:p>
        </p:txBody>
      </p:sp>
      <p:sp>
        <p:nvSpPr>
          <p:cNvPr id="7" name="四角形: 角を丸くする 6">
            <a:extLst>
              <a:ext uri="{FF2B5EF4-FFF2-40B4-BE49-F238E27FC236}">
                <a16:creationId xmlns:a16="http://schemas.microsoft.com/office/drawing/2014/main" id="{D0EA5E38-139B-2BB7-65E2-4294CDD4BA6E}"/>
              </a:ext>
            </a:extLst>
          </p:cNvPr>
          <p:cNvSpPr/>
          <p:nvPr/>
        </p:nvSpPr>
        <p:spPr>
          <a:xfrm>
            <a:off x="7246479" y="521909"/>
            <a:ext cx="1173720" cy="432106"/>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000">
                <a:latin typeface="メイリオ" panose="020B0604030504040204" pitchFamily="50" charset="-128"/>
                <a:ea typeface="メイリオ" panose="020B0604030504040204" pitchFamily="50" charset="-128"/>
              </a:rPr>
              <a:t>Intel NOVA</a:t>
            </a:r>
            <a:r>
              <a:rPr lang="ja-JP" altLang="en-US" sz="1000">
                <a:latin typeface="メイリオ" panose="020B0604030504040204" pitchFamily="50" charset="-128"/>
                <a:ea typeface="メイリオ" panose="020B0604030504040204" pitchFamily="50" charset="-128"/>
              </a:rPr>
              <a:t> </a:t>
            </a:r>
            <a:r>
              <a:rPr lang="en-US" altLang="ja-JP" sz="1000">
                <a:latin typeface="メイリオ" panose="020B0604030504040204" pitchFamily="50" charset="-128"/>
                <a:ea typeface="メイリオ" panose="020B0604030504040204" pitchFamily="50" charset="-128"/>
              </a:rPr>
              <a:t>HX</a:t>
            </a:r>
          </a:p>
          <a:p>
            <a:pPr algn="ctr"/>
            <a:r>
              <a:rPr lang="en-US" altLang="ja-JP" sz="1000">
                <a:latin typeface="メイリオ" panose="020B0604030504040204" pitchFamily="50" charset="-128"/>
                <a:ea typeface="メイリオ" panose="020B0604030504040204" pitchFamily="50" charset="-128"/>
              </a:rPr>
              <a:t>TTM?</a:t>
            </a:r>
            <a:endParaRPr kumimoji="1" lang="en-US" altLang="ja-JP" sz="1000">
              <a:latin typeface="メイリオ" panose="020B0604030504040204" pitchFamily="50" charset="-128"/>
              <a:ea typeface="メイリオ" panose="020B0604030504040204" pitchFamily="50" charset="-128"/>
            </a:endParaRPr>
          </a:p>
        </p:txBody>
      </p:sp>
      <p:sp>
        <p:nvSpPr>
          <p:cNvPr id="16" name="矢印: 五方向 15">
            <a:extLst>
              <a:ext uri="{FF2B5EF4-FFF2-40B4-BE49-F238E27FC236}">
                <a16:creationId xmlns:a16="http://schemas.microsoft.com/office/drawing/2014/main" id="{8118B198-CA2F-821D-53E5-5FF9481E31B7}"/>
              </a:ext>
            </a:extLst>
          </p:cNvPr>
          <p:cNvSpPr/>
          <p:nvPr/>
        </p:nvSpPr>
        <p:spPr>
          <a:xfrm>
            <a:off x="10690433" y="1891503"/>
            <a:ext cx="1144894" cy="723251"/>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altLang="ja-JP" sz="1050" b="1">
                <a:latin typeface="メイリオ" panose="020B0604030504040204" pitchFamily="50" charset="-128"/>
                <a:ea typeface="メイリオ" panose="020B0604030504040204" pitchFamily="50" charset="-128"/>
              </a:rPr>
              <a:t>Razer Lake</a:t>
            </a:r>
            <a:endParaRPr lang="en-US" altLang="ja-JP" sz="800" b="1">
              <a:latin typeface="メイリオ" panose="020B0604030504040204" pitchFamily="50" charset="-128"/>
              <a:ea typeface="メイリオ" panose="020B0604030504040204" pitchFamily="50" charset="-128"/>
            </a:endParaRPr>
          </a:p>
        </p:txBody>
      </p:sp>
      <p:sp>
        <p:nvSpPr>
          <p:cNvPr id="18" name="矢印: 五方向 17">
            <a:extLst>
              <a:ext uri="{FF2B5EF4-FFF2-40B4-BE49-F238E27FC236}">
                <a16:creationId xmlns:a16="http://schemas.microsoft.com/office/drawing/2014/main" id="{D097E730-DB83-94FE-521E-E37D869849E9}"/>
              </a:ext>
            </a:extLst>
          </p:cNvPr>
          <p:cNvSpPr/>
          <p:nvPr/>
        </p:nvSpPr>
        <p:spPr>
          <a:xfrm>
            <a:off x="10702808" y="3406296"/>
            <a:ext cx="1144894" cy="723251"/>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altLang="ja-JP" sz="1050" b="1">
                <a:latin typeface="メイリオ" panose="020B0604030504040204" pitchFamily="50" charset="-128"/>
                <a:ea typeface="メイリオ" panose="020B0604030504040204" pitchFamily="50" charset="-128"/>
              </a:rPr>
              <a:t>Razer Lake</a:t>
            </a:r>
            <a:endParaRPr lang="en-US" altLang="ja-JP" sz="800" b="1">
              <a:latin typeface="メイリオ" panose="020B0604030504040204" pitchFamily="50" charset="-128"/>
              <a:ea typeface="メイリオ" panose="020B0604030504040204" pitchFamily="50" charset="-128"/>
            </a:endParaRPr>
          </a:p>
        </p:txBody>
      </p:sp>
      <p:sp>
        <p:nvSpPr>
          <p:cNvPr id="21" name="正方形/長方形 20">
            <a:extLst>
              <a:ext uri="{FF2B5EF4-FFF2-40B4-BE49-F238E27FC236}">
                <a16:creationId xmlns:a16="http://schemas.microsoft.com/office/drawing/2014/main" id="{5D3EE496-F0F4-3B86-F4DA-4C98B4361CF2}"/>
              </a:ext>
            </a:extLst>
          </p:cNvPr>
          <p:cNvSpPr/>
          <p:nvPr/>
        </p:nvSpPr>
        <p:spPr>
          <a:xfrm>
            <a:off x="2569041" y="676396"/>
            <a:ext cx="617722" cy="260475"/>
          </a:xfrm>
          <a:prstGeom prst="rect">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latin typeface="メイリオ" panose="020B0604030504040204" pitchFamily="50" charset="-128"/>
                <a:ea typeface="メイリオ" panose="020B0604030504040204" pitchFamily="50" charset="-128"/>
                <a:cs typeface="メイリオ" panose="020B0604030504040204" pitchFamily="50" charset="-128"/>
              </a:rPr>
              <a:t>要検討</a:t>
            </a:r>
            <a:endParaRPr kumimoji="1" lang="ja-JP" altLang="en-US" sz="90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7" name="矢印: 五方向 36">
            <a:extLst>
              <a:ext uri="{FF2B5EF4-FFF2-40B4-BE49-F238E27FC236}">
                <a16:creationId xmlns:a16="http://schemas.microsoft.com/office/drawing/2014/main" id="{3DE1B9F4-1437-315E-B2BB-1B9FBE97675A}"/>
              </a:ext>
            </a:extLst>
          </p:cNvPr>
          <p:cNvSpPr/>
          <p:nvPr/>
        </p:nvSpPr>
        <p:spPr>
          <a:xfrm>
            <a:off x="5803454" y="3059151"/>
            <a:ext cx="6031873" cy="288000"/>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altLang="ja-JP" sz="1050" b="1">
                <a:latin typeface="メイリオ" panose="020B0604030504040204" pitchFamily="50" charset="-128"/>
                <a:ea typeface="メイリオ" panose="020B0604030504040204" pitchFamily="50" charset="-128"/>
              </a:rPr>
              <a:t>[G]AMD Fire Range R + New </a:t>
            </a:r>
            <a:r>
              <a:rPr lang="en-US" altLang="ja-JP" sz="1050" b="1" err="1">
                <a:latin typeface="メイリオ" panose="020B0604030504040204" pitchFamily="50" charset="-128"/>
                <a:ea typeface="メイリオ" panose="020B0604030504040204" pitchFamily="50" charset="-128"/>
              </a:rPr>
              <a:t>Geforce</a:t>
            </a:r>
            <a:r>
              <a:rPr lang="ja-JP" altLang="en-US" sz="1050" b="1">
                <a:latin typeface="メイリオ" panose="020B0604030504040204" pitchFamily="50" charset="-128"/>
                <a:ea typeface="メイリオ" panose="020B0604030504040204" pitchFamily="50" charset="-128"/>
              </a:rPr>
              <a:t> </a:t>
            </a:r>
            <a:r>
              <a:rPr lang="en-US" altLang="ja-JP" sz="1050" b="1">
                <a:latin typeface="メイリオ" panose="020B0604030504040204" pitchFamily="50" charset="-128"/>
                <a:ea typeface="メイリオ" panose="020B0604030504040204" pitchFamily="50" charset="-128"/>
              </a:rPr>
              <a:t>5070Ti[</a:t>
            </a:r>
            <a:r>
              <a:rPr lang="ja-JP" altLang="en-US" sz="1050" b="1">
                <a:latin typeface="メイリオ" panose="020B0604030504040204" pitchFamily="50" charset="-128"/>
                <a:ea typeface="メイリオ" panose="020B0604030504040204" pitchFamily="50" charset="-128"/>
              </a:rPr>
              <a:t>ベア</a:t>
            </a:r>
            <a:r>
              <a:rPr lang="en-US" altLang="ja-JP" sz="1050" b="1">
                <a:latin typeface="メイリオ" panose="020B0604030504040204" pitchFamily="50" charset="-128"/>
                <a:ea typeface="メイリオ" panose="020B0604030504040204" pitchFamily="50" charset="-128"/>
              </a:rPr>
              <a:t>β]</a:t>
            </a:r>
            <a:endParaRPr lang="en-US" altLang="ja-JP" sz="800" b="1">
              <a:latin typeface="メイリオ" panose="020B0604030504040204" pitchFamily="50" charset="-128"/>
              <a:ea typeface="メイリオ" panose="020B0604030504040204" pitchFamily="50" charset="-128"/>
            </a:endParaRPr>
          </a:p>
        </p:txBody>
      </p:sp>
      <p:sp>
        <p:nvSpPr>
          <p:cNvPr id="44" name="四角形: 角を丸くする 43">
            <a:extLst>
              <a:ext uri="{FF2B5EF4-FFF2-40B4-BE49-F238E27FC236}">
                <a16:creationId xmlns:a16="http://schemas.microsoft.com/office/drawing/2014/main" id="{FE2400F6-4BF1-2BD6-4C55-BFD9721F9394}"/>
              </a:ext>
            </a:extLst>
          </p:cNvPr>
          <p:cNvSpPr/>
          <p:nvPr/>
        </p:nvSpPr>
        <p:spPr>
          <a:xfrm>
            <a:off x="10899043" y="352406"/>
            <a:ext cx="1173720" cy="432106"/>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000">
                <a:latin typeface="メイリオ" panose="020B0604030504040204" pitchFamily="50" charset="-128"/>
                <a:ea typeface="メイリオ" panose="020B0604030504040204" pitchFamily="50" charset="-128"/>
              </a:rPr>
              <a:t>Intel Razer</a:t>
            </a:r>
          </a:p>
        </p:txBody>
      </p:sp>
      <p:sp>
        <p:nvSpPr>
          <p:cNvPr id="8" name="矢印: 五方向 7">
            <a:extLst>
              <a:ext uri="{FF2B5EF4-FFF2-40B4-BE49-F238E27FC236}">
                <a16:creationId xmlns:a16="http://schemas.microsoft.com/office/drawing/2014/main" id="{C3760FAA-E490-EF26-230B-834D2F59163D}"/>
              </a:ext>
            </a:extLst>
          </p:cNvPr>
          <p:cNvSpPr/>
          <p:nvPr/>
        </p:nvSpPr>
        <p:spPr>
          <a:xfrm>
            <a:off x="4764992" y="3779601"/>
            <a:ext cx="1929020" cy="288000"/>
          </a:xfrm>
          <a:prstGeom prst="homePlate">
            <a:avLst/>
          </a:prstGeom>
          <a:solidFill>
            <a:srgbClr val="7F7F7F"/>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altLang="ja-JP" sz="1050" b="1">
                <a:latin typeface="メイリオ" panose="020B0604030504040204" pitchFamily="50" charset="-128"/>
                <a:ea typeface="メイリオ" panose="020B0604030504040204" pitchFamily="50" charset="-128"/>
              </a:rPr>
              <a:t>[G/C]ID7orV56</a:t>
            </a:r>
            <a:r>
              <a:rPr lang="ja-JP" altLang="en-US" sz="1050" b="1">
                <a:latin typeface="メイリオ" panose="020B0604030504040204" pitchFamily="50" charset="-128"/>
                <a:ea typeface="メイリオ" panose="020B0604030504040204" pitchFamily="50" charset="-128"/>
              </a:rPr>
              <a:t>後継</a:t>
            </a:r>
            <a:endParaRPr lang="en-US" altLang="ja-JP" sz="1050" b="1">
              <a:latin typeface="メイリオ" panose="020B0604030504040204" pitchFamily="50" charset="-128"/>
              <a:ea typeface="メイリオ" panose="020B0604030504040204" pitchFamily="50" charset="-128"/>
            </a:endParaRPr>
          </a:p>
        </p:txBody>
      </p:sp>
      <p:sp>
        <p:nvSpPr>
          <p:cNvPr id="9" name="四角形: 角を丸くする 8">
            <a:extLst>
              <a:ext uri="{FF2B5EF4-FFF2-40B4-BE49-F238E27FC236}">
                <a16:creationId xmlns:a16="http://schemas.microsoft.com/office/drawing/2014/main" id="{61AFA998-802D-FEBB-EB8B-DD7921DFD257}"/>
              </a:ext>
            </a:extLst>
          </p:cNvPr>
          <p:cNvSpPr/>
          <p:nvPr/>
        </p:nvSpPr>
        <p:spPr>
          <a:xfrm>
            <a:off x="6878810" y="4220829"/>
            <a:ext cx="4416526" cy="883835"/>
          </a:xfrm>
          <a:prstGeom prst="roundRect">
            <a:avLst/>
          </a:prstGeom>
          <a:solidFill>
            <a:schemeClr val="bg2"/>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l"/>
            <a:r>
              <a:rPr kumimoji="1" lang="ja-JP" altLang="en-US" sz="1100">
                <a:solidFill>
                  <a:schemeClr val="tx1">
                    <a:lumMod val="85000"/>
                    <a:lumOff val="15000"/>
                  </a:schemeClr>
                </a:solidFill>
                <a:latin typeface="メイリオ" panose="020B0604030504040204" pitchFamily="50" charset="-128"/>
                <a:ea typeface="メイリオ" panose="020B0604030504040204" pitchFamily="50" charset="-128"/>
              </a:rPr>
              <a:t>・軽量</a:t>
            </a:r>
            <a:r>
              <a:rPr lang="en-US" altLang="ja-JP" sz="1100">
                <a:solidFill>
                  <a:schemeClr val="tx1">
                    <a:lumMod val="85000"/>
                    <a:lumOff val="15000"/>
                  </a:schemeClr>
                </a:solidFill>
                <a:latin typeface="メイリオ" panose="020B0604030504040204" pitchFamily="50" charset="-128"/>
                <a:ea typeface="メイリオ" panose="020B0604030504040204" pitchFamily="50" charset="-128"/>
              </a:rPr>
              <a:t>/</a:t>
            </a:r>
            <a:r>
              <a:rPr lang="ja-JP" altLang="en-US" sz="1100">
                <a:solidFill>
                  <a:schemeClr val="tx1">
                    <a:lumMod val="85000"/>
                    <a:lumOff val="15000"/>
                  </a:schemeClr>
                </a:solidFill>
                <a:latin typeface="メイリオ" panose="020B0604030504040204" pitchFamily="50" charset="-128"/>
                <a:ea typeface="メイリオ" panose="020B0604030504040204" pitchFamily="50" charset="-128"/>
              </a:rPr>
              <a:t>クリエイターメイン＋ゲームもできるモデル</a:t>
            </a:r>
            <a:endParaRPr kumimoji="1" lang="en-US" altLang="ja-JP" sz="1100">
              <a:solidFill>
                <a:schemeClr val="tx1">
                  <a:lumMod val="85000"/>
                  <a:lumOff val="15000"/>
                </a:schemeClr>
              </a:solidFill>
              <a:latin typeface="メイリオ" panose="020B0604030504040204" pitchFamily="50" charset="-128"/>
              <a:ea typeface="メイリオ" panose="020B0604030504040204" pitchFamily="50" charset="-128"/>
            </a:endParaRPr>
          </a:p>
          <a:p>
            <a:pPr algn="l"/>
            <a:r>
              <a:rPr lang="ja-JP" altLang="en-US" sz="1100">
                <a:solidFill>
                  <a:schemeClr val="tx1">
                    <a:lumMod val="85000"/>
                    <a:lumOff val="15000"/>
                  </a:schemeClr>
                </a:solidFill>
                <a:latin typeface="メイリオ" panose="020B0604030504040204" pitchFamily="50" charset="-128"/>
                <a:ea typeface="メイリオ" panose="020B0604030504040204" pitchFamily="50" charset="-128"/>
              </a:rPr>
              <a:t>　➡ニーズありそう。学生など</a:t>
            </a:r>
            <a:r>
              <a:rPr lang="en-US" altLang="ja-JP" sz="1100">
                <a:solidFill>
                  <a:schemeClr val="tx1">
                    <a:lumMod val="85000"/>
                    <a:lumOff val="15000"/>
                  </a:schemeClr>
                </a:solidFill>
                <a:latin typeface="メイリオ" panose="020B0604030504040204" pitchFamily="50" charset="-128"/>
                <a:ea typeface="メイリオ" panose="020B0604030504040204" pitchFamily="50" charset="-128"/>
              </a:rPr>
              <a:t>5060</a:t>
            </a:r>
            <a:r>
              <a:rPr lang="ja-JP" altLang="en-US" sz="1100">
                <a:solidFill>
                  <a:schemeClr val="tx1">
                    <a:lumMod val="85000"/>
                    <a:lumOff val="15000"/>
                  </a:schemeClr>
                </a:solidFill>
                <a:latin typeface="メイリオ" panose="020B0604030504040204" pitchFamily="50" charset="-128"/>
                <a:ea typeface="メイリオ" panose="020B0604030504040204" pitchFamily="50" charset="-128"/>
              </a:rPr>
              <a:t>くらいまでで十分</a:t>
            </a:r>
            <a:endParaRPr lang="en-US" altLang="ja-JP" sz="1100">
              <a:solidFill>
                <a:schemeClr val="tx1">
                  <a:lumMod val="85000"/>
                  <a:lumOff val="15000"/>
                </a:schemeClr>
              </a:solidFill>
              <a:latin typeface="メイリオ" panose="020B0604030504040204" pitchFamily="50" charset="-128"/>
              <a:ea typeface="メイリオ" panose="020B0604030504040204" pitchFamily="50" charset="-128"/>
            </a:endParaRPr>
          </a:p>
          <a:p>
            <a:pPr algn="l"/>
            <a:r>
              <a:rPr kumimoji="1" lang="ja-JP" altLang="en-US" sz="1100">
                <a:solidFill>
                  <a:schemeClr val="tx1">
                    <a:lumMod val="85000"/>
                    <a:lumOff val="15000"/>
                  </a:schemeClr>
                </a:solidFill>
                <a:latin typeface="メイリオ" panose="020B0604030504040204" pitchFamily="50" charset="-128"/>
                <a:ea typeface="メイリオ" panose="020B0604030504040204" pitchFamily="50" charset="-128"/>
              </a:rPr>
              <a:t>　（</a:t>
            </a:r>
            <a:r>
              <a:rPr lang="ja-JP" altLang="en-US" sz="1100">
                <a:solidFill>
                  <a:schemeClr val="tx1">
                    <a:lumMod val="85000"/>
                    <a:lumOff val="15000"/>
                  </a:schemeClr>
                </a:solidFill>
                <a:latin typeface="メイリオ" panose="020B0604030504040204" pitchFamily="50" charset="-128"/>
                <a:ea typeface="メイリオ" panose="020B0604030504040204" pitchFamily="50" charset="-128"/>
              </a:rPr>
              <a:t>冷却台を使用するユーザーもおおい：調査する</a:t>
            </a:r>
            <a:r>
              <a:rPr kumimoji="1" lang="ja-JP" altLang="en-US" sz="1100">
                <a:solidFill>
                  <a:schemeClr val="tx1">
                    <a:lumMod val="85000"/>
                    <a:lumOff val="15000"/>
                  </a:schemeClr>
                </a:solidFill>
                <a:latin typeface="メイリオ" panose="020B0604030504040204" pitchFamily="50" charset="-128"/>
                <a:ea typeface="メイリオ" panose="020B0604030504040204" pitchFamily="50" charset="-128"/>
              </a:rPr>
              <a:t>）</a:t>
            </a:r>
            <a:endParaRPr kumimoji="1" lang="en-US" altLang="ja-JP" sz="1100">
              <a:solidFill>
                <a:schemeClr val="tx1">
                  <a:lumMod val="85000"/>
                  <a:lumOff val="15000"/>
                </a:schemeClr>
              </a:solidFill>
              <a:latin typeface="メイリオ" panose="020B0604030504040204" pitchFamily="50" charset="-128"/>
              <a:ea typeface="メイリオ" panose="020B0604030504040204" pitchFamily="50" charset="-128"/>
            </a:endParaRPr>
          </a:p>
          <a:p>
            <a:pPr algn="l"/>
            <a:r>
              <a:rPr lang="ja-JP" altLang="en-US" sz="1100">
                <a:solidFill>
                  <a:schemeClr val="tx1">
                    <a:lumMod val="85000"/>
                    <a:lumOff val="15000"/>
                  </a:schemeClr>
                </a:solidFill>
                <a:latin typeface="メイリオ" panose="020B0604030504040204" pitchFamily="50" charset="-128"/>
                <a:ea typeface="メイリオ" panose="020B0604030504040204" pitchFamily="50" charset="-128"/>
              </a:rPr>
              <a:t>　</a:t>
            </a:r>
            <a:r>
              <a:rPr lang="ja-JP" altLang="en-US" sz="1100" b="1">
                <a:solidFill>
                  <a:srgbClr val="FF0000"/>
                </a:solidFill>
                <a:latin typeface="メイリオ" panose="020B0604030504040204" pitchFamily="50" charset="-128"/>
                <a:ea typeface="メイリオ" panose="020B0604030504040204" pitchFamily="50" charset="-128"/>
              </a:rPr>
              <a:t>場合によって</a:t>
            </a:r>
            <a:r>
              <a:rPr lang="en-US" altLang="ja-JP" sz="1100" b="1" err="1">
                <a:solidFill>
                  <a:srgbClr val="FF0000"/>
                </a:solidFill>
                <a:latin typeface="メイリオ" panose="020B0604030504040204" pitchFamily="50" charset="-128"/>
                <a:ea typeface="メイリオ" panose="020B0604030504040204" pitchFamily="50" charset="-128"/>
              </a:rPr>
              <a:t>MedusaTTM</a:t>
            </a:r>
            <a:r>
              <a:rPr lang="ja-JP" altLang="en-US" sz="1100" b="1">
                <a:solidFill>
                  <a:srgbClr val="FF0000"/>
                </a:solidFill>
                <a:latin typeface="メイリオ" panose="020B0604030504040204" pitchFamily="50" charset="-128"/>
                <a:ea typeface="メイリオ" panose="020B0604030504040204" pitchFamily="50" charset="-128"/>
              </a:rPr>
              <a:t>対象にする</a:t>
            </a:r>
            <a:endParaRPr kumimoji="1" lang="ja-JP" altLang="en-US" sz="1100" b="1">
              <a:solidFill>
                <a:srgbClr val="FF0000"/>
              </a:solidFill>
              <a:latin typeface="メイリオ" panose="020B0604030504040204" pitchFamily="50" charset="-128"/>
              <a:ea typeface="メイリオ" panose="020B0604030504040204" pitchFamily="50" charset="-128"/>
            </a:endParaRPr>
          </a:p>
        </p:txBody>
      </p:sp>
      <p:cxnSp>
        <p:nvCxnSpPr>
          <p:cNvPr id="51" name="直線矢印コネクタ 50">
            <a:extLst>
              <a:ext uri="{FF2B5EF4-FFF2-40B4-BE49-F238E27FC236}">
                <a16:creationId xmlns:a16="http://schemas.microsoft.com/office/drawing/2014/main" id="{E8737B5A-0DAD-2982-1858-25A53248B4FA}"/>
              </a:ext>
            </a:extLst>
          </p:cNvPr>
          <p:cNvCxnSpPr>
            <a:cxnSpLocks/>
            <a:stCxn id="8" idx="2"/>
            <a:endCxn id="9" idx="1"/>
          </p:cNvCxnSpPr>
          <p:nvPr/>
        </p:nvCxnSpPr>
        <p:spPr>
          <a:xfrm>
            <a:off x="5657502" y="4067601"/>
            <a:ext cx="1221308" cy="59514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2" name="四角形: 角を丸くする 41">
            <a:extLst>
              <a:ext uri="{FF2B5EF4-FFF2-40B4-BE49-F238E27FC236}">
                <a16:creationId xmlns:a16="http://schemas.microsoft.com/office/drawing/2014/main" id="{CBD37BBD-BE9F-01AE-5416-C5B68259E703}"/>
              </a:ext>
            </a:extLst>
          </p:cNvPr>
          <p:cNvSpPr/>
          <p:nvPr/>
        </p:nvSpPr>
        <p:spPr>
          <a:xfrm>
            <a:off x="2937627" y="460034"/>
            <a:ext cx="2987552" cy="1046950"/>
          </a:xfrm>
          <a:prstGeom prst="roundRect">
            <a:avLst/>
          </a:prstGeom>
          <a:solidFill>
            <a:schemeClr val="bg2"/>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l"/>
            <a:r>
              <a:rPr kumimoji="1" lang="en-US" altLang="ja-JP" sz="1100">
                <a:solidFill>
                  <a:schemeClr val="tx1">
                    <a:lumMod val="85000"/>
                    <a:lumOff val="15000"/>
                  </a:schemeClr>
                </a:solidFill>
                <a:latin typeface="メイリオ" panose="020B0604030504040204" pitchFamily="50" charset="-128"/>
                <a:ea typeface="メイリオ" panose="020B0604030504040204" pitchFamily="50" charset="-128"/>
              </a:rPr>
              <a:t>Medusa</a:t>
            </a:r>
            <a:r>
              <a:rPr kumimoji="1" lang="ja-JP" altLang="en-US" sz="1100">
                <a:solidFill>
                  <a:schemeClr val="tx1">
                    <a:lumMod val="85000"/>
                    <a:lumOff val="15000"/>
                  </a:schemeClr>
                </a:solidFill>
                <a:latin typeface="メイリオ" panose="020B0604030504040204" pitchFamily="50" charset="-128"/>
                <a:ea typeface="メイリオ" panose="020B0604030504040204" pitchFamily="50" charset="-128"/>
              </a:rPr>
              <a:t>の</a:t>
            </a:r>
            <a:r>
              <a:rPr kumimoji="1" lang="en-US" altLang="ja-JP" sz="1100">
                <a:solidFill>
                  <a:schemeClr val="tx1">
                    <a:lumMod val="85000"/>
                    <a:lumOff val="15000"/>
                  </a:schemeClr>
                </a:solidFill>
                <a:latin typeface="メイリオ" panose="020B0604030504040204" pitchFamily="50" charset="-128"/>
                <a:ea typeface="メイリオ" panose="020B0604030504040204" pitchFamily="50" charset="-128"/>
              </a:rPr>
              <a:t>TTM</a:t>
            </a:r>
            <a:r>
              <a:rPr kumimoji="1" lang="ja-JP" altLang="en-US" sz="1100">
                <a:solidFill>
                  <a:schemeClr val="tx1">
                    <a:lumMod val="85000"/>
                    <a:lumOff val="15000"/>
                  </a:schemeClr>
                </a:solidFill>
                <a:latin typeface="メイリオ" panose="020B0604030504040204" pitchFamily="50" charset="-128"/>
                <a:ea typeface="メイリオ" panose="020B0604030504040204" pitchFamily="50" charset="-128"/>
              </a:rPr>
              <a:t>は</a:t>
            </a:r>
            <a:endParaRPr kumimoji="1" lang="en-US" altLang="ja-JP" sz="1100">
              <a:solidFill>
                <a:schemeClr val="tx1">
                  <a:lumMod val="85000"/>
                  <a:lumOff val="15000"/>
                </a:schemeClr>
              </a:solidFill>
              <a:latin typeface="メイリオ" panose="020B0604030504040204" pitchFamily="50" charset="-128"/>
              <a:ea typeface="メイリオ" panose="020B0604030504040204" pitchFamily="50" charset="-128"/>
            </a:endParaRPr>
          </a:p>
          <a:p>
            <a:pPr algn="l"/>
            <a:r>
              <a:rPr lang="ja-JP" altLang="en-US" sz="1100" strike="sngStrike">
                <a:solidFill>
                  <a:schemeClr val="tx1">
                    <a:lumMod val="85000"/>
                    <a:lumOff val="15000"/>
                  </a:schemeClr>
                </a:solidFill>
                <a:latin typeface="メイリオ" panose="020B0604030504040204" pitchFamily="50" charset="-128"/>
                <a:ea typeface="メイリオ" panose="020B0604030504040204" pitchFamily="50" charset="-128"/>
              </a:rPr>
              <a:t>・</a:t>
            </a:r>
            <a:r>
              <a:rPr lang="en-US" altLang="ja-JP" sz="1100" strike="sngStrike">
                <a:solidFill>
                  <a:schemeClr val="tx1">
                    <a:lumMod val="85000"/>
                    <a:lumOff val="15000"/>
                  </a:schemeClr>
                </a:solidFill>
                <a:latin typeface="メイリオ" panose="020B0604030504040204" pitchFamily="50" charset="-128"/>
                <a:ea typeface="メイリオ" panose="020B0604030504040204" pitchFamily="50" charset="-128"/>
              </a:rPr>
              <a:t>14</a:t>
            </a:r>
            <a:r>
              <a:rPr lang="ja-JP" altLang="en-US" sz="1100" strike="sngStrike">
                <a:solidFill>
                  <a:schemeClr val="tx1">
                    <a:lumMod val="85000"/>
                    <a:lumOff val="15000"/>
                  </a:schemeClr>
                </a:solidFill>
                <a:latin typeface="メイリオ" panose="020B0604030504040204" pitchFamily="50" charset="-128"/>
                <a:ea typeface="メイリオ" panose="020B0604030504040204" pitchFamily="50" charset="-128"/>
              </a:rPr>
              <a:t>インチのオンボード</a:t>
            </a:r>
            <a:r>
              <a:rPr lang="en-US" altLang="ja-JP" sz="1100" strike="sngStrike">
                <a:solidFill>
                  <a:schemeClr val="tx1">
                    <a:lumMod val="85000"/>
                    <a:lumOff val="15000"/>
                  </a:schemeClr>
                </a:solidFill>
                <a:latin typeface="メイリオ" panose="020B0604030504040204" pitchFamily="50" charset="-128"/>
                <a:ea typeface="メイリオ" panose="020B0604030504040204" pitchFamily="50" charset="-128"/>
              </a:rPr>
              <a:t>(V54</a:t>
            </a:r>
            <a:r>
              <a:rPr lang="ja-JP" altLang="en-US" sz="1100" strike="sngStrike">
                <a:solidFill>
                  <a:schemeClr val="tx1">
                    <a:lumMod val="85000"/>
                    <a:lumOff val="15000"/>
                  </a:schemeClr>
                </a:solidFill>
                <a:latin typeface="メイリオ" panose="020B0604030504040204" pitchFamily="50" charset="-128"/>
                <a:ea typeface="メイリオ" panose="020B0604030504040204" pitchFamily="50" charset="-128"/>
              </a:rPr>
              <a:t>後継</a:t>
            </a:r>
            <a:r>
              <a:rPr lang="en-US" altLang="ja-JP" sz="1100" strike="sngStrike">
                <a:solidFill>
                  <a:schemeClr val="tx1">
                    <a:lumMod val="85000"/>
                    <a:lumOff val="15000"/>
                  </a:schemeClr>
                </a:solidFill>
                <a:latin typeface="メイリオ" panose="020B0604030504040204" pitchFamily="50" charset="-128"/>
                <a:ea typeface="メイリオ" panose="020B0604030504040204" pitchFamily="50" charset="-128"/>
              </a:rPr>
              <a:t>)</a:t>
            </a:r>
          </a:p>
          <a:p>
            <a:pPr algn="l"/>
            <a:r>
              <a:rPr kumimoji="1" lang="ja-JP" altLang="en-US" sz="1100">
                <a:solidFill>
                  <a:schemeClr val="tx1"/>
                </a:solidFill>
                <a:latin typeface="メイリオ" panose="020B0604030504040204" pitchFamily="50" charset="-128"/>
                <a:ea typeface="メイリオ" panose="020B0604030504040204" pitchFamily="50" charset="-128"/>
              </a:rPr>
              <a:t>・</a:t>
            </a:r>
            <a:r>
              <a:rPr kumimoji="1" lang="en-US" altLang="ja-JP" sz="1100">
                <a:solidFill>
                  <a:schemeClr val="tx1"/>
                </a:solidFill>
                <a:latin typeface="メイリオ" panose="020B0604030504040204" pitchFamily="50" charset="-128"/>
                <a:ea typeface="メイリオ" panose="020B0604030504040204" pitchFamily="50" charset="-128"/>
              </a:rPr>
              <a:t>16</a:t>
            </a:r>
            <a:r>
              <a:rPr kumimoji="1" lang="ja-JP" altLang="en-US" sz="1100">
                <a:solidFill>
                  <a:schemeClr val="tx1"/>
                </a:solidFill>
                <a:latin typeface="メイリオ" panose="020B0604030504040204" pitchFamily="50" charset="-128"/>
                <a:ea typeface="メイリオ" panose="020B0604030504040204" pitchFamily="50" charset="-128"/>
              </a:rPr>
              <a:t>インチの</a:t>
            </a:r>
            <a:r>
              <a:rPr kumimoji="1" lang="en-US" altLang="ja-JP" sz="1100">
                <a:solidFill>
                  <a:schemeClr val="tx1"/>
                </a:solidFill>
                <a:latin typeface="メイリオ" panose="020B0604030504040204" pitchFamily="50" charset="-128"/>
                <a:ea typeface="メイリオ" panose="020B0604030504040204" pitchFamily="50" charset="-128"/>
              </a:rPr>
              <a:t>GPU</a:t>
            </a:r>
            <a:r>
              <a:rPr kumimoji="1" lang="ja-JP" altLang="en-US" sz="1100">
                <a:solidFill>
                  <a:schemeClr val="tx1"/>
                </a:solidFill>
                <a:latin typeface="メイリオ" panose="020B0604030504040204" pitchFamily="50" charset="-128"/>
                <a:ea typeface="メイリオ" panose="020B0604030504040204" pitchFamily="50" charset="-128"/>
              </a:rPr>
              <a:t>付き（</a:t>
            </a:r>
            <a:r>
              <a:rPr kumimoji="1" lang="en-US" altLang="ja-JP" sz="1100">
                <a:solidFill>
                  <a:schemeClr val="tx1"/>
                </a:solidFill>
                <a:latin typeface="メイリオ" panose="020B0604030504040204" pitchFamily="50" charset="-128"/>
                <a:ea typeface="メイリオ" panose="020B0604030504040204" pitchFamily="50" charset="-128"/>
              </a:rPr>
              <a:t>V56</a:t>
            </a:r>
            <a:r>
              <a:rPr kumimoji="1" lang="ja-JP" altLang="en-US" sz="1100">
                <a:solidFill>
                  <a:schemeClr val="tx1"/>
                </a:solidFill>
                <a:latin typeface="メイリオ" panose="020B0604030504040204" pitchFamily="50" charset="-128"/>
                <a:ea typeface="メイリオ" panose="020B0604030504040204" pitchFamily="50" charset="-128"/>
              </a:rPr>
              <a:t>後継</a:t>
            </a:r>
            <a:r>
              <a:rPr kumimoji="1" lang="en-US" altLang="ja-JP" sz="1100">
                <a:solidFill>
                  <a:schemeClr val="tx1"/>
                </a:solidFill>
                <a:latin typeface="メイリオ" panose="020B0604030504040204" pitchFamily="50" charset="-128"/>
                <a:ea typeface="メイリオ" panose="020B0604030504040204" pitchFamily="50" charset="-128"/>
              </a:rPr>
              <a:t>)</a:t>
            </a:r>
            <a:endParaRPr kumimoji="1" lang="en-US" altLang="ja-JP" sz="1100" b="1">
              <a:solidFill>
                <a:srgbClr val="FF0000"/>
              </a:solidFill>
              <a:latin typeface="メイリオ" panose="020B0604030504040204" pitchFamily="50" charset="-128"/>
              <a:ea typeface="メイリオ" panose="020B0604030504040204" pitchFamily="50" charset="-128"/>
            </a:endParaRPr>
          </a:p>
          <a:p>
            <a:pPr algn="l"/>
            <a:r>
              <a:rPr lang="ja-JP" altLang="en-US" sz="1100" b="1">
                <a:solidFill>
                  <a:srgbClr val="FF0000"/>
                </a:solidFill>
                <a:latin typeface="メイリオ" panose="020B0604030504040204" pitchFamily="50" charset="-128"/>
                <a:ea typeface="メイリオ" panose="020B0604030504040204" pitchFamily="50" charset="-128"/>
              </a:rPr>
              <a:t>・ミニ</a:t>
            </a:r>
            <a:r>
              <a:rPr lang="en-US" altLang="ja-JP" sz="1100" b="1">
                <a:solidFill>
                  <a:srgbClr val="FF0000"/>
                </a:solidFill>
                <a:latin typeface="メイリオ" panose="020B0604030504040204" pitchFamily="50" charset="-128"/>
                <a:ea typeface="メイリオ" panose="020B0604030504040204" pitchFamily="50" charset="-128"/>
              </a:rPr>
              <a:t>PC</a:t>
            </a:r>
          </a:p>
          <a:p>
            <a:pPr algn="l"/>
            <a:r>
              <a:rPr kumimoji="1" lang="ja-JP" altLang="en-US" sz="1100">
                <a:solidFill>
                  <a:schemeClr val="tx1">
                    <a:lumMod val="85000"/>
                    <a:lumOff val="15000"/>
                  </a:schemeClr>
                </a:solidFill>
                <a:latin typeface="メイリオ" panose="020B0604030504040204" pitchFamily="50" charset="-128"/>
                <a:ea typeface="メイリオ" panose="020B0604030504040204" pitchFamily="50" charset="-128"/>
              </a:rPr>
              <a:t>のどれかでやる</a:t>
            </a:r>
            <a:endParaRPr kumimoji="1" lang="ja-JP" altLang="en-US" sz="110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43100602"/>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57E16-21EF-908B-19CF-FFAD745FD782}"/>
            </a:ext>
          </a:extLst>
        </p:cNvPr>
        <p:cNvGrpSpPr/>
        <p:nvPr/>
      </p:nvGrpSpPr>
      <p:grpSpPr>
        <a:xfrm>
          <a:off x="0" y="0"/>
          <a:ext cx="0" cy="0"/>
          <a:chOff x="0" y="0"/>
          <a:chExt cx="0" cy="0"/>
        </a:xfrm>
      </p:grpSpPr>
      <p:sp>
        <p:nvSpPr>
          <p:cNvPr id="3" name="矢印: 五方向 30">
            <a:extLst>
              <a:ext uri="{FF2B5EF4-FFF2-40B4-BE49-F238E27FC236}">
                <a16:creationId xmlns:a16="http://schemas.microsoft.com/office/drawing/2014/main" id="{67C9D39E-F8AD-B8C3-A4EB-14823D660E6E}"/>
              </a:ext>
            </a:extLst>
          </p:cNvPr>
          <p:cNvSpPr/>
          <p:nvPr/>
        </p:nvSpPr>
        <p:spPr>
          <a:xfrm>
            <a:off x="337129" y="1734046"/>
            <a:ext cx="11537044" cy="4953082"/>
          </a:xfrm>
          <a:prstGeom prst="rect">
            <a:avLst/>
          </a:prstGeom>
          <a:solidFill>
            <a:schemeClr val="tx1">
              <a:lumMod val="50000"/>
              <a:lumOff val="50000"/>
              <a:alpha val="6980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kumimoji="1" lang="en-US" altLang="ja-JP" b="1" u="sng">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6" name="直線コネクタ 5">
            <a:extLst>
              <a:ext uri="{FF2B5EF4-FFF2-40B4-BE49-F238E27FC236}">
                <a16:creationId xmlns:a16="http://schemas.microsoft.com/office/drawing/2014/main" id="{763F2E25-6DE4-7D6E-D0BA-4917DAE6BF8D}"/>
              </a:ext>
            </a:extLst>
          </p:cNvPr>
          <p:cNvCxnSpPr>
            <a:cxnSpLocks/>
          </p:cNvCxnSpPr>
          <p:nvPr/>
        </p:nvCxnSpPr>
        <p:spPr>
          <a:xfrm>
            <a:off x="8021690" y="1734046"/>
            <a:ext cx="0" cy="4953081"/>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A5608288-6025-7081-6C7D-DDAA629E0606}"/>
              </a:ext>
            </a:extLst>
          </p:cNvPr>
          <p:cNvCxnSpPr>
            <a:cxnSpLocks/>
          </p:cNvCxnSpPr>
          <p:nvPr/>
        </p:nvCxnSpPr>
        <p:spPr>
          <a:xfrm>
            <a:off x="4174744" y="1734046"/>
            <a:ext cx="0" cy="4953081"/>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20B77AE9-6CFA-C094-944E-2054D3545458}"/>
              </a:ext>
            </a:extLst>
          </p:cNvPr>
          <p:cNvCxnSpPr>
            <a:cxnSpLocks/>
          </p:cNvCxnSpPr>
          <p:nvPr/>
        </p:nvCxnSpPr>
        <p:spPr>
          <a:xfrm>
            <a:off x="337128" y="1272237"/>
            <a:ext cx="0" cy="5414890"/>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7" name="正方形/長方形 46">
            <a:extLst>
              <a:ext uri="{FF2B5EF4-FFF2-40B4-BE49-F238E27FC236}">
                <a16:creationId xmlns:a16="http://schemas.microsoft.com/office/drawing/2014/main" id="{99EE9C81-E6BC-7E1A-EE35-ED0F92D232C1}"/>
              </a:ext>
            </a:extLst>
          </p:cNvPr>
          <p:cNvSpPr/>
          <p:nvPr/>
        </p:nvSpPr>
        <p:spPr>
          <a:xfrm>
            <a:off x="6743396" y="920302"/>
            <a:ext cx="939078" cy="5766825"/>
          </a:xfrm>
          <a:prstGeom prst="rect">
            <a:avLst/>
          </a:prstGeom>
          <a:solidFill>
            <a:srgbClr val="0070C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l"/>
            <a:endParaRPr kumimoji="1" lang="ja-JP" altLang="en-US" sz="1600">
              <a:latin typeface="メイリオ" panose="020B0604030504040204" pitchFamily="50" charset="-128"/>
              <a:ea typeface="メイリオ" panose="020B0604030504040204" pitchFamily="50" charset="-128"/>
            </a:endParaRPr>
          </a:p>
        </p:txBody>
      </p:sp>
      <p:pic>
        <p:nvPicPr>
          <p:cNvPr id="43" name="図 42">
            <a:extLst>
              <a:ext uri="{FF2B5EF4-FFF2-40B4-BE49-F238E27FC236}">
                <a16:creationId xmlns:a16="http://schemas.microsoft.com/office/drawing/2014/main" id="{FD70277C-D4E7-FFC7-0E08-DDDC5339F719}"/>
              </a:ext>
            </a:extLst>
          </p:cNvPr>
          <p:cNvPicPr>
            <a:picLocks noChangeAspect="1"/>
          </p:cNvPicPr>
          <p:nvPr/>
        </p:nvPicPr>
        <p:blipFill>
          <a:blip r:embed="rId2"/>
          <a:stretch>
            <a:fillRect/>
          </a:stretch>
        </p:blipFill>
        <p:spPr>
          <a:xfrm>
            <a:off x="6792473" y="684147"/>
            <a:ext cx="423762" cy="23872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5" name="矢印: 五方向 24">
            <a:extLst>
              <a:ext uri="{FF2B5EF4-FFF2-40B4-BE49-F238E27FC236}">
                <a16:creationId xmlns:a16="http://schemas.microsoft.com/office/drawing/2014/main" id="{9FAC818C-6E21-EEFB-43B8-F5448F95A5D9}"/>
              </a:ext>
            </a:extLst>
          </p:cNvPr>
          <p:cNvSpPr/>
          <p:nvPr/>
        </p:nvSpPr>
        <p:spPr>
          <a:xfrm>
            <a:off x="5021038" y="5971504"/>
            <a:ext cx="3576616" cy="288000"/>
          </a:xfrm>
          <a:prstGeom prst="homePlate">
            <a:avLst/>
          </a:prstGeom>
          <a:solidFill>
            <a:srgbClr val="92D050"/>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ja-JP" sz="1050" b="1">
                <a:latin typeface="メイリオ" panose="020B0604030504040204" pitchFamily="50" charset="-128"/>
                <a:ea typeface="メイリオ" panose="020B0604030504040204" pitchFamily="50" charset="-128"/>
              </a:rPr>
              <a:t>[C]NSC5L-IG-C4</a:t>
            </a:r>
            <a:r>
              <a:rPr kumimoji="1" lang="en-US" altLang="ja-JP" sz="800" b="1">
                <a:latin typeface="メイリオ" panose="020B0604030504040204" pitchFamily="50" charset="-128"/>
                <a:ea typeface="メイリオ" panose="020B0604030504040204" pitchFamily="50" charset="-128"/>
              </a:rPr>
              <a:t>(Intel Core 5/</a:t>
            </a:r>
            <a:r>
              <a:rPr lang="en-US" altLang="ja-JP" sz="800" b="1" err="1">
                <a:latin typeface="メイリオ" panose="020B0604030504040204" pitchFamily="50" charset="-128"/>
                <a:ea typeface="メイリオ" panose="020B0604030504040204" pitchFamily="50" charset="-128"/>
              </a:rPr>
              <a:t>i</a:t>
            </a:r>
            <a:r>
              <a:rPr kumimoji="1" lang="en-US" altLang="ja-JP" sz="800" b="1" err="1">
                <a:latin typeface="メイリオ" panose="020B0604030504040204" pitchFamily="50" charset="-128"/>
                <a:ea typeface="メイリオ" panose="020B0604030504040204" pitchFamily="50" charset="-128"/>
              </a:rPr>
              <a:t>GPU</a:t>
            </a:r>
            <a:r>
              <a:rPr kumimoji="1" lang="en-US" altLang="ja-JP" sz="800" b="1">
                <a:latin typeface="メイリオ" panose="020B0604030504040204" pitchFamily="50" charset="-128"/>
                <a:ea typeface="メイリオ" panose="020B0604030504040204" pitchFamily="50" charset="-128"/>
              </a:rPr>
              <a:t>)</a:t>
            </a:r>
          </a:p>
        </p:txBody>
      </p:sp>
      <p:sp>
        <p:nvSpPr>
          <p:cNvPr id="10" name="矢印: 五方向 9">
            <a:extLst>
              <a:ext uri="{FF2B5EF4-FFF2-40B4-BE49-F238E27FC236}">
                <a16:creationId xmlns:a16="http://schemas.microsoft.com/office/drawing/2014/main" id="{778F820C-2EC5-D0B0-26A1-EE1B5F416CF6}"/>
              </a:ext>
            </a:extLst>
          </p:cNvPr>
          <p:cNvSpPr/>
          <p:nvPr/>
        </p:nvSpPr>
        <p:spPr>
          <a:xfrm>
            <a:off x="351174" y="3175700"/>
            <a:ext cx="4070399"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16:[G]RL7C-R55-5N</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i7/RTX5050)</a:t>
            </a:r>
          </a:p>
        </p:txBody>
      </p:sp>
      <p:sp>
        <p:nvSpPr>
          <p:cNvPr id="13" name="矢印: 五方向 12">
            <a:extLst>
              <a:ext uri="{FF2B5EF4-FFF2-40B4-BE49-F238E27FC236}">
                <a16:creationId xmlns:a16="http://schemas.microsoft.com/office/drawing/2014/main" id="{9A4E633A-6B7B-F1E0-2758-16287D2B2D3E}"/>
              </a:ext>
            </a:extLst>
          </p:cNvPr>
          <p:cNvSpPr/>
          <p:nvPr/>
        </p:nvSpPr>
        <p:spPr>
          <a:xfrm>
            <a:off x="324530" y="5045861"/>
            <a:ext cx="4097058"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altLang="ja-JP" sz="1050" b="1">
                <a:solidFill>
                  <a:prstClr val="white"/>
                </a:solidFill>
                <a:latin typeface="メイリオ" panose="020B0604030504040204" pitchFamily="50" charset="-128"/>
                <a:ea typeface="メイリオ" panose="020B0604030504040204" pitchFamily="50" charset="-128"/>
              </a:rPr>
              <a:t>20:[G]RL7C-R35-5N</a:t>
            </a:r>
            <a:r>
              <a:rPr lang="en-US" altLang="ja-JP" sz="800" b="1">
                <a:solidFill>
                  <a:prstClr val="white"/>
                </a:solidFill>
                <a:latin typeface="メイリオ" panose="020B0604030504040204" pitchFamily="50" charset="-128"/>
                <a:ea typeface="メイリオ" panose="020B0604030504040204" pitchFamily="50" charset="-128"/>
              </a:rPr>
              <a:t>(Intel Core i7/RTX3050)</a:t>
            </a:r>
          </a:p>
        </p:txBody>
      </p:sp>
      <p:sp>
        <p:nvSpPr>
          <p:cNvPr id="21" name="矢印: 五方向 20">
            <a:extLst>
              <a:ext uri="{FF2B5EF4-FFF2-40B4-BE49-F238E27FC236}">
                <a16:creationId xmlns:a16="http://schemas.microsoft.com/office/drawing/2014/main" id="{3BBE5C5C-C4AE-2E2F-16D0-973417544974}"/>
              </a:ext>
            </a:extLst>
          </p:cNvPr>
          <p:cNvSpPr/>
          <p:nvPr/>
        </p:nvSpPr>
        <p:spPr>
          <a:xfrm>
            <a:off x="337127" y="4511510"/>
            <a:ext cx="4084458"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altLang="ja-JP" sz="1050" b="1">
                <a:solidFill>
                  <a:prstClr val="white"/>
                </a:solidFill>
                <a:latin typeface="メイリオ" panose="020B0604030504040204" pitchFamily="50" charset="-128"/>
                <a:ea typeface="メイリオ" panose="020B0604030504040204" pitchFamily="50" charset="-128"/>
              </a:rPr>
              <a:t>19:[C]RL7C-R45-C5N</a:t>
            </a:r>
            <a:r>
              <a:rPr lang="en-US" altLang="ja-JP" sz="800" b="1">
                <a:solidFill>
                  <a:prstClr val="white"/>
                </a:solidFill>
                <a:latin typeface="メイリオ" panose="020B0604030504040204" pitchFamily="50" charset="-128"/>
                <a:ea typeface="メイリオ" panose="020B0604030504040204" pitchFamily="50" charset="-128"/>
              </a:rPr>
              <a:t>(Intel Core i7/RTX4050)</a:t>
            </a:r>
          </a:p>
        </p:txBody>
      </p:sp>
      <p:sp>
        <p:nvSpPr>
          <p:cNvPr id="22" name="矢印: 五方向 21">
            <a:extLst>
              <a:ext uri="{FF2B5EF4-FFF2-40B4-BE49-F238E27FC236}">
                <a16:creationId xmlns:a16="http://schemas.microsoft.com/office/drawing/2014/main" id="{3BDFE8CE-6910-FDF7-3566-4ED028055DDE}"/>
              </a:ext>
            </a:extLst>
          </p:cNvPr>
          <p:cNvSpPr/>
          <p:nvPr/>
        </p:nvSpPr>
        <p:spPr>
          <a:xfrm>
            <a:off x="324530" y="5389215"/>
            <a:ext cx="3185287"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altLang="ja-JP" sz="1050" b="1">
                <a:solidFill>
                  <a:prstClr val="white"/>
                </a:solidFill>
                <a:latin typeface="メイリオ" panose="020B0604030504040204" pitchFamily="50" charset="-128"/>
                <a:ea typeface="メイリオ" panose="020B0604030504040204" pitchFamily="50" charset="-128"/>
              </a:rPr>
              <a:t>21:[C]RL7C-R35-C5N</a:t>
            </a:r>
            <a:r>
              <a:rPr lang="en-US" altLang="ja-JP" sz="800" b="1">
                <a:solidFill>
                  <a:prstClr val="white"/>
                </a:solidFill>
                <a:latin typeface="メイリオ" panose="020B0604030504040204" pitchFamily="50" charset="-128"/>
                <a:ea typeface="メイリオ" panose="020B0604030504040204" pitchFamily="50" charset="-128"/>
              </a:rPr>
              <a:t>(Intel Core i7/RTX3050)</a:t>
            </a:r>
          </a:p>
        </p:txBody>
      </p:sp>
      <p:sp>
        <p:nvSpPr>
          <p:cNvPr id="29" name="矢印: 五方向 28">
            <a:extLst>
              <a:ext uri="{FF2B5EF4-FFF2-40B4-BE49-F238E27FC236}">
                <a16:creationId xmlns:a16="http://schemas.microsoft.com/office/drawing/2014/main" id="{6AF0C56E-42B7-CACD-69AA-380F08413652}"/>
              </a:ext>
            </a:extLst>
          </p:cNvPr>
          <p:cNvSpPr/>
          <p:nvPr/>
        </p:nvSpPr>
        <p:spPr>
          <a:xfrm>
            <a:off x="4845430" y="3184473"/>
            <a:ext cx="2596686" cy="288000"/>
          </a:xfrm>
          <a:prstGeom prst="homePlate">
            <a:avLst/>
          </a:prstGeom>
          <a:solidFill>
            <a:schemeClr val="bg2">
              <a:lumMod val="75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ja-JP" sz="1050" b="1">
                <a:latin typeface="メイリオ" panose="020B0604030504040204" pitchFamily="50" charset="-128"/>
                <a:ea typeface="メイリオ" panose="020B0604030504040204" pitchFamily="50" charset="-128"/>
              </a:rPr>
              <a:t>[G]NPR7L-R55-G5</a:t>
            </a:r>
            <a:r>
              <a:rPr kumimoji="1" lang="en-US" altLang="ja-JP" sz="800" b="1">
                <a:latin typeface="メイリオ" panose="020B0604030504040204" pitchFamily="50" charset="-128"/>
                <a:ea typeface="メイリオ" panose="020B0604030504040204" pitchFamily="50" charset="-128"/>
              </a:rPr>
              <a:t>(AMD Ryzen7/RTX5050)</a:t>
            </a:r>
          </a:p>
        </p:txBody>
      </p:sp>
      <p:sp>
        <p:nvSpPr>
          <p:cNvPr id="28" name="矢印: 五方向 27">
            <a:extLst>
              <a:ext uri="{FF2B5EF4-FFF2-40B4-BE49-F238E27FC236}">
                <a16:creationId xmlns:a16="http://schemas.microsoft.com/office/drawing/2014/main" id="{2EF79F4A-BFD5-5922-0975-F86E229414CE}"/>
              </a:ext>
            </a:extLst>
          </p:cNvPr>
          <p:cNvSpPr/>
          <p:nvPr/>
        </p:nvSpPr>
        <p:spPr>
          <a:xfrm>
            <a:off x="5216978" y="1930548"/>
            <a:ext cx="2244921" cy="288000"/>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ja-JP" sz="1050" b="1">
                <a:latin typeface="メイリオ" panose="020B0604030504040204" pitchFamily="50" charset="-128"/>
                <a:ea typeface="メイリオ" panose="020B0604030504040204" pitchFamily="50" charset="-128"/>
              </a:rPr>
              <a:t>[G]NPC7L-R57-G5</a:t>
            </a:r>
            <a:r>
              <a:rPr kumimoji="1" lang="en-US" altLang="ja-JP" sz="800" b="1">
                <a:latin typeface="メイリオ" panose="020B0604030504040204" pitchFamily="50" charset="-128"/>
                <a:ea typeface="メイリオ" panose="020B0604030504040204" pitchFamily="50" charset="-128"/>
              </a:rPr>
              <a:t>(Intel Core i7/RTX50</a:t>
            </a:r>
            <a:r>
              <a:rPr lang="en-US" altLang="ja-JP" sz="800" b="1">
                <a:latin typeface="メイリオ" panose="020B0604030504040204" pitchFamily="50" charset="-128"/>
                <a:ea typeface="メイリオ" panose="020B0604030504040204" pitchFamily="50" charset="-128"/>
              </a:rPr>
              <a:t>7</a:t>
            </a:r>
            <a:r>
              <a:rPr kumimoji="1" lang="en-US" altLang="ja-JP" sz="800" b="1">
                <a:latin typeface="メイリオ" panose="020B0604030504040204" pitchFamily="50" charset="-128"/>
                <a:ea typeface="メイリオ" panose="020B0604030504040204" pitchFamily="50" charset="-128"/>
              </a:rPr>
              <a:t>0)</a:t>
            </a:r>
          </a:p>
        </p:txBody>
      </p:sp>
      <p:sp>
        <p:nvSpPr>
          <p:cNvPr id="26" name="矢印: 五方向 25">
            <a:extLst>
              <a:ext uri="{FF2B5EF4-FFF2-40B4-BE49-F238E27FC236}">
                <a16:creationId xmlns:a16="http://schemas.microsoft.com/office/drawing/2014/main" id="{AA4FCF70-73B8-978E-D52A-560D2E4DB481}"/>
              </a:ext>
            </a:extLst>
          </p:cNvPr>
          <p:cNvSpPr/>
          <p:nvPr/>
        </p:nvSpPr>
        <p:spPr>
          <a:xfrm>
            <a:off x="4445453" y="2305452"/>
            <a:ext cx="3016446" cy="288000"/>
          </a:xfrm>
          <a:prstGeom prst="homePlate">
            <a:avLst/>
          </a:prstGeom>
          <a:solidFill>
            <a:srgbClr val="92D050"/>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ja-JP" sz="1050" b="1">
                <a:latin typeface="メイリオ" panose="020B0604030504040204" pitchFamily="50" charset="-128"/>
                <a:ea typeface="メイリオ" panose="020B0604030504040204" pitchFamily="50" charset="-128"/>
              </a:rPr>
              <a:t>[G]NPC7L-R56-G5</a:t>
            </a:r>
            <a:r>
              <a:rPr kumimoji="1" lang="en-US" altLang="ja-JP" sz="800" b="1">
                <a:latin typeface="メイリオ" panose="020B0604030504040204" pitchFamily="50" charset="-128"/>
                <a:ea typeface="メイリオ" panose="020B0604030504040204" pitchFamily="50" charset="-128"/>
              </a:rPr>
              <a:t>(Intel Core i7/RTX5060)</a:t>
            </a:r>
          </a:p>
        </p:txBody>
      </p:sp>
      <p:sp>
        <p:nvSpPr>
          <p:cNvPr id="11" name="矢印: 五方向 10">
            <a:extLst>
              <a:ext uri="{FF2B5EF4-FFF2-40B4-BE49-F238E27FC236}">
                <a16:creationId xmlns:a16="http://schemas.microsoft.com/office/drawing/2014/main" id="{DA140C97-8F9C-7CA0-099F-FFF666A71330}"/>
              </a:ext>
            </a:extLst>
          </p:cNvPr>
          <p:cNvSpPr/>
          <p:nvPr/>
        </p:nvSpPr>
        <p:spPr>
          <a:xfrm>
            <a:off x="795061" y="2298061"/>
            <a:ext cx="3730758"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ja-JP" sz="1050" b="1">
                <a:latin typeface="メイリオ" panose="020B0604030504040204" pitchFamily="50" charset="-128"/>
                <a:ea typeface="メイリオ" panose="020B0604030504040204" pitchFamily="50" charset="-128"/>
              </a:rPr>
              <a:t>14:[G]RL7C-R56-5N</a:t>
            </a:r>
            <a:r>
              <a:rPr kumimoji="1" lang="en-US" altLang="ja-JP" sz="800" b="1">
                <a:latin typeface="メイリオ" panose="020B0604030504040204" pitchFamily="50" charset="-128"/>
                <a:ea typeface="メイリオ" panose="020B0604030504040204" pitchFamily="50" charset="-128"/>
              </a:rPr>
              <a:t>(Intel Core i7/RTX5060)</a:t>
            </a:r>
          </a:p>
        </p:txBody>
      </p:sp>
      <p:sp>
        <p:nvSpPr>
          <p:cNvPr id="27" name="矢印: 五方向 26">
            <a:extLst>
              <a:ext uri="{FF2B5EF4-FFF2-40B4-BE49-F238E27FC236}">
                <a16:creationId xmlns:a16="http://schemas.microsoft.com/office/drawing/2014/main" id="{2947780A-E159-B475-7C64-D4FCF19EC1C9}"/>
              </a:ext>
            </a:extLst>
          </p:cNvPr>
          <p:cNvSpPr/>
          <p:nvPr/>
        </p:nvSpPr>
        <p:spPr>
          <a:xfrm>
            <a:off x="4453950" y="4177613"/>
            <a:ext cx="3007945" cy="288000"/>
          </a:xfrm>
          <a:prstGeom prst="homePlate">
            <a:avLst/>
          </a:prstGeom>
          <a:solidFill>
            <a:srgbClr val="92D050"/>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ja-JP" sz="1050" b="1">
                <a:latin typeface="メイリオ" panose="020B0604030504040204" pitchFamily="50" charset="-128"/>
                <a:ea typeface="メイリオ" panose="020B0604030504040204" pitchFamily="50" charset="-128"/>
              </a:rPr>
              <a:t>[G]NPC5L-R55-G5</a:t>
            </a:r>
            <a:r>
              <a:rPr kumimoji="1" lang="en-US" altLang="ja-JP" sz="800" b="1">
                <a:latin typeface="メイリオ" panose="020B0604030504040204" pitchFamily="50" charset="-128"/>
                <a:ea typeface="メイリオ" panose="020B0604030504040204" pitchFamily="50" charset="-128"/>
              </a:rPr>
              <a:t>(Intel Core i5/RTX5050)</a:t>
            </a:r>
          </a:p>
        </p:txBody>
      </p:sp>
      <p:sp>
        <p:nvSpPr>
          <p:cNvPr id="12" name="矢印: 五方向 11">
            <a:extLst>
              <a:ext uri="{FF2B5EF4-FFF2-40B4-BE49-F238E27FC236}">
                <a16:creationId xmlns:a16="http://schemas.microsoft.com/office/drawing/2014/main" id="{488E02DA-8E59-282A-01ED-BCD3C53F0903}"/>
              </a:ext>
            </a:extLst>
          </p:cNvPr>
          <p:cNvSpPr/>
          <p:nvPr/>
        </p:nvSpPr>
        <p:spPr>
          <a:xfrm>
            <a:off x="337127" y="4161579"/>
            <a:ext cx="4176089"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altLang="ja-JP" sz="1050" b="1">
                <a:solidFill>
                  <a:prstClr val="white"/>
                </a:solidFill>
                <a:latin typeface="メイリオ" panose="020B0604030504040204" pitchFamily="50" charset="-128"/>
                <a:ea typeface="メイリオ" panose="020B0604030504040204" pitchFamily="50" charset="-128"/>
              </a:rPr>
              <a:t>18:[G]RL7C-R45-5N</a:t>
            </a:r>
            <a:r>
              <a:rPr lang="en-US" altLang="ja-JP" sz="800" b="1">
                <a:solidFill>
                  <a:prstClr val="white"/>
                </a:solidFill>
                <a:latin typeface="メイリオ" panose="020B0604030504040204" pitchFamily="50" charset="-128"/>
                <a:ea typeface="メイリオ" panose="020B0604030504040204" pitchFamily="50" charset="-128"/>
              </a:rPr>
              <a:t>(Intel Core i7/RTX4050)</a:t>
            </a:r>
          </a:p>
        </p:txBody>
      </p:sp>
      <p:sp>
        <p:nvSpPr>
          <p:cNvPr id="24" name="矢印: 五方向 23">
            <a:extLst>
              <a:ext uri="{FF2B5EF4-FFF2-40B4-BE49-F238E27FC236}">
                <a16:creationId xmlns:a16="http://schemas.microsoft.com/office/drawing/2014/main" id="{D0880B5B-2D47-8F39-9E16-96A46A3D27D7}"/>
              </a:ext>
            </a:extLst>
          </p:cNvPr>
          <p:cNvSpPr/>
          <p:nvPr/>
        </p:nvSpPr>
        <p:spPr>
          <a:xfrm>
            <a:off x="4453950" y="2650383"/>
            <a:ext cx="3007949" cy="288000"/>
          </a:xfrm>
          <a:prstGeom prst="homePlate">
            <a:avLst/>
          </a:prstGeom>
          <a:solidFill>
            <a:srgbClr val="92D050"/>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ja-JP" sz="1050" b="1">
                <a:latin typeface="メイリオ" panose="020B0604030504040204" pitchFamily="50" charset="-128"/>
                <a:ea typeface="メイリオ" panose="020B0604030504040204" pitchFamily="50" charset="-128"/>
              </a:rPr>
              <a:t>[C]NSC7L-R56-C6</a:t>
            </a:r>
            <a:r>
              <a:rPr kumimoji="1" lang="en-US" altLang="ja-JP" sz="800" b="1">
                <a:latin typeface="メイリオ" panose="020B0604030504040204" pitchFamily="50" charset="-128"/>
                <a:ea typeface="メイリオ" panose="020B0604030504040204" pitchFamily="50" charset="-128"/>
              </a:rPr>
              <a:t>(Intel Core 7/RTX5060)</a:t>
            </a:r>
          </a:p>
        </p:txBody>
      </p:sp>
      <p:sp>
        <p:nvSpPr>
          <p:cNvPr id="16" name="矢印: 五方向 15">
            <a:extLst>
              <a:ext uri="{FF2B5EF4-FFF2-40B4-BE49-F238E27FC236}">
                <a16:creationId xmlns:a16="http://schemas.microsoft.com/office/drawing/2014/main" id="{121E013E-A680-7B07-3536-D3786E14DBBC}"/>
              </a:ext>
            </a:extLst>
          </p:cNvPr>
          <p:cNvSpPr/>
          <p:nvPr/>
        </p:nvSpPr>
        <p:spPr>
          <a:xfrm>
            <a:off x="349726" y="2636993"/>
            <a:ext cx="4176091"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ja-JP" sz="1050" b="1">
                <a:latin typeface="メイリオ" panose="020B0604030504040204" pitchFamily="50" charset="-128"/>
                <a:ea typeface="メイリオ" panose="020B0604030504040204" pitchFamily="50" charset="-128"/>
              </a:rPr>
              <a:t>15:[C]RL7C-R56-C5N</a:t>
            </a:r>
            <a:r>
              <a:rPr kumimoji="1" lang="en-US" altLang="ja-JP" sz="800" b="1">
                <a:latin typeface="メイリオ" panose="020B0604030504040204" pitchFamily="50" charset="-128"/>
                <a:ea typeface="メイリオ" panose="020B0604030504040204" pitchFamily="50" charset="-128"/>
              </a:rPr>
              <a:t>(Intel Core i7/RTX5060)</a:t>
            </a:r>
          </a:p>
        </p:txBody>
      </p:sp>
      <p:sp>
        <p:nvSpPr>
          <p:cNvPr id="23" name="矢印: 五方向 22">
            <a:extLst>
              <a:ext uri="{FF2B5EF4-FFF2-40B4-BE49-F238E27FC236}">
                <a16:creationId xmlns:a16="http://schemas.microsoft.com/office/drawing/2014/main" id="{39F11DBA-1E74-42E8-F0E2-243C3A24822F}"/>
              </a:ext>
            </a:extLst>
          </p:cNvPr>
          <p:cNvSpPr/>
          <p:nvPr/>
        </p:nvSpPr>
        <p:spPr>
          <a:xfrm>
            <a:off x="4434169" y="3512611"/>
            <a:ext cx="3007948" cy="288000"/>
          </a:xfrm>
          <a:prstGeom prst="homePlate">
            <a:avLst/>
          </a:prstGeom>
          <a:solidFill>
            <a:srgbClr val="92D050"/>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ja-JP" sz="1050" b="1">
                <a:latin typeface="メイリオ" panose="020B0604030504040204" pitchFamily="50" charset="-128"/>
                <a:ea typeface="メイリオ" panose="020B0604030504040204" pitchFamily="50" charset="-128"/>
              </a:rPr>
              <a:t>[C]NSC7L-R55-C6</a:t>
            </a:r>
            <a:r>
              <a:rPr kumimoji="1" lang="en-US" altLang="ja-JP" sz="800" b="1">
                <a:latin typeface="メイリオ" panose="020B0604030504040204" pitchFamily="50" charset="-128"/>
                <a:ea typeface="メイリオ" panose="020B0604030504040204" pitchFamily="50" charset="-128"/>
              </a:rPr>
              <a:t>(Intel Core 7/RTX50</a:t>
            </a:r>
            <a:r>
              <a:rPr lang="en-US" altLang="ja-JP" sz="800" b="1">
                <a:latin typeface="メイリオ" panose="020B0604030504040204" pitchFamily="50" charset="-128"/>
                <a:ea typeface="メイリオ" panose="020B0604030504040204" pitchFamily="50" charset="-128"/>
              </a:rPr>
              <a:t>5</a:t>
            </a:r>
            <a:r>
              <a:rPr kumimoji="1" lang="en-US" altLang="ja-JP" sz="800" b="1">
                <a:latin typeface="メイリオ" panose="020B0604030504040204" pitchFamily="50" charset="-128"/>
                <a:ea typeface="メイリオ" panose="020B0604030504040204" pitchFamily="50" charset="-128"/>
              </a:rPr>
              <a:t>0)</a:t>
            </a:r>
          </a:p>
        </p:txBody>
      </p:sp>
      <p:sp>
        <p:nvSpPr>
          <p:cNvPr id="18" name="矢印: 五方向 17">
            <a:extLst>
              <a:ext uri="{FF2B5EF4-FFF2-40B4-BE49-F238E27FC236}">
                <a16:creationId xmlns:a16="http://schemas.microsoft.com/office/drawing/2014/main" id="{E5AED692-36F7-59F5-6024-D1BDC1B9B197}"/>
              </a:ext>
            </a:extLst>
          </p:cNvPr>
          <p:cNvSpPr/>
          <p:nvPr/>
        </p:nvSpPr>
        <p:spPr>
          <a:xfrm>
            <a:off x="337126" y="3501066"/>
            <a:ext cx="4176090"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ja-JP" sz="1050" b="1">
                <a:latin typeface="メイリオ" panose="020B0604030504040204" pitchFamily="50" charset="-128"/>
                <a:ea typeface="メイリオ" panose="020B0604030504040204" pitchFamily="50" charset="-128"/>
              </a:rPr>
              <a:t>17:[C]RL7C-R55-C5N</a:t>
            </a:r>
            <a:r>
              <a:rPr kumimoji="1" lang="en-US" altLang="ja-JP" sz="800" b="1">
                <a:latin typeface="メイリオ" panose="020B0604030504040204" pitchFamily="50" charset="-128"/>
                <a:ea typeface="メイリオ" panose="020B0604030504040204" pitchFamily="50" charset="-128"/>
              </a:rPr>
              <a:t>(Intel Core i7/RTX50</a:t>
            </a:r>
            <a:r>
              <a:rPr lang="en-US" altLang="ja-JP" sz="800" b="1">
                <a:latin typeface="メイリオ" panose="020B0604030504040204" pitchFamily="50" charset="-128"/>
                <a:ea typeface="メイリオ" panose="020B0604030504040204" pitchFamily="50" charset="-128"/>
              </a:rPr>
              <a:t>5</a:t>
            </a:r>
            <a:r>
              <a:rPr kumimoji="1" lang="en-US" altLang="ja-JP" sz="800" b="1">
                <a:latin typeface="メイリオ" panose="020B0604030504040204" pitchFamily="50" charset="-128"/>
                <a:ea typeface="メイリオ" panose="020B0604030504040204" pitchFamily="50" charset="-128"/>
              </a:rPr>
              <a:t>0)</a:t>
            </a:r>
          </a:p>
        </p:txBody>
      </p:sp>
      <p:sp>
        <p:nvSpPr>
          <p:cNvPr id="8" name="正方形/長方形 7">
            <a:extLst>
              <a:ext uri="{FF2B5EF4-FFF2-40B4-BE49-F238E27FC236}">
                <a16:creationId xmlns:a16="http://schemas.microsoft.com/office/drawing/2014/main" id="{E67B51AF-3AC6-67F9-51BB-2162223AC978}"/>
              </a:ext>
            </a:extLst>
          </p:cNvPr>
          <p:cNvSpPr/>
          <p:nvPr/>
        </p:nvSpPr>
        <p:spPr>
          <a:xfrm>
            <a:off x="10558497" y="931069"/>
            <a:ext cx="977715" cy="5766825"/>
          </a:xfrm>
          <a:prstGeom prst="rect">
            <a:avLst/>
          </a:prstGeom>
          <a:solidFill>
            <a:srgbClr val="0070C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l"/>
            <a:endParaRPr kumimoji="1" lang="ja-JP" altLang="en-US" sz="1600">
              <a:latin typeface="メイリオ" panose="020B0604030504040204" pitchFamily="50" charset="-128"/>
              <a:ea typeface="メイリオ" panose="020B0604030504040204" pitchFamily="50" charset="-128"/>
            </a:endParaRPr>
          </a:p>
        </p:txBody>
      </p:sp>
      <p:pic>
        <p:nvPicPr>
          <p:cNvPr id="9" name="図 8">
            <a:extLst>
              <a:ext uri="{FF2B5EF4-FFF2-40B4-BE49-F238E27FC236}">
                <a16:creationId xmlns:a16="http://schemas.microsoft.com/office/drawing/2014/main" id="{8AA95CFC-D3C9-600E-6A3F-ACEB5F25C010}"/>
              </a:ext>
            </a:extLst>
          </p:cNvPr>
          <p:cNvPicPr>
            <a:picLocks noChangeAspect="1"/>
          </p:cNvPicPr>
          <p:nvPr/>
        </p:nvPicPr>
        <p:blipFill>
          <a:blip r:embed="rId2"/>
          <a:stretch>
            <a:fillRect/>
          </a:stretch>
        </p:blipFill>
        <p:spPr>
          <a:xfrm>
            <a:off x="10611998" y="684147"/>
            <a:ext cx="423762" cy="23872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aphicFrame>
        <p:nvGraphicFramePr>
          <p:cNvPr id="17" name="表 16">
            <a:extLst>
              <a:ext uri="{FF2B5EF4-FFF2-40B4-BE49-F238E27FC236}">
                <a16:creationId xmlns:a16="http://schemas.microsoft.com/office/drawing/2014/main" id="{3005A057-C153-1CC2-DF24-2F3DF71EB232}"/>
              </a:ext>
            </a:extLst>
          </p:cNvPr>
          <p:cNvGraphicFramePr>
            <a:graphicFrameLocks noGrp="1"/>
          </p:cNvGraphicFramePr>
          <p:nvPr/>
        </p:nvGraphicFramePr>
        <p:xfrm>
          <a:off x="337128" y="1019671"/>
          <a:ext cx="11517732" cy="714375"/>
        </p:xfrm>
        <a:graphic>
          <a:graphicData uri="http://schemas.openxmlformats.org/drawingml/2006/table">
            <a:tbl>
              <a:tblPr/>
              <a:tblGrid>
                <a:gridCol w="319937">
                  <a:extLst>
                    <a:ext uri="{9D8B030D-6E8A-4147-A177-3AD203B41FA5}">
                      <a16:colId xmlns:a16="http://schemas.microsoft.com/office/drawing/2014/main" val="1500898864"/>
                    </a:ext>
                  </a:extLst>
                </a:gridCol>
                <a:gridCol w="319937">
                  <a:extLst>
                    <a:ext uri="{9D8B030D-6E8A-4147-A177-3AD203B41FA5}">
                      <a16:colId xmlns:a16="http://schemas.microsoft.com/office/drawing/2014/main" val="492311195"/>
                    </a:ext>
                  </a:extLst>
                </a:gridCol>
                <a:gridCol w="319937">
                  <a:extLst>
                    <a:ext uri="{9D8B030D-6E8A-4147-A177-3AD203B41FA5}">
                      <a16:colId xmlns:a16="http://schemas.microsoft.com/office/drawing/2014/main" val="535944228"/>
                    </a:ext>
                  </a:extLst>
                </a:gridCol>
                <a:gridCol w="319937">
                  <a:extLst>
                    <a:ext uri="{9D8B030D-6E8A-4147-A177-3AD203B41FA5}">
                      <a16:colId xmlns:a16="http://schemas.microsoft.com/office/drawing/2014/main" val="1297611135"/>
                    </a:ext>
                  </a:extLst>
                </a:gridCol>
                <a:gridCol w="319937">
                  <a:extLst>
                    <a:ext uri="{9D8B030D-6E8A-4147-A177-3AD203B41FA5}">
                      <a16:colId xmlns:a16="http://schemas.microsoft.com/office/drawing/2014/main" val="1872956960"/>
                    </a:ext>
                  </a:extLst>
                </a:gridCol>
                <a:gridCol w="319937">
                  <a:extLst>
                    <a:ext uri="{9D8B030D-6E8A-4147-A177-3AD203B41FA5}">
                      <a16:colId xmlns:a16="http://schemas.microsoft.com/office/drawing/2014/main" val="1530389144"/>
                    </a:ext>
                  </a:extLst>
                </a:gridCol>
                <a:gridCol w="319937">
                  <a:extLst>
                    <a:ext uri="{9D8B030D-6E8A-4147-A177-3AD203B41FA5}">
                      <a16:colId xmlns:a16="http://schemas.microsoft.com/office/drawing/2014/main" val="1873387370"/>
                    </a:ext>
                  </a:extLst>
                </a:gridCol>
                <a:gridCol w="319937">
                  <a:extLst>
                    <a:ext uri="{9D8B030D-6E8A-4147-A177-3AD203B41FA5}">
                      <a16:colId xmlns:a16="http://schemas.microsoft.com/office/drawing/2014/main" val="2523210819"/>
                    </a:ext>
                  </a:extLst>
                </a:gridCol>
                <a:gridCol w="319937">
                  <a:extLst>
                    <a:ext uri="{9D8B030D-6E8A-4147-A177-3AD203B41FA5}">
                      <a16:colId xmlns:a16="http://schemas.microsoft.com/office/drawing/2014/main" val="1136697292"/>
                    </a:ext>
                  </a:extLst>
                </a:gridCol>
                <a:gridCol w="319937">
                  <a:extLst>
                    <a:ext uri="{9D8B030D-6E8A-4147-A177-3AD203B41FA5}">
                      <a16:colId xmlns:a16="http://schemas.microsoft.com/office/drawing/2014/main" val="4023778491"/>
                    </a:ext>
                  </a:extLst>
                </a:gridCol>
                <a:gridCol w="319937">
                  <a:extLst>
                    <a:ext uri="{9D8B030D-6E8A-4147-A177-3AD203B41FA5}">
                      <a16:colId xmlns:a16="http://schemas.microsoft.com/office/drawing/2014/main" val="3242310994"/>
                    </a:ext>
                  </a:extLst>
                </a:gridCol>
                <a:gridCol w="319937">
                  <a:extLst>
                    <a:ext uri="{9D8B030D-6E8A-4147-A177-3AD203B41FA5}">
                      <a16:colId xmlns:a16="http://schemas.microsoft.com/office/drawing/2014/main" val="3032464318"/>
                    </a:ext>
                  </a:extLst>
                </a:gridCol>
                <a:gridCol w="319937">
                  <a:extLst>
                    <a:ext uri="{9D8B030D-6E8A-4147-A177-3AD203B41FA5}">
                      <a16:colId xmlns:a16="http://schemas.microsoft.com/office/drawing/2014/main" val="718012166"/>
                    </a:ext>
                  </a:extLst>
                </a:gridCol>
                <a:gridCol w="319937">
                  <a:extLst>
                    <a:ext uri="{9D8B030D-6E8A-4147-A177-3AD203B41FA5}">
                      <a16:colId xmlns:a16="http://schemas.microsoft.com/office/drawing/2014/main" val="201977023"/>
                    </a:ext>
                  </a:extLst>
                </a:gridCol>
                <a:gridCol w="319937">
                  <a:extLst>
                    <a:ext uri="{9D8B030D-6E8A-4147-A177-3AD203B41FA5}">
                      <a16:colId xmlns:a16="http://schemas.microsoft.com/office/drawing/2014/main" val="3789184676"/>
                    </a:ext>
                  </a:extLst>
                </a:gridCol>
                <a:gridCol w="319937">
                  <a:extLst>
                    <a:ext uri="{9D8B030D-6E8A-4147-A177-3AD203B41FA5}">
                      <a16:colId xmlns:a16="http://schemas.microsoft.com/office/drawing/2014/main" val="2285191595"/>
                    </a:ext>
                  </a:extLst>
                </a:gridCol>
                <a:gridCol w="319937">
                  <a:extLst>
                    <a:ext uri="{9D8B030D-6E8A-4147-A177-3AD203B41FA5}">
                      <a16:colId xmlns:a16="http://schemas.microsoft.com/office/drawing/2014/main" val="1576469209"/>
                    </a:ext>
                  </a:extLst>
                </a:gridCol>
                <a:gridCol w="319937">
                  <a:extLst>
                    <a:ext uri="{9D8B030D-6E8A-4147-A177-3AD203B41FA5}">
                      <a16:colId xmlns:a16="http://schemas.microsoft.com/office/drawing/2014/main" val="2224905602"/>
                    </a:ext>
                  </a:extLst>
                </a:gridCol>
                <a:gridCol w="319937">
                  <a:extLst>
                    <a:ext uri="{9D8B030D-6E8A-4147-A177-3AD203B41FA5}">
                      <a16:colId xmlns:a16="http://schemas.microsoft.com/office/drawing/2014/main" val="324624714"/>
                    </a:ext>
                  </a:extLst>
                </a:gridCol>
                <a:gridCol w="319937">
                  <a:extLst>
                    <a:ext uri="{9D8B030D-6E8A-4147-A177-3AD203B41FA5}">
                      <a16:colId xmlns:a16="http://schemas.microsoft.com/office/drawing/2014/main" val="370901253"/>
                    </a:ext>
                  </a:extLst>
                </a:gridCol>
                <a:gridCol w="319937">
                  <a:extLst>
                    <a:ext uri="{9D8B030D-6E8A-4147-A177-3AD203B41FA5}">
                      <a16:colId xmlns:a16="http://schemas.microsoft.com/office/drawing/2014/main" val="4024422151"/>
                    </a:ext>
                  </a:extLst>
                </a:gridCol>
                <a:gridCol w="319937">
                  <a:extLst>
                    <a:ext uri="{9D8B030D-6E8A-4147-A177-3AD203B41FA5}">
                      <a16:colId xmlns:a16="http://schemas.microsoft.com/office/drawing/2014/main" val="2689519980"/>
                    </a:ext>
                  </a:extLst>
                </a:gridCol>
                <a:gridCol w="319937">
                  <a:extLst>
                    <a:ext uri="{9D8B030D-6E8A-4147-A177-3AD203B41FA5}">
                      <a16:colId xmlns:a16="http://schemas.microsoft.com/office/drawing/2014/main" val="3790508917"/>
                    </a:ext>
                  </a:extLst>
                </a:gridCol>
                <a:gridCol w="319937">
                  <a:extLst>
                    <a:ext uri="{9D8B030D-6E8A-4147-A177-3AD203B41FA5}">
                      <a16:colId xmlns:a16="http://schemas.microsoft.com/office/drawing/2014/main" val="355080256"/>
                    </a:ext>
                  </a:extLst>
                </a:gridCol>
                <a:gridCol w="319937">
                  <a:extLst>
                    <a:ext uri="{9D8B030D-6E8A-4147-A177-3AD203B41FA5}">
                      <a16:colId xmlns:a16="http://schemas.microsoft.com/office/drawing/2014/main" val="3004377733"/>
                    </a:ext>
                  </a:extLst>
                </a:gridCol>
                <a:gridCol w="319937">
                  <a:extLst>
                    <a:ext uri="{9D8B030D-6E8A-4147-A177-3AD203B41FA5}">
                      <a16:colId xmlns:a16="http://schemas.microsoft.com/office/drawing/2014/main" val="1158246796"/>
                    </a:ext>
                  </a:extLst>
                </a:gridCol>
                <a:gridCol w="319937">
                  <a:extLst>
                    <a:ext uri="{9D8B030D-6E8A-4147-A177-3AD203B41FA5}">
                      <a16:colId xmlns:a16="http://schemas.microsoft.com/office/drawing/2014/main" val="3566540348"/>
                    </a:ext>
                  </a:extLst>
                </a:gridCol>
                <a:gridCol w="319937">
                  <a:extLst>
                    <a:ext uri="{9D8B030D-6E8A-4147-A177-3AD203B41FA5}">
                      <a16:colId xmlns:a16="http://schemas.microsoft.com/office/drawing/2014/main" val="1664914038"/>
                    </a:ext>
                  </a:extLst>
                </a:gridCol>
                <a:gridCol w="319937">
                  <a:extLst>
                    <a:ext uri="{9D8B030D-6E8A-4147-A177-3AD203B41FA5}">
                      <a16:colId xmlns:a16="http://schemas.microsoft.com/office/drawing/2014/main" val="1814902996"/>
                    </a:ext>
                  </a:extLst>
                </a:gridCol>
                <a:gridCol w="319937">
                  <a:extLst>
                    <a:ext uri="{9D8B030D-6E8A-4147-A177-3AD203B41FA5}">
                      <a16:colId xmlns:a16="http://schemas.microsoft.com/office/drawing/2014/main" val="72780220"/>
                    </a:ext>
                  </a:extLst>
                </a:gridCol>
                <a:gridCol w="319937">
                  <a:extLst>
                    <a:ext uri="{9D8B030D-6E8A-4147-A177-3AD203B41FA5}">
                      <a16:colId xmlns:a16="http://schemas.microsoft.com/office/drawing/2014/main" val="640000408"/>
                    </a:ext>
                  </a:extLst>
                </a:gridCol>
                <a:gridCol w="319937">
                  <a:extLst>
                    <a:ext uri="{9D8B030D-6E8A-4147-A177-3AD203B41FA5}">
                      <a16:colId xmlns:a16="http://schemas.microsoft.com/office/drawing/2014/main" val="2576203230"/>
                    </a:ext>
                  </a:extLst>
                </a:gridCol>
                <a:gridCol w="319937">
                  <a:extLst>
                    <a:ext uri="{9D8B030D-6E8A-4147-A177-3AD203B41FA5}">
                      <a16:colId xmlns:a16="http://schemas.microsoft.com/office/drawing/2014/main" val="2578640369"/>
                    </a:ext>
                  </a:extLst>
                </a:gridCol>
                <a:gridCol w="319937">
                  <a:extLst>
                    <a:ext uri="{9D8B030D-6E8A-4147-A177-3AD203B41FA5}">
                      <a16:colId xmlns:a16="http://schemas.microsoft.com/office/drawing/2014/main" val="3620044266"/>
                    </a:ext>
                  </a:extLst>
                </a:gridCol>
                <a:gridCol w="319937">
                  <a:extLst>
                    <a:ext uri="{9D8B030D-6E8A-4147-A177-3AD203B41FA5}">
                      <a16:colId xmlns:a16="http://schemas.microsoft.com/office/drawing/2014/main" val="3123228021"/>
                    </a:ext>
                  </a:extLst>
                </a:gridCol>
                <a:gridCol w="319937">
                  <a:extLst>
                    <a:ext uri="{9D8B030D-6E8A-4147-A177-3AD203B41FA5}">
                      <a16:colId xmlns:a16="http://schemas.microsoft.com/office/drawing/2014/main" val="2629818710"/>
                    </a:ext>
                  </a:extLst>
                </a:gridCol>
              </a:tblGrid>
              <a:tr h="238125">
                <a:tc gridSpan="12">
                  <a:txBody>
                    <a:bodyPr/>
                    <a:lstStyle/>
                    <a:p>
                      <a:pPr algn="ctr" fontAlgn="ctr">
                        <a:buNone/>
                      </a:pPr>
                      <a:r>
                        <a:rPr lang="it-IT" sz="1100" b="1" i="0" u="none" strike="noStrike">
                          <a:solidFill>
                            <a:srgbClr val="FFFFFF"/>
                          </a:solidFill>
                          <a:effectLst/>
                          <a:latin typeface="游ゴシック" panose="020B0400000000000000" pitchFamily="50" charset="-128"/>
                          <a:ea typeface="游ゴシック" panose="020B0400000000000000" pitchFamily="50" charset="-128"/>
                        </a:rPr>
                        <a:t>THIRDWAVE  43</a:t>
                      </a:r>
                      <a:r>
                        <a:rPr lang="ja-JP" altLang="en-US" sz="1100" b="1" i="0" u="none" strike="noStrike">
                          <a:solidFill>
                            <a:srgbClr val="FFFFFF"/>
                          </a:solidFill>
                          <a:effectLst/>
                          <a:latin typeface="游ゴシック" panose="020B0400000000000000" pitchFamily="50" charset="-128"/>
                          <a:ea typeface="游ゴシック" panose="020B0400000000000000" pitchFamily="50" charset="-128"/>
                        </a:rPr>
                        <a:t>期</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ctr">
                        <a:buNone/>
                      </a:pPr>
                      <a:r>
                        <a:rPr lang="it-IT" sz="1100" b="1" i="0" u="none" strike="noStrike">
                          <a:solidFill>
                            <a:srgbClr val="FFFFFF"/>
                          </a:solidFill>
                          <a:effectLst/>
                          <a:latin typeface="游ゴシック" panose="020B0400000000000000" pitchFamily="50" charset="-128"/>
                          <a:ea typeface="游ゴシック" panose="020B0400000000000000" pitchFamily="50" charset="-128"/>
                        </a:rPr>
                        <a:t>THIRDWAVE  44</a:t>
                      </a:r>
                      <a:r>
                        <a:rPr lang="ja-JP" altLang="en-US" sz="1100" b="1" i="0" u="none" strike="noStrike">
                          <a:solidFill>
                            <a:srgbClr val="FFFFFF"/>
                          </a:solidFill>
                          <a:effectLst/>
                          <a:latin typeface="游ゴシック" panose="020B0400000000000000" pitchFamily="50" charset="-128"/>
                          <a:ea typeface="游ゴシック" panose="020B0400000000000000" pitchFamily="50" charset="-128"/>
                        </a:rPr>
                        <a:t>期</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75B5"/>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ctr">
                        <a:buNone/>
                      </a:pPr>
                      <a:r>
                        <a:rPr lang="it-IT" sz="1100" b="1" i="0" u="none" strike="noStrike">
                          <a:solidFill>
                            <a:srgbClr val="FFFFFF"/>
                          </a:solidFill>
                          <a:effectLst/>
                          <a:latin typeface="游ゴシック" panose="020B0400000000000000" pitchFamily="50" charset="-128"/>
                          <a:ea typeface="游ゴシック" panose="020B0400000000000000" pitchFamily="50" charset="-128"/>
                        </a:rPr>
                        <a:t>THIRDWAVE  45</a:t>
                      </a:r>
                      <a:r>
                        <a:rPr lang="ja-JP" altLang="en-US" sz="1100" b="1" i="0" u="none" strike="noStrike">
                          <a:solidFill>
                            <a:srgbClr val="FFFFFF"/>
                          </a:solidFill>
                          <a:effectLst/>
                          <a:latin typeface="游ゴシック" panose="020B0400000000000000" pitchFamily="50" charset="-128"/>
                          <a:ea typeface="游ゴシック" panose="020B0400000000000000" pitchFamily="50" charset="-128"/>
                        </a:rPr>
                        <a:t>期</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E78"/>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639680362"/>
                  </a:ext>
                </a:extLst>
              </a:tr>
              <a:tr h="238125">
                <a:tc gridSpan="5">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7">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294673942"/>
                  </a:ext>
                </a:extLst>
              </a:tr>
              <a:tr h="238125">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1797585"/>
                  </a:ext>
                </a:extLst>
              </a:tr>
            </a:tbl>
          </a:graphicData>
        </a:graphic>
      </p:graphicFrame>
      <p:sp>
        <p:nvSpPr>
          <p:cNvPr id="31" name="矢印: 五方向 30">
            <a:extLst>
              <a:ext uri="{FF2B5EF4-FFF2-40B4-BE49-F238E27FC236}">
                <a16:creationId xmlns:a16="http://schemas.microsoft.com/office/drawing/2014/main" id="{41794B57-B18C-49EA-1882-491A92D07BD5}"/>
              </a:ext>
            </a:extLst>
          </p:cNvPr>
          <p:cNvSpPr/>
          <p:nvPr/>
        </p:nvSpPr>
        <p:spPr>
          <a:xfrm>
            <a:off x="7461900" y="1928803"/>
            <a:ext cx="4169356" cy="288000"/>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altLang="ja-JP" sz="1050" b="1">
                <a:latin typeface="メイリオ" panose="020B0604030504040204" pitchFamily="50" charset="-128"/>
                <a:ea typeface="メイリオ" panose="020B0604030504040204" pitchFamily="50" charset="-128"/>
              </a:rPr>
              <a:t>[G/C]Intel Raptor </a:t>
            </a:r>
            <a:r>
              <a:rPr lang="en-US" altLang="ja-JP" sz="1050" b="1" err="1">
                <a:latin typeface="メイリオ" panose="020B0604030504040204" pitchFamily="50" charset="-128"/>
                <a:ea typeface="メイリオ" panose="020B0604030504040204" pitchFamily="50" charset="-128"/>
              </a:rPr>
              <a:t>NEXT+Geforce</a:t>
            </a:r>
            <a:r>
              <a:rPr lang="ja-JP" altLang="en-US" sz="1050" b="1">
                <a:latin typeface="メイリオ" panose="020B0604030504040204" pitchFamily="50" charset="-128"/>
                <a:ea typeface="メイリオ" panose="020B0604030504040204" pitchFamily="50" charset="-128"/>
              </a:rPr>
              <a:t> </a:t>
            </a:r>
            <a:r>
              <a:rPr lang="en-US" altLang="ja-JP" sz="1050" b="1">
                <a:latin typeface="メイリオ" panose="020B0604030504040204" pitchFamily="50" charset="-128"/>
                <a:ea typeface="メイリオ" panose="020B0604030504040204" pitchFamily="50" charset="-128"/>
              </a:rPr>
              <a:t>5070</a:t>
            </a:r>
            <a:endParaRPr lang="en-US" altLang="ja-JP" sz="800" b="1">
              <a:latin typeface="メイリオ" panose="020B0604030504040204" pitchFamily="50" charset="-128"/>
              <a:ea typeface="メイリオ" panose="020B0604030504040204" pitchFamily="50" charset="-128"/>
            </a:endParaRPr>
          </a:p>
        </p:txBody>
      </p:sp>
      <p:sp>
        <p:nvSpPr>
          <p:cNvPr id="34" name="矢印: 五方向 33">
            <a:extLst>
              <a:ext uri="{FF2B5EF4-FFF2-40B4-BE49-F238E27FC236}">
                <a16:creationId xmlns:a16="http://schemas.microsoft.com/office/drawing/2014/main" id="{336C6E06-5792-ED99-E0C8-0334F1D2F097}"/>
              </a:ext>
            </a:extLst>
          </p:cNvPr>
          <p:cNvSpPr/>
          <p:nvPr/>
        </p:nvSpPr>
        <p:spPr>
          <a:xfrm>
            <a:off x="8633962" y="5971504"/>
            <a:ext cx="2997288" cy="288000"/>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ja-JP" sz="1050" b="1">
                <a:latin typeface="メイリオ" panose="020B0604030504040204" pitchFamily="50" charset="-128"/>
                <a:ea typeface="メイリオ" panose="020B0604030504040204" pitchFamily="50" charset="-128"/>
              </a:rPr>
              <a:t>[C]CPU</a:t>
            </a:r>
            <a:r>
              <a:rPr lang="ja-JP" altLang="en-US" sz="1050" b="1">
                <a:latin typeface="メイリオ" panose="020B0604030504040204" pitchFamily="50" charset="-128"/>
                <a:ea typeface="メイリオ" panose="020B0604030504040204" pitchFamily="50" charset="-128"/>
              </a:rPr>
              <a:t>変更で継続</a:t>
            </a:r>
            <a:r>
              <a:rPr lang="en-US" altLang="ja-JP" sz="1050" b="1">
                <a:latin typeface="メイリオ" panose="020B0604030504040204" pitchFamily="50" charset="-128"/>
                <a:ea typeface="メイリオ" panose="020B0604030504040204" pitchFamily="50" charset="-128"/>
              </a:rPr>
              <a:t>[</a:t>
            </a:r>
            <a:r>
              <a:rPr lang="ja-JP" altLang="en-US" sz="1050" b="1">
                <a:latin typeface="メイリオ" panose="020B0604030504040204" pitchFamily="50" charset="-128"/>
                <a:ea typeface="メイリオ" panose="020B0604030504040204" pitchFamily="50" charset="-128"/>
              </a:rPr>
              <a:t>ベア</a:t>
            </a:r>
            <a:r>
              <a:rPr lang="en-US" altLang="ja-JP" sz="1050" b="1">
                <a:latin typeface="メイリオ" panose="020B0604030504040204" pitchFamily="50" charset="-128"/>
                <a:ea typeface="メイリオ" panose="020B0604030504040204" pitchFamily="50" charset="-128"/>
              </a:rPr>
              <a:t>D]</a:t>
            </a:r>
            <a:endParaRPr kumimoji="1" lang="en-US" altLang="ja-JP" sz="800" b="1">
              <a:latin typeface="メイリオ" panose="020B0604030504040204" pitchFamily="50" charset="-128"/>
              <a:ea typeface="メイリオ" panose="020B0604030504040204" pitchFamily="50" charset="-128"/>
            </a:endParaRPr>
          </a:p>
        </p:txBody>
      </p:sp>
      <p:sp>
        <p:nvSpPr>
          <p:cNvPr id="35" name="矢印: 五方向 34">
            <a:extLst>
              <a:ext uri="{FF2B5EF4-FFF2-40B4-BE49-F238E27FC236}">
                <a16:creationId xmlns:a16="http://schemas.microsoft.com/office/drawing/2014/main" id="{06ED9F09-38B1-55EB-17CE-ACC6D0E808A1}"/>
              </a:ext>
            </a:extLst>
          </p:cNvPr>
          <p:cNvSpPr/>
          <p:nvPr/>
        </p:nvSpPr>
        <p:spPr>
          <a:xfrm>
            <a:off x="7461900" y="2317882"/>
            <a:ext cx="4169356" cy="288000"/>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altLang="ja-JP" sz="1050" b="1">
                <a:latin typeface="メイリオ" panose="020B0604030504040204" pitchFamily="50" charset="-128"/>
                <a:ea typeface="メイリオ" panose="020B0604030504040204" pitchFamily="50" charset="-128"/>
              </a:rPr>
              <a:t>[G/C]Intel Raptor </a:t>
            </a:r>
            <a:r>
              <a:rPr lang="en-US" altLang="ja-JP" sz="1050" b="1" err="1">
                <a:latin typeface="メイリオ" panose="020B0604030504040204" pitchFamily="50" charset="-128"/>
                <a:ea typeface="メイリオ" panose="020B0604030504040204" pitchFamily="50" charset="-128"/>
              </a:rPr>
              <a:t>NEXT+Geforce</a:t>
            </a:r>
            <a:r>
              <a:rPr lang="ja-JP" altLang="en-US" sz="1050" b="1">
                <a:latin typeface="メイリオ" panose="020B0604030504040204" pitchFamily="50" charset="-128"/>
                <a:ea typeface="メイリオ" panose="020B0604030504040204" pitchFamily="50" charset="-128"/>
              </a:rPr>
              <a:t> </a:t>
            </a:r>
            <a:r>
              <a:rPr lang="en-US" altLang="ja-JP" sz="1050" b="1">
                <a:latin typeface="メイリオ" panose="020B0604030504040204" pitchFamily="50" charset="-128"/>
                <a:ea typeface="メイリオ" panose="020B0604030504040204" pitchFamily="50" charset="-128"/>
              </a:rPr>
              <a:t>5060</a:t>
            </a:r>
            <a:endParaRPr lang="en-US" altLang="ja-JP" sz="800" b="1">
              <a:latin typeface="メイリオ" panose="020B0604030504040204" pitchFamily="50" charset="-128"/>
              <a:ea typeface="メイリオ" panose="020B0604030504040204" pitchFamily="50" charset="-128"/>
            </a:endParaRPr>
          </a:p>
        </p:txBody>
      </p:sp>
      <p:sp>
        <p:nvSpPr>
          <p:cNvPr id="36" name="矢印: 五方向 35">
            <a:extLst>
              <a:ext uri="{FF2B5EF4-FFF2-40B4-BE49-F238E27FC236}">
                <a16:creationId xmlns:a16="http://schemas.microsoft.com/office/drawing/2014/main" id="{32794295-BFB2-BEB4-5970-E034B2BB617D}"/>
              </a:ext>
            </a:extLst>
          </p:cNvPr>
          <p:cNvSpPr/>
          <p:nvPr/>
        </p:nvSpPr>
        <p:spPr>
          <a:xfrm>
            <a:off x="5393235" y="5221358"/>
            <a:ext cx="6238014" cy="288000"/>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ja-JP" sz="1050" b="1">
                <a:latin typeface="メイリオ" panose="020B0604030504040204" pitchFamily="50" charset="-128"/>
                <a:ea typeface="メイリオ" panose="020B0604030504040204" pitchFamily="50" charset="-128"/>
              </a:rPr>
              <a:t>[G]</a:t>
            </a:r>
            <a:r>
              <a:rPr lang="ja-JP" altLang="en-US" sz="1050" b="1">
                <a:latin typeface="メイリオ" panose="020B0604030504040204" pitchFamily="50" charset="-128"/>
                <a:ea typeface="メイリオ" panose="020B0604030504040204" pitchFamily="50" charset="-128"/>
              </a:rPr>
              <a:t>価格最優先モデル</a:t>
            </a:r>
            <a:r>
              <a:rPr lang="en-US" altLang="ja-JP" sz="1050" b="1">
                <a:latin typeface="メイリオ" panose="020B0604030504040204" pitchFamily="50" charset="-128"/>
                <a:ea typeface="メイリオ" panose="020B0604030504040204" pitchFamily="50" charset="-128"/>
              </a:rPr>
              <a:t>※RTX3050 4G</a:t>
            </a:r>
            <a:r>
              <a:rPr lang="ja-JP" altLang="en-US" sz="1050" b="1">
                <a:latin typeface="メイリオ" panose="020B0604030504040204" pitchFamily="50" charset="-128"/>
                <a:ea typeface="メイリオ" panose="020B0604030504040204" pitchFamily="50" charset="-128"/>
              </a:rPr>
              <a:t>（</a:t>
            </a:r>
            <a:r>
              <a:rPr lang="en-US" altLang="ja-JP" sz="1050" b="1">
                <a:latin typeface="メイリオ" panose="020B0604030504040204" pitchFamily="50" charset="-128"/>
                <a:ea typeface="メイリオ" panose="020B0604030504040204" pitchFamily="50" charset="-128"/>
              </a:rPr>
              <a:t>CLE NP55</a:t>
            </a:r>
            <a:r>
              <a:rPr lang="ja-JP" altLang="en-US" sz="1050" b="1">
                <a:latin typeface="メイリオ" panose="020B0604030504040204" pitchFamily="50" charset="-128"/>
                <a:ea typeface="メイリオ" panose="020B0604030504040204" pitchFamily="50" charset="-128"/>
              </a:rPr>
              <a:t>か</a:t>
            </a:r>
            <a:r>
              <a:rPr lang="en-US" altLang="ja-JP" sz="1050" b="1">
                <a:latin typeface="メイリオ" panose="020B0604030504040204" pitchFamily="50" charset="-128"/>
                <a:ea typeface="メイリオ" panose="020B0604030504040204" pitchFamily="50" charset="-128"/>
              </a:rPr>
              <a:t>UNW ID-E</a:t>
            </a:r>
            <a:r>
              <a:rPr lang="ja-JP" altLang="en-US" sz="1050" b="1">
                <a:latin typeface="メイリオ" panose="020B0604030504040204" pitchFamily="50" charset="-128"/>
                <a:ea typeface="メイリオ" panose="020B0604030504040204" pitchFamily="50" charset="-128"/>
              </a:rPr>
              <a:t>）</a:t>
            </a:r>
            <a:endParaRPr kumimoji="1" lang="en-US" altLang="ja-JP" sz="800" b="1">
              <a:latin typeface="メイリオ" panose="020B0604030504040204" pitchFamily="50" charset="-128"/>
              <a:ea typeface="メイリオ" panose="020B0604030504040204" pitchFamily="50" charset="-128"/>
            </a:endParaRPr>
          </a:p>
        </p:txBody>
      </p:sp>
      <p:sp>
        <p:nvSpPr>
          <p:cNvPr id="37" name="矢印: 五方向 36">
            <a:extLst>
              <a:ext uri="{FF2B5EF4-FFF2-40B4-BE49-F238E27FC236}">
                <a16:creationId xmlns:a16="http://schemas.microsoft.com/office/drawing/2014/main" id="{97969201-8849-FE36-11FC-C499C9FE49AC}"/>
              </a:ext>
            </a:extLst>
          </p:cNvPr>
          <p:cNvSpPr/>
          <p:nvPr/>
        </p:nvSpPr>
        <p:spPr>
          <a:xfrm>
            <a:off x="7481686" y="4185638"/>
            <a:ext cx="4149570" cy="288000"/>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altLang="ja-JP" sz="1050" b="1">
                <a:latin typeface="メイリオ" panose="020B0604030504040204" pitchFamily="50" charset="-128"/>
                <a:ea typeface="メイリオ" panose="020B0604030504040204" pitchFamily="50" charset="-128"/>
              </a:rPr>
              <a:t>[G/C]Intel Raptor </a:t>
            </a:r>
            <a:r>
              <a:rPr lang="en-US" altLang="ja-JP" sz="1050" b="1" err="1">
                <a:latin typeface="メイリオ" panose="020B0604030504040204" pitchFamily="50" charset="-128"/>
                <a:ea typeface="メイリオ" panose="020B0604030504040204" pitchFamily="50" charset="-128"/>
              </a:rPr>
              <a:t>NEXT+Geforce</a:t>
            </a:r>
            <a:r>
              <a:rPr lang="ja-JP" altLang="en-US" sz="1050" b="1">
                <a:latin typeface="メイリオ" panose="020B0604030504040204" pitchFamily="50" charset="-128"/>
                <a:ea typeface="メイリオ" panose="020B0604030504040204" pitchFamily="50" charset="-128"/>
              </a:rPr>
              <a:t> </a:t>
            </a:r>
            <a:r>
              <a:rPr lang="en-US" altLang="ja-JP" sz="1050" b="1">
                <a:latin typeface="メイリオ" panose="020B0604030504040204" pitchFamily="50" charset="-128"/>
                <a:ea typeface="メイリオ" panose="020B0604030504040204" pitchFamily="50" charset="-128"/>
              </a:rPr>
              <a:t>5050</a:t>
            </a:r>
            <a:endParaRPr lang="en-US" altLang="ja-JP" sz="800" b="1">
              <a:latin typeface="メイリオ" panose="020B0604030504040204" pitchFamily="50" charset="-128"/>
              <a:ea typeface="メイリオ" panose="020B0604030504040204" pitchFamily="50" charset="-128"/>
            </a:endParaRPr>
          </a:p>
        </p:txBody>
      </p:sp>
      <p:sp>
        <p:nvSpPr>
          <p:cNvPr id="39" name="矢印: 五方向 38">
            <a:extLst>
              <a:ext uri="{FF2B5EF4-FFF2-40B4-BE49-F238E27FC236}">
                <a16:creationId xmlns:a16="http://schemas.microsoft.com/office/drawing/2014/main" id="{3DF5DDC1-D812-D4E5-F5AC-256BD474C5DF}"/>
              </a:ext>
            </a:extLst>
          </p:cNvPr>
          <p:cNvSpPr/>
          <p:nvPr/>
        </p:nvSpPr>
        <p:spPr>
          <a:xfrm>
            <a:off x="7461899" y="2646109"/>
            <a:ext cx="4171687" cy="288000"/>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altLang="ja-JP" sz="1050" b="1">
                <a:latin typeface="メイリオ" panose="020B0604030504040204" pitchFamily="50" charset="-128"/>
                <a:ea typeface="メイリオ" panose="020B0604030504040204" pitchFamily="50" charset="-128"/>
              </a:rPr>
              <a:t>[C]Intel + </a:t>
            </a:r>
            <a:r>
              <a:rPr lang="en-US" altLang="ja-JP" sz="1050" b="1" err="1">
                <a:latin typeface="メイリオ" panose="020B0604030504040204" pitchFamily="50" charset="-128"/>
                <a:ea typeface="メイリオ" panose="020B0604030504040204" pitchFamily="50" charset="-128"/>
              </a:rPr>
              <a:t>Geforce</a:t>
            </a:r>
            <a:r>
              <a:rPr lang="ja-JP" altLang="en-US" sz="1050" b="1">
                <a:latin typeface="メイリオ" panose="020B0604030504040204" pitchFamily="50" charset="-128"/>
                <a:ea typeface="メイリオ" panose="020B0604030504040204" pitchFamily="50" charset="-128"/>
              </a:rPr>
              <a:t> </a:t>
            </a:r>
            <a:r>
              <a:rPr lang="en-US" altLang="ja-JP" sz="1050" b="1">
                <a:latin typeface="メイリオ" panose="020B0604030504040204" pitchFamily="50" charset="-128"/>
                <a:ea typeface="メイリオ" panose="020B0604030504040204" pitchFamily="50" charset="-128"/>
              </a:rPr>
              <a:t>5060</a:t>
            </a:r>
            <a:endParaRPr lang="en-US" altLang="ja-JP" sz="800" b="1">
              <a:latin typeface="メイリオ" panose="020B0604030504040204" pitchFamily="50" charset="-128"/>
              <a:ea typeface="メイリオ" panose="020B0604030504040204" pitchFamily="50" charset="-128"/>
            </a:endParaRPr>
          </a:p>
        </p:txBody>
      </p:sp>
      <p:sp>
        <p:nvSpPr>
          <p:cNvPr id="2" name="四角形: 角を丸くする 1">
            <a:extLst>
              <a:ext uri="{FF2B5EF4-FFF2-40B4-BE49-F238E27FC236}">
                <a16:creationId xmlns:a16="http://schemas.microsoft.com/office/drawing/2014/main" id="{3F775D96-1D73-13BB-7A28-1CB205E20814}"/>
              </a:ext>
            </a:extLst>
          </p:cNvPr>
          <p:cNvSpPr/>
          <p:nvPr/>
        </p:nvSpPr>
        <p:spPr>
          <a:xfrm>
            <a:off x="7179267" y="244024"/>
            <a:ext cx="1173720" cy="432106"/>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000">
                <a:latin typeface="メイリオ" panose="020B0604030504040204" pitchFamily="50" charset="-128"/>
                <a:ea typeface="メイリオ" panose="020B0604030504040204" pitchFamily="50" charset="-128"/>
              </a:rPr>
              <a:t>Intel RPL HX</a:t>
            </a:r>
          </a:p>
          <a:p>
            <a:pPr algn="ctr"/>
            <a:r>
              <a:rPr lang="en-US" altLang="ja-JP" sz="1000">
                <a:latin typeface="メイリオ" panose="020B0604030504040204" pitchFamily="50" charset="-128"/>
                <a:ea typeface="メイリオ" panose="020B0604030504040204" pitchFamily="50" charset="-128"/>
              </a:rPr>
              <a:t>NEXT</a:t>
            </a:r>
            <a:endParaRPr kumimoji="1" lang="en-US" altLang="ja-JP" sz="1000">
              <a:latin typeface="メイリオ" panose="020B0604030504040204" pitchFamily="50" charset="-128"/>
              <a:ea typeface="メイリオ" panose="020B0604030504040204" pitchFamily="50" charset="-128"/>
            </a:endParaRPr>
          </a:p>
        </p:txBody>
      </p:sp>
      <p:sp>
        <p:nvSpPr>
          <p:cNvPr id="32" name="四角形: 角を丸くする 31">
            <a:extLst>
              <a:ext uri="{FF2B5EF4-FFF2-40B4-BE49-F238E27FC236}">
                <a16:creationId xmlns:a16="http://schemas.microsoft.com/office/drawing/2014/main" id="{36AAA757-7B80-A0AB-482B-8284664FAD3A}"/>
              </a:ext>
            </a:extLst>
          </p:cNvPr>
          <p:cNvSpPr/>
          <p:nvPr/>
        </p:nvSpPr>
        <p:spPr>
          <a:xfrm>
            <a:off x="10823879" y="249473"/>
            <a:ext cx="1173720" cy="432106"/>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000">
                <a:latin typeface="メイリオ" panose="020B0604030504040204" pitchFamily="50" charset="-128"/>
                <a:ea typeface="メイリオ" panose="020B0604030504040204" pitchFamily="50" charset="-128"/>
              </a:rPr>
              <a:t>Intel Razer</a:t>
            </a:r>
          </a:p>
        </p:txBody>
      </p:sp>
      <p:sp>
        <p:nvSpPr>
          <p:cNvPr id="33" name="四角形: 角を丸くする 32">
            <a:extLst>
              <a:ext uri="{FF2B5EF4-FFF2-40B4-BE49-F238E27FC236}">
                <a16:creationId xmlns:a16="http://schemas.microsoft.com/office/drawing/2014/main" id="{3C77F5E1-0AA7-7047-08DA-7D00257763B6}"/>
              </a:ext>
            </a:extLst>
          </p:cNvPr>
          <p:cNvSpPr/>
          <p:nvPr/>
        </p:nvSpPr>
        <p:spPr>
          <a:xfrm>
            <a:off x="7791635" y="3149692"/>
            <a:ext cx="3572882" cy="702748"/>
          </a:xfrm>
          <a:prstGeom prst="roundRect">
            <a:avLst/>
          </a:prstGeom>
          <a:solidFill>
            <a:schemeClr val="bg2">
              <a:lumMod val="90000"/>
            </a:scheme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l"/>
            <a:r>
              <a:rPr kumimoji="1" lang="en-US" altLang="ja-JP" sz="1100">
                <a:solidFill>
                  <a:schemeClr val="tx1">
                    <a:lumMod val="85000"/>
                    <a:lumOff val="15000"/>
                  </a:schemeClr>
                </a:solidFill>
                <a:latin typeface="メイリオ" panose="020B0604030504040204" pitchFamily="50" charset="-128"/>
                <a:ea typeface="メイリオ" panose="020B0604030504040204" pitchFamily="50" charset="-128"/>
              </a:rPr>
              <a:t>14</a:t>
            </a:r>
            <a:r>
              <a:rPr kumimoji="1" lang="ja-JP" altLang="en-US" sz="1100">
                <a:solidFill>
                  <a:schemeClr val="tx1">
                    <a:lumMod val="85000"/>
                    <a:lumOff val="15000"/>
                  </a:schemeClr>
                </a:solidFill>
                <a:latin typeface="メイリオ" panose="020B0604030504040204" pitchFamily="50" charset="-128"/>
                <a:ea typeface="メイリオ" panose="020B0604030504040204" pitchFamily="50" charset="-128"/>
              </a:rPr>
              <a:t>インチ</a:t>
            </a:r>
            <a:endParaRPr kumimoji="1" lang="en-US" altLang="ja-JP" sz="1100">
              <a:solidFill>
                <a:schemeClr val="tx1">
                  <a:lumMod val="85000"/>
                  <a:lumOff val="15000"/>
                </a:schemeClr>
              </a:solidFill>
              <a:latin typeface="メイリオ" panose="020B0604030504040204" pitchFamily="50" charset="-128"/>
              <a:ea typeface="メイリオ" panose="020B0604030504040204" pitchFamily="50" charset="-128"/>
            </a:endParaRPr>
          </a:p>
          <a:p>
            <a:pPr algn="l"/>
            <a:r>
              <a:rPr lang="ja-JP" altLang="en-US" sz="1100">
                <a:solidFill>
                  <a:schemeClr val="tx1">
                    <a:lumMod val="85000"/>
                    <a:lumOff val="15000"/>
                  </a:schemeClr>
                </a:solidFill>
                <a:latin typeface="メイリオ" panose="020B0604030504040204" pitchFamily="50" charset="-128"/>
                <a:ea typeface="メイリオ" panose="020B0604030504040204" pitchFamily="50" charset="-128"/>
              </a:rPr>
              <a:t>：</a:t>
            </a:r>
            <a:r>
              <a:rPr lang="en-US" altLang="ja-JP" sz="1100">
                <a:solidFill>
                  <a:schemeClr val="tx1">
                    <a:lumMod val="85000"/>
                    <a:lumOff val="15000"/>
                  </a:schemeClr>
                </a:solidFill>
                <a:latin typeface="メイリオ" panose="020B0604030504040204" pitchFamily="50" charset="-128"/>
                <a:ea typeface="メイリオ" panose="020B0604030504040204" pitchFamily="50" charset="-128"/>
              </a:rPr>
              <a:t>GPU</a:t>
            </a:r>
            <a:r>
              <a:rPr lang="ja-JP" altLang="en-US" sz="1100">
                <a:solidFill>
                  <a:schemeClr val="tx1">
                    <a:lumMod val="85000"/>
                    <a:lumOff val="15000"/>
                  </a:schemeClr>
                </a:solidFill>
                <a:latin typeface="メイリオ" panose="020B0604030504040204" pitchFamily="50" charset="-128"/>
                <a:ea typeface="メイリオ" panose="020B0604030504040204" pitchFamily="50" charset="-128"/>
              </a:rPr>
              <a:t>付き（文教向けでモデル化するがコンシューマーで使えるように考える）</a:t>
            </a:r>
            <a:endParaRPr lang="en-US" altLang="ja-JP" sz="110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38" name="テキスト ボックス 37">
            <a:extLst>
              <a:ext uri="{FF2B5EF4-FFF2-40B4-BE49-F238E27FC236}">
                <a16:creationId xmlns:a16="http://schemas.microsoft.com/office/drawing/2014/main" id="{B073A0BF-D784-EC36-98AB-578AB4B8A8E0}"/>
              </a:ext>
            </a:extLst>
          </p:cNvPr>
          <p:cNvSpPr txBox="1"/>
          <p:nvPr/>
        </p:nvSpPr>
        <p:spPr>
          <a:xfrm>
            <a:off x="280294" y="247771"/>
            <a:ext cx="5112941" cy="369332"/>
          </a:xfrm>
          <a:prstGeom prst="rect">
            <a:avLst/>
          </a:prstGeom>
          <a:noFill/>
        </p:spPr>
        <p:txBody>
          <a:bodyPr wrap="square" rtlCol="0">
            <a:spAutoFit/>
          </a:bodyPr>
          <a:lstStyle/>
          <a:p>
            <a:r>
              <a:rPr lang="en-US" altLang="ja-JP" b="1"/>
              <a:t>N</a:t>
            </a:r>
            <a:r>
              <a:rPr lang="ja-JP" altLang="en-US" b="1"/>
              <a:t>シリーズ次期検討用ロードマップ（</a:t>
            </a:r>
            <a:r>
              <a:rPr lang="en-US" altLang="ja-JP" b="1"/>
              <a:t>2026</a:t>
            </a:r>
            <a:r>
              <a:rPr lang="ja-JP" altLang="en-US" b="1"/>
              <a:t>）</a:t>
            </a:r>
            <a:endParaRPr kumimoji="1" lang="ja-JP" altLang="en-US" b="1"/>
          </a:p>
        </p:txBody>
      </p:sp>
      <p:sp>
        <p:nvSpPr>
          <p:cNvPr id="40" name="正方形/長方形 39">
            <a:extLst>
              <a:ext uri="{FF2B5EF4-FFF2-40B4-BE49-F238E27FC236}">
                <a16:creationId xmlns:a16="http://schemas.microsoft.com/office/drawing/2014/main" id="{54193B96-47E7-49A4-665E-61063BFEB5F5}"/>
              </a:ext>
            </a:extLst>
          </p:cNvPr>
          <p:cNvSpPr/>
          <p:nvPr/>
        </p:nvSpPr>
        <p:spPr>
          <a:xfrm>
            <a:off x="350889" y="676396"/>
            <a:ext cx="678938" cy="260475"/>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latin typeface="メイリオ" panose="020B0604030504040204" pitchFamily="50" charset="-128"/>
                <a:ea typeface="メイリオ" panose="020B0604030504040204" pitchFamily="50" charset="-128"/>
                <a:cs typeface="メイリオ" panose="020B0604030504040204" pitchFamily="50" charset="-128"/>
              </a:rPr>
              <a:t>現行品</a:t>
            </a:r>
            <a:endParaRPr kumimoji="1" lang="ja-JP" altLang="en-US" sz="900" b="1">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1" name="正方形/長方形 40">
            <a:extLst>
              <a:ext uri="{FF2B5EF4-FFF2-40B4-BE49-F238E27FC236}">
                <a16:creationId xmlns:a16="http://schemas.microsoft.com/office/drawing/2014/main" id="{2690E68F-F6BA-37DE-8748-F969241B0B02}"/>
              </a:ext>
            </a:extLst>
          </p:cNvPr>
          <p:cNvSpPr/>
          <p:nvPr/>
        </p:nvSpPr>
        <p:spPr>
          <a:xfrm>
            <a:off x="1130732" y="681778"/>
            <a:ext cx="617722" cy="260475"/>
          </a:xfrm>
          <a:prstGeom prst="rect">
            <a:avLst/>
          </a:prstGeom>
          <a:solidFill>
            <a:srgbClr val="ED7D3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latin typeface="メイリオ" panose="020B0604030504040204" pitchFamily="50" charset="-128"/>
                <a:ea typeface="メイリオ" panose="020B0604030504040204" pitchFamily="50" charset="-128"/>
                <a:cs typeface="メイリオ" panose="020B0604030504040204" pitchFamily="50" charset="-128"/>
              </a:rPr>
              <a:t>予定品</a:t>
            </a:r>
            <a:endParaRPr kumimoji="1" lang="ja-JP" altLang="en-US" sz="900" b="1">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4" name="正方形/長方形 43">
            <a:extLst>
              <a:ext uri="{FF2B5EF4-FFF2-40B4-BE49-F238E27FC236}">
                <a16:creationId xmlns:a16="http://schemas.microsoft.com/office/drawing/2014/main" id="{275A2C7E-98FF-AB7B-BC1D-0639BF94AD70}"/>
              </a:ext>
            </a:extLst>
          </p:cNvPr>
          <p:cNvSpPr/>
          <p:nvPr/>
        </p:nvSpPr>
        <p:spPr>
          <a:xfrm>
            <a:off x="1850956" y="681929"/>
            <a:ext cx="617722" cy="260475"/>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latin typeface="メイリオ" panose="020B0604030504040204" pitchFamily="50" charset="-128"/>
                <a:ea typeface="メイリオ" panose="020B0604030504040204" pitchFamily="50" charset="-128"/>
                <a:cs typeface="メイリオ" panose="020B0604030504040204" pitchFamily="50" charset="-128"/>
              </a:rPr>
              <a:t>承認済</a:t>
            </a:r>
            <a:endParaRPr kumimoji="1" lang="ja-JP" altLang="en-US" sz="900" b="1">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6" name="正方形/長方形 45">
            <a:extLst>
              <a:ext uri="{FF2B5EF4-FFF2-40B4-BE49-F238E27FC236}">
                <a16:creationId xmlns:a16="http://schemas.microsoft.com/office/drawing/2014/main" id="{6AF0FEFB-85BA-5EB1-5539-A26439C3F514}"/>
              </a:ext>
            </a:extLst>
          </p:cNvPr>
          <p:cNvSpPr/>
          <p:nvPr/>
        </p:nvSpPr>
        <p:spPr>
          <a:xfrm>
            <a:off x="2569041" y="676396"/>
            <a:ext cx="617722" cy="260475"/>
          </a:xfrm>
          <a:prstGeom prst="rect">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latin typeface="メイリオ" panose="020B0604030504040204" pitchFamily="50" charset="-128"/>
                <a:ea typeface="メイリオ" panose="020B0604030504040204" pitchFamily="50" charset="-128"/>
                <a:cs typeface="メイリオ" panose="020B0604030504040204" pitchFamily="50" charset="-128"/>
              </a:rPr>
              <a:t>要検討</a:t>
            </a:r>
            <a:endParaRPr kumimoji="1" lang="ja-JP" altLang="en-US" sz="90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 name="星: 5 pt 3">
            <a:extLst>
              <a:ext uri="{FF2B5EF4-FFF2-40B4-BE49-F238E27FC236}">
                <a16:creationId xmlns:a16="http://schemas.microsoft.com/office/drawing/2014/main" id="{2F99806C-3FAA-48CF-0B0B-7D926C8953AD}"/>
              </a:ext>
            </a:extLst>
          </p:cNvPr>
          <p:cNvSpPr/>
          <p:nvPr/>
        </p:nvSpPr>
        <p:spPr>
          <a:xfrm>
            <a:off x="4945412" y="1615838"/>
            <a:ext cx="484332" cy="470240"/>
          </a:xfrm>
          <a:prstGeom prst="star5">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l"/>
            <a:endParaRPr kumimoji="1" lang="ja-JP" altLang="en-US" sz="1600">
              <a:latin typeface="メイリオ" panose="020B0604030504040204" pitchFamily="50" charset="-128"/>
              <a:ea typeface="メイリオ" panose="020B0604030504040204" pitchFamily="50" charset="-128"/>
            </a:endParaRPr>
          </a:p>
        </p:txBody>
      </p:sp>
      <p:sp>
        <p:nvSpPr>
          <p:cNvPr id="5" name="星: 5 pt 4">
            <a:extLst>
              <a:ext uri="{FF2B5EF4-FFF2-40B4-BE49-F238E27FC236}">
                <a16:creationId xmlns:a16="http://schemas.microsoft.com/office/drawing/2014/main" id="{57D52FD7-3273-8B20-48C4-D00D367341D3}"/>
              </a:ext>
            </a:extLst>
          </p:cNvPr>
          <p:cNvSpPr/>
          <p:nvPr/>
        </p:nvSpPr>
        <p:spPr>
          <a:xfrm>
            <a:off x="5065036" y="5017810"/>
            <a:ext cx="484332" cy="470240"/>
          </a:xfrm>
          <a:prstGeom prst="star5">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l"/>
            <a:endParaRPr kumimoji="1" lang="ja-JP" altLang="en-US" sz="1600">
              <a:latin typeface="メイリオ" panose="020B0604030504040204" pitchFamily="50" charset="-128"/>
              <a:ea typeface="メイリオ" panose="020B0604030504040204" pitchFamily="50" charset="-128"/>
            </a:endParaRPr>
          </a:p>
        </p:txBody>
      </p:sp>
      <p:cxnSp>
        <p:nvCxnSpPr>
          <p:cNvPr id="14" name="直線矢印コネクタ 13">
            <a:extLst>
              <a:ext uri="{FF2B5EF4-FFF2-40B4-BE49-F238E27FC236}">
                <a16:creationId xmlns:a16="http://schemas.microsoft.com/office/drawing/2014/main" id="{231D4C80-30D5-5E66-0826-91A8DB3F9F5B}"/>
              </a:ext>
            </a:extLst>
          </p:cNvPr>
          <p:cNvCxnSpPr>
            <a:stCxn id="33" idx="1"/>
            <a:endCxn id="29" idx="3"/>
          </p:cNvCxnSpPr>
          <p:nvPr/>
        </p:nvCxnSpPr>
        <p:spPr>
          <a:xfrm flipH="1" flipV="1">
            <a:off x="7442116" y="3328473"/>
            <a:ext cx="349519" cy="17259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16966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06CF0-B35E-2EAE-C4CB-04A54C9085B4}"/>
            </a:ext>
          </a:extLst>
        </p:cNvPr>
        <p:cNvGrpSpPr/>
        <p:nvPr/>
      </p:nvGrpSpPr>
      <p:grpSpPr>
        <a:xfrm>
          <a:off x="0" y="0"/>
          <a:ext cx="0" cy="0"/>
          <a:chOff x="0" y="0"/>
          <a:chExt cx="0" cy="0"/>
        </a:xfrm>
      </p:grpSpPr>
      <p:sp>
        <p:nvSpPr>
          <p:cNvPr id="58" name="矢印: 五方向 30">
            <a:extLst>
              <a:ext uri="{FF2B5EF4-FFF2-40B4-BE49-F238E27FC236}">
                <a16:creationId xmlns:a16="http://schemas.microsoft.com/office/drawing/2014/main" id="{306FBD14-441E-0565-B951-6B6DB3744252}"/>
              </a:ext>
            </a:extLst>
          </p:cNvPr>
          <p:cNvSpPr/>
          <p:nvPr/>
        </p:nvSpPr>
        <p:spPr>
          <a:xfrm>
            <a:off x="350889" y="5050202"/>
            <a:ext cx="11537044" cy="1560028"/>
          </a:xfrm>
          <a:prstGeom prst="rect">
            <a:avLst/>
          </a:prstGeom>
          <a:solidFill>
            <a:srgbClr val="F9D1D1">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ja-JP" sz="1200" b="1">
                <a:solidFill>
                  <a:schemeClr val="tx1">
                    <a:lumMod val="85000"/>
                    <a:lumOff val="15000"/>
                  </a:schemeClr>
                </a:solidFill>
                <a:latin typeface="メイリオ" panose="020B0604030504040204" pitchFamily="50" charset="-128"/>
                <a:ea typeface="メイリオ" panose="020B0604030504040204" pitchFamily="50" charset="-128"/>
                <a:cs typeface="メイリオ" panose="020B0604030504040204" pitchFamily="50" charset="-128"/>
              </a:rPr>
              <a:t>Other</a:t>
            </a:r>
            <a:endParaRPr kumimoji="1" lang="en-US" altLang="ja-JP" sz="1200" b="1">
              <a:solidFill>
                <a:schemeClr val="tx1">
                  <a:lumMod val="85000"/>
                  <a:lumOff val="1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0" name="矢印: 五方向 30">
            <a:extLst>
              <a:ext uri="{FF2B5EF4-FFF2-40B4-BE49-F238E27FC236}">
                <a16:creationId xmlns:a16="http://schemas.microsoft.com/office/drawing/2014/main" id="{763CD81D-5C1D-ECE4-98A7-182DECE10EE6}"/>
              </a:ext>
            </a:extLst>
          </p:cNvPr>
          <p:cNvSpPr/>
          <p:nvPr/>
        </p:nvSpPr>
        <p:spPr>
          <a:xfrm>
            <a:off x="350889" y="3718509"/>
            <a:ext cx="11537044" cy="1254425"/>
          </a:xfrm>
          <a:prstGeom prst="rect">
            <a:avLst/>
          </a:prstGeom>
          <a:solidFill>
            <a:srgbClr val="FDCDF4">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ja-JP" altLang="en-US" sz="1200" b="1">
                <a:solidFill>
                  <a:schemeClr val="tx1">
                    <a:lumMod val="85000"/>
                    <a:lumOff val="15000"/>
                  </a:schemeClr>
                </a:solidFill>
                <a:latin typeface="メイリオ" panose="020B0604030504040204" pitchFamily="50" charset="-128"/>
                <a:ea typeface="メイリオ" panose="020B0604030504040204" pitchFamily="50" charset="-128"/>
                <a:cs typeface="メイリオ" panose="020B0604030504040204" pitchFamily="50" charset="-128"/>
              </a:rPr>
              <a:t>ミニ</a:t>
            </a:r>
            <a:r>
              <a:rPr lang="en-US" altLang="ja-JP" sz="1200" b="1">
                <a:solidFill>
                  <a:schemeClr val="tx1">
                    <a:lumMod val="85000"/>
                    <a:lumOff val="15000"/>
                  </a:schemeClr>
                </a:solidFill>
                <a:latin typeface="メイリオ" panose="020B0604030504040204" pitchFamily="50" charset="-128"/>
                <a:ea typeface="メイリオ" panose="020B0604030504040204" pitchFamily="50" charset="-128"/>
                <a:cs typeface="メイリオ" panose="020B0604030504040204" pitchFamily="50" charset="-128"/>
              </a:rPr>
              <a:t>PC – M</a:t>
            </a:r>
            <a:r>
              <a:rPr lang="ja-JP" altLang="en-US" sz="1200" b="1">
                <a:solidFill>
                  <a:schemeClr val="tx1">
                    <a:lumMod val="85000"/>
                    <a:lumOff val="15000"/>
                  </a:schemeClr>
                </a:solidFill>
                <a:latin typeface="メイリオ" panose="020B0604030504040204" pitchFamily="50" charset="-128"/>
                <a:ea typeface="メイリオ" panose="020B0604030504040204" pitchFamily="50" charset="-128"/>
                <a:cs typeface="メイリオ" panose="020B0604030504040204" pitchFamily="50" charset="-128"/>
              </a:rPr>
              <a:t>シリーズ</a:t>
            </a:r>
            <a:endParaRPr kumimoji="1" lang="en-US" altLang="ja-JP" sz="1200" b="1">
              <a:solidFill>
                <a:schemeClr val="tx1">
                  <a:lumMod val="85000"/>
                  <a:lumOff val="1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 name="矢印: 五方向 30">
            <a:extLst>
              <a:ext uri="{FF2B5EF4-FFF2-40B4-BE49-F238E27FC236}">
                <a16:creationId xmlns:a16="http://schemas.microsoft.com/office/drawing/2014/main" id="{E7393A4A-0324-8012-663E-E702A0571F2A}"/>
              </a:ext>
            </a:extLst>
          </p:cNvPr>
          <p:cNvSpPr/>
          <p:nvPr/>
        </p:nvSpPr>
        <p:spPr>
          <a:xfrm>
            <a:off x="337129" y="1734046"/>
            <a:ext cx="11537044" cy="1907195"/>
          </a:xfrm>
          <a:prstGeom prst="rect">
            <a:avLst/>
          </a:prstGeom>
          <a:solidFill>
            <a:schemeClr val="accent6">
              <a:lumMod val="20000"/>
              <a:lumOff val="80000"/>
              <a:alpha val="6980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200" b="1">
                <a:solidFill>
                  <a:schemeClr val="tx1">
                    <a:lumMod val="85000"/>
                    <a:lumOff val="15000"/>
                  </a:schemeClr>
                </a:solidFill>
                <a:latin typeface="メイリオ" panose="020B0604030504040204" pitchFamily="50" charset="-128"/>
                <a:ea typeface="メイリオ" panose="020B0604030504040204" pitchFamily="50" charset="-128"/>
                <a:cs typeface="メイリオ" panose="020B0604030504040204" pitchFamily="50" charset="-128"/>
              </a:rPr>
              <a:t>NVIDIA RTX Spark</a:t>
            </a:r>
          </a:p>
        </p:txBody>
      </p:sp>
      <p:cxnSp>
        <p:nvCxnSpPr>
          <p:cNvPr id="6" name="直線コネクタ 5">
            <a:extLst>
              <a:ext uri="{FF2B5EF4-FFF2-40B4-BE49-F238E27FC236}">
                <a16:creationId xmlns:a16="http://schemas.microsoft.com/office/drawing/2014/main" id="{0AB52A22-7483-658A-DFC3-3222158DE0B3}"/>
              </a:ext>
            </a:extLst>
          </p:cNvPr>
          <p:cNvCxnSpPr>
            <a:cxnSpLocks/>
          </p:cNvCxnSpPr>
          <p:nvPr/>
        </p:nvCxnSpPr>
        <p:spPr>
          <a:xfrm>
            <a:off x="8021690" y="1734046"/>
            <a:ext cx="0" cy="4953081"/>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28B030D7-6796-766B-0418-607374FE18F1}"/>
              </a:ext>
            </a:extLst>
          </p:cNvPr>
          <p:cNvCxnSpPr>
            <a:cxnSpLocks/>
          </p:cNvCxnSpPr>
          <p:nvPr/>
        </p:nvCxnSpPr>
        <p:spPr>
          <a:xfrm>
            <a:off x="4174744" y="1734046"/>
            <a:ext cx="0" cy="4953081"/>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F87EB251-71BE-CB7E-D33D-5B1D7F4CFE7D}"/>
              </a:ext>
            </a:extLst>
          </p:cNvPr>
          <p:cNvCxnSpPr>
            <a:cxnSpLocks/>
          </p:cNvCxnSpPr>
          <p:nvPr/>
        </p:nvCxnSpPr>
        <p:spPr>
          <a:xfrm>
            <a:off x="337128" y="1272237"/>
            <a:ext cx="0" cy="5414890"/>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1" name="テキスト ボックス 40">
            <a:extLst>
              <a:ext uri="{FF2B5EF4-FFF2-40B4-BE49-F238E27FC236}">
                <a16:creationId xmlns:a16="http://schemas.microsoft.com/office/drawing/2014/main" id="{C848473F-F090-3D16-54EE-6203FF674EF9}"/>
              </a:ext>
            </a:extLst>
          </p:cNvPr>
          <p:cNvSpPr txBox="1"/>
          <p:nvPr/>
        </p:nvSpPr>
        <p:spPr>
          <a:xfrm>
            <a:off x="280294" y="247771"/>
            <a:ext cx="5112941" cy="369332"/>
          </a:xfrm>
          <a:prstGeom prst="rect">
            <a:avLst/>
          </a:prstGeom>
          <a:noFill/>
        </p:spPr>
        <p:txBody>
          <a:bodyPr wrap="square" rtlCol="0">
            <a:spAutoFit/>
          </a:bodyPr>
          <a:lstStyle/>
          <a:p>
            <a:r>
              <a:rPr lang="ja-JP" altLang="en-US" b="1"/>
              <a:t>次期検討用ロードマップ（</a:t>
            </a:r>
            <a:r>
              <a:rPr lang="en-US" altLang="ja-JP" b="1"/>
              <a:t>2026</a:t>
            </a:r>
            <a:r>
              <a:rPr lang="ja-JP" altLang="en-US" b="1"/>
              <a:t>）</a:t>
            </a:r>
            <a:endParaRPr kumimoji="1" lang="ja-JP" altLang="en-US" b="1"/>
          </a:p>
        </p:txBody>
      </p:sp>
      <p:sp>
        <p:nvSpPr>
          <p:cNvPr id="44" name="正方形/長方形 43">
            <a:extLst>
              <a:ext uri="{FF2B5EF4-FFF2-40B4-BE49-F238E27FC236}">
                <a16:creationId xmlns:a16="http://schemas.microsoft.com/office/drawing/2014/main" id="{3C13A85B-651A-65EF-06CE-9B3815A7DB56}"/>
              </a:ext>
            </a:extLst>
          </p:cNvPr>
          <p:cNvSpPr/>
          <p:nvPr/>
        </p:nvSpPr>
        <p:spPr>
          <a:xfrm>
            <a:off x="350889" y="676396"/>
            <a:ext cx="678938" cy="260475"/>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latin typeface="メイリオ" panose="020B0604030504040204" pitchFamily="50" charset="-128"/>
                <a:ea typeface="メイリオ" panose="020B0604030504040204" pitchFamily="50" charset="-128"/>
                <a:cs typeface="メイリオ" panose="020B0604030504040204" pitchFamily="50" charset="-128"/>
              </a:rPr>
              <a:t>現行品</a:t>
            </a:r>
            <a:endParaRPr kumimoji="1" lang="ja-JP" altLang="en-US" sz="900" b="1">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6" name="正方形/長方形 45">
            <a:extLst>
              <a:ext uri="{FF2B5EF4-FFF2-40B4-BE49-F238E27FC236}">
                <a16:creationId xmlns:a16="http://schemas.microsoft.com/office/drawing/2014/main" id="{1E113DBC-EA9E-150B-F674-CDBE122A4B4F}"/>
              </a:ext>
            </a:extLst>
          </p:cNvPr>
          <p:cNvSpPr/>
          <p:nvPr/>
        </p:nvSpPr>
        <p:spPr>
          <a:xfrm>
            <a:off x="1130732" y="681778"/>
            <a:ext cx="617722" cy="260475"/>
          </a:xfrm>
          <a:prstGeom prst="rect">
            <a:avLst/>
          </a:prstGeom>
          <a:solidFill>
            <a:srgbClr val="ED7D3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latin typeface="メイリオ" panose="020B0604030504040204" pitchFamily="50" charset="-128"/>
                <a:ea typeface="メイリオ" panose="020B0604030504040204" pitchFamily="50" charset="-128"/>
                <a:cs typeface="メイリオ" panose="020B0604030504040204" pitchFamily="50" charset="-128"/>
              </a:rPr>
              <a:t>予定品</a:t>
            </a:r>
            <a:endParaRPr kumimoji="1" lang="ja-JP" altLang="en-US" sz="900" b="1">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8" name="正方形/長方形 47">
            <a:extLst>
              <a:ext uri="{FF2B5EF4-FFF2-40B4-BE49-F238E27FC236}">
                <a16:creationId xmlns:a16="http://schemas.microsoft.com/office/drawing/2014/main" id="{D4D4A87B-2F99-3121-7246-3C8D55817AF7}"/>
              </a:ext>
            </a:extLst>
          </p:cNvPr>
          <p:cNvSpPr/>
          <p:nvPr/>
        </p:nvSpPr>
        <p:spPr>
          <a:xfrm>
            <a:off x="1850956" y="681929"/>
            <a:ext cx="617722" cy="260475"/>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latin typeface="メイリオ" panose="020B0604030504040204" pitchFamily="50" charset="-128"/>
                <a:ea typeface="メイリオ" panose="020B0604030504040204" pitchFamily="50" charset="-128"/>
                <a:cs typeface="メイリオ" panose="020B0604030504040204" pitchFamily="50" charset="-128"/>
              </a:rPr>
              <a:t>承認済</a:t>
            </a:r>
            <a:endParaRPr kumimoji="1" lang="ja-JP" altLang="en-US" sz="900" b="1">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9" name="正方形/長方形 48">
            <a:extLst>
              <a:ext uri="{FF2B5EF4-FFF2-40B4-BE49-F238E27FC236}">
                <a16:creationId xmlns:a16="http://schemas.microsoft.com/office/drawing/2014/main" id="{5F0BC192-5609-0946-1625-67AF1314C629}"/>
              </a:ext>
            </a:extLst>
          </p:cNvPr>
          <p:cNvSpPr/>
          <p:nvPr/>
        </p:nvSpPr>
        <p:spPr>
          <a:xfrm>
            <a:off x="2569041" y="676396"/>
            <a:ext cx="617722" cy="260475"/>
          </a:xfrm>
          <a:prstGeom prst="rect">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latin typeface="メイリオ" panose="020B0604030504040204" pitchFamily="50" charset="-128"/>
                <a:ea typeface="メイリオ" panose="020B0604030504040204" pitchFamily="50" charset="-128"/>
                <a:cs typeface="メイリオ" panose="020B0604030504040204" pitchFamily="50" charset="-128"/>
              </a:rPr>
              <a:t>要検討</a:t>
            </a:r>
            <a:endParaRPr kumimoji="1" lang="ja-JP" altLang="en-US" sz="90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1" name="正方形/長方形 50">
            <a:extLst>
              <a:ext uri="{FF2B5EF4-FFF2-40B4-BE49-F238E27FC236}">
                <a16:creationId xmlns:a16="http://schemas.microsoft.com/office/drawing/2014/main" id="{B15ADDD0-1A76-4AAC-B75D-9EB6B5C02B52}"/>
              </a:ext>
            </a:extLst>
          </p:cNvPr>
          <p:cNvSpPr/>
          <p:nvPr/>
        </p:nvSpPr>
        <p:spPr>
          <a:xfrm>
            <a:off x="4515499" y="936872"/>
            <a:ext cx="627227" cy="2704370"/>
          </a:xfrm>
          <a:prstGeom prst="rect">
            <a:avLst/>
          </a:prstGeom>
          <a:solidFill>
            <a:srgbClr val="00B05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l"/>
            <a:endParaRPr kumimoji="1" lang="ja-JP" altLang="en-US" sz="1600">
              <a:latin typeface="メイリオ" panose="020B0604030504040204" pitchFamily="50" charset="-128"/>
              <a:ea typeface="メイリオ" panose="020B0604030504040204" pitchFamily="50" charset="-128"/>
            </a:endParaRPr>
          </a:p>
        </p:txBody>
      </p:sp>
      <p:pic>
        <p:nvPicPr>
          <p:cNvPr id="38" name="図 37">
            <a:extLst>
              <a:ext uri="{FF2B5EF4-FFF2-40B4-BE49-F238E27FC236}">
                <a16:creationId xmlns:a16="http://schemas.microsoft.com/office/drawing/2014/main" id="{70E43F41-A7AE-6B07-58BF-7793DC200A81}"/>
              </a:ext>
            </a:extLst>
          </p:cNvPr>
          <p:cNvPicPr>
            <a:picLocks noChangeAspect="1"/>
          </p:cNvPicPr>
          <p:nvPr/>
        </p:nvPicPr>
        <p:blipFill>
          <a:blip r:embed="rId2"/>
          <a:srcRect t="16430" b="17786"/>
          <a:stretch>
            <a:fillRect/>
          </a:stretch>
        </p:blipFill>
        <p:spPr>
          <a:xfrm>
            <a:off x="4515499" y="676396"/>
            <a:ext cx="834719" cy="24827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2" name="正方形/長方形 51">
            <a:extLst>
              <a:ext uri="{FF2B5EF4-FFF2-40B4-BE49-F238E27FC236}">
                <a16:creationId xmlns:a16="http://schemas.microsoft.com/office/drawing/2014/main" id="{38FEA250-840D-6139-BC16-89AD2F4F4717}"/>
              </a:ext>
            </a:extLst>
          </p:cNvPr>
          <p:cNvSpPr/>
          <p:nvPr/>
        </p:nvSpPr>
        <p:spPr>
          <a:xfrm>
            <a:off x="6422049" y="924668"/>
            <a:ext cx="627227" cy="2716574"/>
          </a:xfrm>
          <a:prstGeom prst="rect">
            <a:avLst/>
          </a:prstGeom>
          <a:solidFill>
            <a:srgbClr val="00B05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l"/>
            <a:endParaRPr kumimoji="1" lang="ja-JP" altLang="en-US" sz="1600">
              <a:latin typeface="メイリオ" panose="020B0604030504040204" pitchFamily="50" charset="-128"/>
              <a:ea typeface="メイリオ" panose="020B0604030504040204" pitchFamily="50" charset="-128"/>
            </a:endParaRPr>
          </a:p>
        </p:txBody>
      </p:sp>
      <p:graphicFrame>
        <p:nvGraphicFramePr>
          <p:cNvPr id="17" name="表 16">
            <a:extLst>
              <a:ext uri="{FF2B5EF4-FFF2-40B4-BE49-F238E27FC236}">
                <a16:creationId xmlns:a16="http://schemas.microsoft.com/office/drawing/2014/main" id="{D45657C2-3968-7E15-6745-8100644B1AD0}"/>
              </a:ext>
            </a:extLst>
          </p:cNvPr>
          <p:cNvGraphicFramePr>
            <a:graphicFrameLocks noGrp="1"/>
          </p:cNvGraphicFramePr>
          <p:nvPr/>
        </p:nvGraphicFramePr>
        <p:xfrm>
          <a:off x="337128" y="1019671"/>
          <a:ext cx="11517732" cy="714375"/>
        </p:xfrm>
        <a:graphic>
          <a:graphicData uri="http://schemas.openxmlformats.org/drawingml/2006/table">
            <a:tbl>
              <a:tblPr/>
              <a:tblGrid>
                <a:gridCol w="319937">
                  <a:extLst>
                    <a:ext uri="{9D8B030D-6E8A-4147-A177-3AD203B41FA5}">
                      <a16:colId xmlns:a16="http://schemas.microsoft.com/office/drawing/2014/main" val="1500898864"/>
                    </a:ext>
                  </a:extLst>
                </a:gridCol>
                <a:gridCol w="319937">
                  <a:extLst>
                    <a:ext uri="{9D8B030D-6E8A-4147-A177-3AD203B41FA5}">
                      <a16:colId xmlns:a16="http://schemas.microsoft.com/office/drawing/2014/main" val="492311195"/>
                    </a:ext>
                  </a:extLst>
                </a:gridCol>
                <a:gridCol w="319937">
                  <a:extLst>
                    <a:ext uri="{9D8B030D-6E8A-4147-A177-3AD203B41FA5}">
                      <a16:colId xmlns:a16="http://schemas.microsoft.com/office/drawing/2014/main" val="535944228"/>
                    </a:ext>
                  </a:extLst>
                </a:gridCol>
                <a:gridCol w="319937">
                  <a:extLst>
                    <a:ext uri="{9D8B030D-6E8A-4147-A177-3AD203B41FA5}">
                      <a16:colId xmlns:a16="http://schemas.microsoft.com/office/drawing/2014/main" val="1297611135"/>
                    </a:ext>
                  </a:extLst>
                </a:gridCol>
                <a:gridCol w="319937">
                  <a:extLst>
                    <a:ext uri="{9D8B030D-6E8A-4147-A177-3AD203B41FA5}">
                      <a16:colId xmlns:a16="http://schemas.microsoft.com/office/drawing/2014/main" val="1872956960"/>
                    </a:ext>
                  </a:extLst>
                </a:gridCol>
                <a:gridCol w="319937">
                  <a:extLst>
                    <a:ext uri="{9D8B030D-6E8A-4147-A177-3AD203B41FA5}">
                      <a16:colId xmlns:a16="http://schemas.microsoft.com/office/drawing/2014/main" val="1530389144"/>
                    </a:ext>
                  </a:extLst>
                </a:gridCol>
                <a:gridCol w="319937">
                  <a:extLst>
                    <a:ext uri="{9D8B030D-6E8A-4147-A177-3AD203B41FA5}">
                      <a16:colId xmlns:a16="http://schemas.microsoft.com/office/drawing/2014/main" val="1873387370"/>
                    </a:ext>
                  </a:extLst>
                </a:gridCol>
                <a:gridCol w="319937">
                  <a:extLst>
                    <a:ext uri="{9D8B030D-6E8A-4147-A177-3AD203B41FA5}">
                      <a16:colId xmlns:a16="http://schemas.microsoft.com/office/drawing/2014/main" val="2523210819"/>
                    </a:ext>
                  </a:extLst>
                </a:gridCol>
                <a:gridCol w="319937">
                  <a:extLst>
                    <a:ext uri="{9D8B030D-6E8A-4147-A177-3AD203B41FA5}">
                      <a16:colId xmlns:a16="http://schemas.microsoft.com/office/drawing/2014/main" val="1136697292"/>
                    </a:ext>
                  </a:extLst>
                </a:gridCol>
                <a:gridCol w="319937">
                  <a:extLst>
                    <a:ext uri="{9D8B030D-6E8A-4147-A177-3AD203B41FA5}">
                      <a16:colId xmlns:a16="http://schemas.microsoft.com/office/drawing/2014/main" val="4023778491"/>
                    </a:ext>
                  </a:extLst>
                </a:gridCol>
                <a:gridCol w="319937">
                  <a:extLst>
                    <a:ext uri="{9D8B030D-6E8A-4147-A177-3AD203B41FA5}">
                      <a16:colId xmlns:a16="http://schemas.microsoft.com/office/drawing/2014/main" val="3242310994"/>
                    </a:ext>
                  </a:extLst>
                </a:gridCol>
                <a:gridCol w="319937">
                  <a:extLst>
                    <a:ext uri="{9D8B030D-6E8A-4147-A177-3AD203B41FA5}">
                      <a16:colId xmlns:a16="http://schemas.microsoft.com/office/drawing/2014/main" val="3032464318"/>
                    </a:ext>
                  </a:extLst>
                </a:gridCol>
                <a:gridCol w="319937">
                  <a:extLst>
                    <a:ext uri="{9D8B030D-6E8A-4147-A177-3AD203B41FA5}">
                      <a16:colId xmlns:a16="http://schemas.microsoft.com/office/drawing/2014/main" val="718012166"/>
                    </a:ext>
                  </a:extLst>
                </a:gridCol>
                <a:gridCol w="319937">
                  <a:extLst>
                    <a:ext uri="{9D8B030D-6E8A-4147-A177-3AD203B41FA5}">
                      <a16:colId xmlns:a16="http://schemas.microsoft.com/office/drawing/2014/main" val="201977023"/>
                    </a:ext>
                  </a:extLst>
                </a:gridCol>
                <a:gridCol w="319937">
                  <a:extLst>
                    <a:ext uri="{9D8B030D-6E8A-4147-A177-3AD203B41FA5}">
                      <a16:colId xmlns:a16="http://schemas.microsoft.com/office/drawing/2014/main" val="3789184676"/>
                    </a:ext>
                  </a:extLst>
                </a:gridCol>
                <a:gridCol w="319937">
                  <a:extLst>
                    <a:ext uri="{9D8B030D-6E8A-4147-A177-3AD203B41FA5}">
                      <a16:colId xmlns:a16="http://schemas.microsoft.com/office/drawing/2014/main" val="2285191595"/>
                    </a:ext>
                  </a:extLst>
                </a:gridCol>
                <a:gridCol w="319937">
                  <a:extLst>
                    <a:ext uri="{9D8B030D-6E8A-4147-A177-3AD203B41FA5}">
                      <a16:colId xmlns:a16="http://schemas.microsoft.com/office/drawing/2014/main" val="1576469209"/>
                    </a:ext>
                  </a:extLst>
                </a:gridCol>
                <a:gridCol w="319937">
                  <a:extLst>
                    <a:ext uri="{9D8B030D-6E8A-4147-A177-3AD203B41FA5}">
                      <a16:colId xmlns:a16="http://schemas.microsoft.com/office/drawing/2014/main" val="2224905602"/>
                    </a:ext>
                  </a:extLst>
                </a:gridCol>
                <a:gridCol w="319937">
                  <a:extLst>
                    <a:ext uri="{9D8B030D-6E8A-4147-A177-3AD203B41FA5}">
                      <a16:colId xmlns:a16="http://schemas.microsoft.com/office/drawing/2014/main" val="324624714"/>
                    </a:ext>
                  </a:extLst>
                </a:gridCol>
                <a:gridCol w="319937">
                  <a:extLst>
                    <a:ext uri="{9D8B030D-6E8A-4147-A177-3AD203B41FA5}">
                      <a16:colId xmlns:a16="http://schemas.microsoft.com/office/drawing/2014/main" val="370901253"/>
                    </a:ext>
                  </a:extLst>
                </a:gridCol>
                <a:gridCol w="319937">
                  <a:extLst>
                    <a:ext uri="{9D8B030D-6E8A-4147-A177-3AD203B41FA5}">
                      <a16:colId xmlns:a16="http://schemas.microsoft.com/office/drawing/2014/main" val="4024422151"/>
                    </a:ext>
                  </a:extLst>
                </a:gridCol>
                <a:gridCol w="319937">
                  <a:extLst>
                    <a:ext uri="{9D8B030D-6E8A-4147-A177-3AD203B41FA5}">
                      <a16:colId xmlns:a16="http://schemas.microsoft.com/office/drawing/2014/main" val="2689519980"/>
                    </a:ext>
                  </a:extLst>
                </a:gridCol>
                <a:gridCol w="319937">
                  <a:extLst>
                    <a:ext uri="{9D8B030D-6E8A-4147-A177-3AD203B41FA5}">
                      <a16:colId xmlns:a16="http://schemas.microsoft.com/office/drawing/2014/main" val="3790508917"/>
                    </a:ext>
                  </a:extLst>
                </a:gridCol>
                <a:gridCol w="319937">
                  <a:extLst>
                    <a:ext uri="{9D8B030D-6E8A-4147-A177-3AD203B41FA5}">
                      <a16:colId xmlns:a16="http://schemas.microsoft.com/office/drawing/2014/main" val="355080256"/>
                    </a:ext>
                  </a:extLst>
                </a:gridCol>
                <a:gridCol w="319937">
                  <a:extLst>
                    <a:ext uri="{9D8B030D-6E8A-4147-A177-3AD203B41FA5}">
                      <a16:colId xmlns:a16="http://schemas.microsoft.com/office/drawing/2014/main" val="3004377733"/>
                    </a:ext>
                  </a:extLst>
                </a:gridCol>
                <a:gridCol w="319937">
                  <a:extLst>
                    <a:ext uri="{9D8B030D-6E8A-4147-A177-3AD203B41FA5}">
                      <a16:colId xmlns:a16="http://schemas.microsoft.com/office/drawing/2014/main" val="1158246796"/>
                    </a:ext>
                  </a:extLst>
                </a:gridCol>
                <a:gridCol w="319937">
                  <a:extLst>
                    <a:ext uri="{9D8B030D-6E8A-4147-A177-3AD203B41FA5}">
                      <a16:colId xmlns:a16="http://schemas.microsoft.com/office/drawing/2014/main" val="3566540348"/>
                    </a:ext>
                  </a:extLst>
                </a:gridCol>
                <a:gridCol w="319937">
                  <a:extLst>
                    <a:ext uri="{9D8B030D-6E8A-4147-A177-3AD203B41FA5}">
                      <a16:colId xmlns:a16="http://schemas.microsoft.com/office/drawing/2014/main" val="1664914038"/>
                    </a:ext>
                  </a:extLst>
                </a:gridCol>
                <a:gridCol w="319937">
                  <a:extLst>
                    <a:ext uri="{9D8B030D-6E8A-4147-A177-3AD203B41FA5}">
                      <a16:colId xmlns:a16="http://schemas.microsoft.com/office/drawing/2014/main" val="1814902996"/>
                    </a:ext>
                  </a:extLst>
                </a:gridCol>
                <a:gridCol w="319937">
                  <a:extLst>
                    <a:ext uri="{9D8B030D-6E8A-4147-A177-3AD203B41FA5}">
                      <a16:colId xmlns:a16="http://schemas.microsoft.com/office/drawing/2014/main" val="72780220"/>
                    </a:ext>
                  </a:extLst>
                </a:gridCol>
                <a:gridCol w="319937">
                  <a:extLst>
                    <a:ext uri="{9D8B030D-6E8A-4147-A177-3AD203B41FA5}">
                      <a16:colId xmlns:a16="http://schemas.microsoft.com/office/drawing/2014/main" val="640000408"/>
                    </a:ext>
                  </a:extLst>
                </a:gridCol>
                <a:gridCol w="319937">
                  <a:extLst>
                    <a:ext uri="{9D8B030D-6E8A-4147-A177-3AD203B41FA5}">
                      <a16:colId xmlns:a16="http://schemas.microsoft.com/office/drawing/2014/main" val="2576203230"/>
                    </a:ext>
                  </a:extLst>
                </a:gridCol>
                <a:gridCol w="319937">
                  <a:extLst>
                    <a:ext uri="{9D8B030D-6E8A-4147-A177-3AD203B41FA5}">
                      <a16:colId xmlns:a16="http://schemas.microsoft.com/office/drawing/2014/main" val="2578640369"/>
                    </a:ext>
                  </a:extLst>
                </a:gridCol>
                <a:gridCol w="319937">
                  <a:extLst>
                    <a:ext uri="{9D8B030D-6E8A-4147-A177-3AD203B41FA5}">
                      <a16:colId xmlns:a16="http://schemas.microsoft.com/office/drawing/2014/main" val="3620044266"/>
                    </a:ext>
                  </a:extLst>
                </a:gridCol>
                <a:gridCol w="319937">
                  <a:extLst>
                    <a:ext uri="{9D8B030D-6E8A-4147-A177-3AD203B41FA5}">
                      <a16:colId xmlns:a16="http://schemas.microsoft.com/office/drawing/2014/main" val="3123228021"/>
                    </a:ext>
                  </a:extLst>
                </a:gridCol>
                <a:gridCol w="319937">
                  <a:extLst>
                    <a:ext uri="{9D8B030D-6E8A-4147-A177-3AD203B41FA5}">
                      <a16:colId xmlns:a16="http://schemas.microsoft.com/office/drawing/2014/main" val="2629818710"/>
                    </a:ext>
                  </a:extLst>
                </a:gridCol>
              </a:tblGrid>
              <a:tr h="238125">
                <a:tc gridSpan="12">
                  <a:txBody>
                    <a:bodyPr/>
                    <a:lstStyle/>
                    <a:p>
                      <a:pPr algn="ctr" fontAlgn="ctr">
                        <a:buNone/>
                      </a:pPr>
                      <a:r>
                        <a:rPr lang="it-IT" sz="1100" b="1" i="0" u="none" strike="noStrike">
                          <a:solidFill>
                            <a:srgbClr val="FFFFFF"/>
                          </a:solidFill>
                          <a:effectLst/>
                          <a:latin typeface="游ゴシック" panose="020B0400000000000000" pitchFamily="50" charset="-128"/>
                          <a:ea typeface="游ゴシック" panose="020B0400000000000000" pitchFamily="50" charset="-128"/>
                        </a:rPr>
                        <a:t>THIRDWAVE  43</a:t>
                      </a:r>
                      <a:r>
                        <a:rPr lang="ja-JP" altLang="en-US" sz="1100" b="1" i="0" u="none" strike="noStrike">
                          <a:solidFill>
                            <a:srgbClr val="FFFFFF"/>
                          </a:solidFill>
                          <a:effectLst/>
                          <a:latin typeface="游ゴシック" panose="020B0400000000000000" pitchFamily="50" charset="-128"/>
                          <a:ea typeface="游ゴシック" panose="020B0400000000000000" pitchFamily="50" charset="-128"/>
                        </a:rPr>
                        <a:t>期</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ctr">
                        <a:buNone/>
                      </a:pPr>
                      <a:r>
                        <a:rPr lang="it-IT" sz="1100" b="1" i="0" u="none" strike="noStrike">
                          <a:solidFill>
                            <a:srgbClr val="FFFFFF"/>
                          </a:solidFill>
                          <a:effectLst/>
                          <a:latin typeface="游ゴシック" panose="020B0400000000000000" pitchFamily="50" charset="-128"/>
                          <a:ea typeface="游ゴシック" panose="020B0400000000000000" pitchFamily="50" charset="-128"/>
                        </a:rPr>
                        <a:t>THIRDWAVE  44</a:t>
                      </a:r>
                      <a:r>
                        <a:rPr lang="ja-JP" altLang="en-US" sz="1100" b="1" i="0" u="none" strike="noStrike">
                          <a:solidFill>
                            <a:srgbClr val="FFFFFF"/>
                          </a:solidFill>
                          <a:effectLst/>
                          <a:latin typeface="游ゴシック" panose="020B0400000000000000" pitchFamily="50" charset="-128"/>
                          <a:ea typeface="游ゴシック" panose="020B0400000000000000" pitchFamily="50" charset="-128"/>
                        </a:rPr>
                        <a:t>期</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75B5"/>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ctr">
                        <a:buNone/>
                      </a:pPr>
                      <a:r>
                        <a:rPr lang="it-IT" sz="1100" b="1" i="0" u="none" strike="noStrike">
                          <a:solidFill>
                            <a:srgbClr val="FFFFFF"/>
                          </a:solidFill>
                          <a:effectLst/>
                          <a:latin typeface="游ゴシック" panose="020B0400000000000000" pitchFamily="50" charset="-128"/>
                          <a:ea typeface="游ゴシック" panose="020B0400000000000000" pitchFamily="50" charset="-128"/>
                        </a:rPr>
                        <a:t>THIRDWAVE  45</a:t>
                      </a:r>
                      <a:r>
                        <a:rPr lang="ja-JP" altLang="en-US" sz="1100" b="1" i="0" u="none" strike="noStrike">
                          <a:solidFill>
                            <a:srgbClr val="FFFFFF"/>
                          </a:solidFill>
                          <a:effectLst/>
                          <a:latin typeface="游ゴシック" panose="020B0400000000000000" pitchFamily="50" charset="-128"/>
                          <a:ea typeface="游ゴシック" panose="020B0400000000000000" pitchFamily="50" charset="-128"/>
                        </a:rPr>
                        <a:t>期</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E78"/>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639680362"/>
                  </a:ext>
                </a:extLst>
              </a:tr>
              <a:tr h="238125">
                <a:tc gridSpan="5">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7">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294673942"/>
                  </a:ext>
                </a:extLst>
              </a:tr>
              <a:tr h="238125">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1797585"/>
                  </a:ext>
                </a:extLst>
              </a:tr>
            </a:tbl>
          </a:graphicData>
        </a:graphic>
      </p:graphicFrame>
      <p:sp>
        <p:nvSpPr>
          <p:cNvPr id="50" name="矢印: 五方向 49">
            <a:extLst>
              <a:ext uri="{FF2B5EF4-FFF2-40B4-BE49-F238E27FC236}">
                <a16:creationId xmlns:a16="http://schemas.microsoft.com/office/drawing/2014/main" id="{BE6F8E45-A255-4650-F8E9-B222CE1BE427}"/>
              </a:ext>
            </a:extLst>
          </p:cNvPr>
          <p:cNvSpPr/>
          <p:nvPr/>
        </p:nvSpPr>
        <p:spPr>
          <a:xfrm>
            <a:off x="4581237" y="2051855"/>
            <a:ext cx="7292936" cy="288000"/>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altLang="ja-JP" sz="1050" b="1">
                <a:latin typeface="メイリオ" panose="020B0604030504040204" pitchFamily="50" charset="-128"/>
                <a:ea typeface="メイリオ" panose="020B0604030504040204" pitchFamily="50" charset="-128"/>
              </a:rPr>
              <a:t>[G/C] RTX Spark 【Tier1</a:t>
            </a:r>
            <a:r>
              <a:rPr lang="ja-JP" altLang="en-US" sz="1050" b="1">
                <a:latin typeface="メイリオ" panose="020B0604030504040204" pitchFamily="50" charset="-128"/>
                <a:ea typeface="メイリオ" panose="020B0604030504040204" pitchFamily="50" charset="-128"/>
              </a:rPr>
              <a:t>ローンチ対応品</a:t>
            </a:r>
            <a:r>
              <a:rPr lang="en-US" altLang="ja-JP" sz="1050" b="1">
                <a:latin typeface="メイリオ" panose="020B0604030504040204" pitchFamily="50" charset="-128"/>
                <a:ea typeface="メイリオ" panose="020B0604030504040204" pitchFamily="50" charset="-128"/>
              </a:rPr>
              <a:t>】</a:t>
            </a:r>
          </a:p>
        </p:txBody>
      </p:sp>
      <p:sp>
        <p:nvSpPr>
          <p:cNvPr id="53" name="矢印: 五方向 52">
            <a:extLst>
              <a:ext uri="{FF2B5EF4-FFF2-40B4-BE49-F238E27FC236}">
                <a16:creationId xmlns:a16="http://schemas.microsoft.com/office/drawing/2014/main" id="{8F5399A8-4933-B92E-6C10-A15A6CA5DDD5}"/>
              </a:ext>
            </a:extLst>
          </p:cNvPr>
          <p:cNvSpPr/>
          <p:nvPr/>
        </p:nvSpPr>
        <p:spPr>
          <a:xfrm>
            <a:off x="6471462" y="2689807"/>
            <a:ext cx="5383398" cy="288000"/>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altLang="ja-JP" sz="1050" b="1">
                <a:latin typeface="メイリオ" panose="020B0604030504040204" pitchFamily="50" charset="-128"/>
                <a:ea typeface="メイリオ" panose="020B0604030504040204" pitchFamily="50" charset="-128"/>
              </a:rPr>
              <a:t>[G/C] RTX Spark N1X【LowTier</a:t>
            </a:r>
            <a:r>
              <a:rPr lang="ja-JP" altLang="en-US" sz="1050" b="1">
                <a:latin typeface="メイリオ" panose="020B0604030504040204" pitchFamily="50" charset="-128"/>
                <a:ea typeface="メイリオ" panose="020B0604030504040204" pitchFamily="50" charset="-128"/>
              </a:rPr>
              <a:t>ローンチ対応品</a:t>
            </a:r>
            <a:r>
              <a:rPr lang="en-US" altLang="ja-JP" sz="1050" b="1">
                <a:latin typeface="メイリオ" panose="020B0604030504040204" pitchFamily="50" charset="-128"/>
                <a:ea typeface="メイリオ" panose="020B0604030504040204" pitchFamily="50" charset="-128"/>
              </a:rPr>
              <a:t>】</a:t>
            </a:r>
            <a:endParaRPr lang="en-US" altLang="ja-JP" sz="800" b="1">
              <a:latin typeface="メイリオ" panose="020B0604030504040204" pitchFamily="50" charset="-128"/>
              <a:ea typeface="メイリオ" panose="020B0604030504040204" pitchFamily="50" charset="-128"/>
            </a:endParaRPr>
          </a:p>
        </p:txBody>
      </p:sp>
      <p:sp>
        <p:nvSpPr>
          <p:cNvPr id="54" name="矢印: 五方向 53">
            <a:extLst>
              <a:ext uri="{FF2B5EF4-FFF2-40B4-BE49-F238E27FC236}">
                <a16:creationId xmlns:a16="http://schemas.microsoft.com/office/drawing/2014/main" id="{DBE1B16B-B219-7E24-21AE-103ED10CFC66}"/>
              </a:ext>
            </a:extLst>
          </p:cNvPr>
          <p:cNvSpPr/>
          <p:nvPr/>
        </p:nvSpPr>
        <p:spPr>
          <a:xfrm>
            <a:off x="6471462" y="3058661"/>
            <a:ext cx="5383398" cy="288000"/>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altLang="ja-JP" sz="1050" b="1">
                <a:latin typeface="メイリオ" panose="020B0604030504040204" pitchFamily="50" charset="-128"/>
                <a:ea typeface="メイリオ" panose="020B0604030504040204" pitchFamily="50" charset="-128"/>
              </a:rPr>
              <a:t>[G/C] RTX Spark N1【LowTier</a:t>
            </a:r>
            <a:r>
              <a:rPr lang="ja-JP" altLang="en-US" sz="1050" b="1">
                <a:latin typeface="メイリオ" panose="020B0604030504040204" pitchFamily="50" charset="-128"/>
                <a:ea typeface="メイリオ" panose="020B0604030504040204" pitchFamily="50" charset="-128"/>
              </a:rPr>
              <a:t>ローンチ対応品</a:t>
            </a:r>
            <a:r>
              <a:rPr lang="en-US" altLang="ja-JP" sz="1050" b="1">
                <a:latin typeface="メイリオ" panose="020B0604030504040204" pitchFamily="50" charset="-128"/>
                <a:ea typeface="メイリオ" panose="020B0604030504040204" pitchFamily="50" charset="-128"/>
              </a:rPr>
              <a:t>】</a:t>
            </a:r>
            <a:endParaRPr lang="en-US" altLang="ja-JP" sz="800" b="1">
              <a:latin typeface="メイリオ" panose="020B0604030504040204" pitchFamily="50" charset="-128"/>
              <a:ea typeface="メイリオ" panose="020B0604030504040204" pitchFamily="50" charset="-128"/>
            </a:endParaRPr>
          </a:p>
        </p:txBody>
      </p:sp>
      <p:sp>
        <p:nvSpPr>
          <p:cNvPr id="59" name="矢印: 五方向 58">
            <a:extLst>
              <a:ext uri="{FF2B5EF4-FFF2-40B4-BE49-F238E27FC236}">
                <a16:creationId xmlns:a16="http://schemas.microsoft.com/office/drawing/2014/main" id="{ADBAF7DC-DA65-994B-F279-ED5BFECF7C11}"/>
              </a:ext>
            </a:extLst>
          </p:cNvPr>
          <p:cNvSpPr/>
          <p:nvPr/>
        </p:nvSpPr>
        <p:spPr>
          <a:xfrm>
            <a:off x="4563185" y="5564849"/>
            <a:ext cx="7301331" cy="288000"/>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altLang="ja-JP" sz="1050" b="1">
                <a:latin typeface="メイリオ" panose="020B0604030504040204" pitchFamily="50" charset="-128"/>
                <a:ea typeface="メイリオ" panose="020B0604030504040204" pitchFamily="50" charset="-128"/>
              </a:rPr>
              <a:t>[AI] AI</a:t>
            </a:r>
            <a:r>
              <a:rPr lang="ja-JP" altLang="en-US" sz="1050" b="1">
                <a:latin typeface="メイリオ" panose="020B0604030504040204" pitchFamily="50" charset="-128"/>
                <a:ea typeface="メイリオ" panose="020B0604030504040204" pitchFamily="50" charset="-128"/>
              </a:rPr>
              <a:t>アクセラレーター</a:t>
            </a:r>
            <a:r>
              <a:rPr lang="en-US" altLang="ja-JP" sz="1050" b="1">
                <a:latin typeface="メイリオ" panose="020B0604030504040204" pitchFamily="50" charset="-128"/>
                <a:ea typeface="メイリオ" panose="020B0604030504040204" pitchFamily="50" charset="-128"/>
              </a:rPr>
              <a:t>GPU BOX</a:t>
            </a:r>
            <a:r>
              <a:rPr lang="ja-JP" altLang="en-US" sz="1050" b="1">
                <a:latin typeface="メイリオ" panose="020B0604030504040204" pitchFamily="50" charset="-128"/>
                <a:ea typeface="メイリオ" panose="020B0604030504040204" pitchFamily="50" charset="-128"/>
              </a:rPr>
              <a:t>（</a:t>
            </a:r>
            <a:r>
              <a:rPr lang="en-US" altLang="ja-JP" sz="1050" b="1" err="1">
                <a:latin typeface="メイリオ" panose="020B0604030504040204" pitchFamily="50" charset="-128"/>
                <a:ea typeface="メイリオ" panose="020B0604030504040204" pitchFamily="50" charset="-128"/>
              </a:rPr>
              <a:t>Spakle</a:t>
            </a:r>
            <a:r>
              <a:rPr lang="ja-JP" altLang="en-US" sz="1050" b="1">
                <a:latin typeface="メイリオ" panose="020B0604030504040204" pitchFamily="50" charset="-128"/>
                <a:ea typeface="メイリオ" panose="020B0604030504040204" pitchFamily="50" charset="-128"/>
              </a:rPr>
              <a:t>）</a:t>
            </a:r>
            <a:endParaRPr lang="en-US" altLang="ja-JP" sz="800" b="1">
              <a:latin typeface="メイリオ" panose="020B0604030504040204" pitchFamily="50" charset="-128"/>
              <a:ea typeface="メイリオ" panose="020B0604030504040204" pitchFamily="50" charset="-128"/>
            </a:endParaRPr>
          </a:p>
        </p:txBody>
      </p:sp>
      <p:sp>
        <p:nvSpPr>
          <p:cNvPr id="60" name="矢印: 五方向 59">
            <a:extLst>
              <a:ext uri="{FF2B5EF4-FFF2-40B4-BE49-F238E27FC236}">
                <a16:creationId xmlns:a16="http://schemas.microsoft.com/office/drawing/2014/main" id="{0038417C-F72C-3068-AC37-84F99D5BADC7}"/>
              </a:ext>
            </a:extLst>
          </p:cNvPr>
          <p:cNvSpPr/>
          <p:nvPr/>
        </p:nvSpPr>
        <p:spPr>
          <a:xfrm>
            <a:off x="4576933" y="5951019"/>
            <a:ext cx="7301332" cy="316478"/>
          </a:xfrm>
          <a:prstGeom prst="homePlate">
            <a:avLst/>
          </a:prstGeom>
          <a:solidFill>
            <a:schemeClr val="bg1">
              <a:lumMod val="5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ja-JP" altLang="en-US" sz="1050" b="1">
                <a:latin typeface="メイリオ" panose="020B0604030504040204" pitchFamily="50" charset="-128"/>
                <a:ea typeface="メイリオ" panose="020B0604030504040204" pitchFamily="50" charset="-128"/>
              </a:rPr>
              <a:t>次期デザインオリエンテッド計画 </a:t>
            </a:r>
            <a:r>
              <a:rPr lang="en-US" altLang="ja-JP" sz="1050" b="1">
                <a:latin typeface="メイリオ" panose="020B0604030504040204" pitchFamily="50" charset="-128"/>
                <a:ea typeface="メイリオ" panose="020B0604030504040204" pitchFamily="50" charset="-128"/>
              </a:rPr>
              <a:t>※</a:t>
            </a:r>
            <a:r>
              <a:rPr lang="ja-JP" altLang="en-US" sz="1050" b="1">
                <a:latin typeface="メイリオ" panose="020B0604030504040204" pitchFamily="50" charset="-128"/>
                <a:ea typeface="メイリオ" panose="020B0604030504040204" pitchFamily="50" charset="-128"/>
              </a:rPr>
              <a:t>ノートに限定されない</a:t>
            </a:r>
            <a:endParaRPr lang="en-US" altLang="ja-JP" sz="1050" b="1">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D01D4259-67D8-49CC-E35B-FF252A13BB09}"/>
              </a:ext>
            </a:extLst>
          </p:cNvPr>
          <p:cNvSpPr/>
          <p:nvPr/>
        </p:nvSpPr>
        <p:spPr>
          <a:xfrm>
            <a:off x="5770253" y="3728081"/>
            <a:ext cx="952065" cy="1254425"/>
          </a:xfrm>
          <a:prstGeom prst="rect">
            <a:avLst/>
          </a:prstGeom>
          <a:solidFill>
            <a:srgbClr val="FF000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l"/>
            <a:endParaRPr kumimoji="1" lang="ja-JP" altLang="en-US" sz="1600">
              <a:latin typeface="メイリオ" panose="020B0604030504040204" pitchFamily="50" charset="-128"/>
              <a:ea typeface="メイリオ" panose="020B0604030504040204" pitchFamily="50" charset="-128"/>
            </a:endParaRPr>
          </a:p>
        </p:txBody>
      </p:sp>
      <p:pic>
        <p:nvPicPr>
          <p:cNvPr id="5" name="図 4">
            <a:extLst>
              <a:ext uri="{FF2B5EF4-FFF2-40B4-BE49-F238E27FC236}">
                <a16:creationId xmlns:a16="http://schemas.microsoft.com/office/drawing/2014/main" id="{3AB740AA-B04E-44A7-A5C4-D1D0AEDCAF84}"/>
              </a:ext>
            </a:extLst>
          </p:cNvPr>
          <p:cNvPicPr>
            <a:picLocks noChangeAspect="1"/>
          </p:cNvPicPr>
          <p:nvPr/>
        </p:nvPicPr>
        <p:blipFill>
          <a:blip r:embed="rId3"/>
          <a:stretch>
            <a:fillRect/>
          </a:stretch>
        </p:blipFill>
        <p:spPr>
          <a:xfrm>
            <a:off x="5803454" y="676396"/>
            <a:ext cx="620018" cy="26047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四角形: 角を丸くする 6">
            <a:extLst>
              <a:ext uri="{FF2B5EF4-FFF2-40B4-BE49-F238E27FC236}">
                <a16:creationId xmlns:a16="http://schemas.microsoft.com/office/drawing/2014/main" id="{D839E9DF-6F8B-8701-9125-30478760850F}"/>
              </a:ext>
            </a:extLst>
          </p:cNvPr>
          <p:cNvSpPr/>
          <p:nvPr/>
        </p:nvSpPr>
        <p:spPr>
          <a:xfrm>
            <a:off x="4897876" y="4632248"/>
            <a:ext cx="1136541" cy="630258"/>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000">
                <a:latin typeface="メイリオ" panose="020B0604030504040204" pitchFamily="50" charset="-128"/>
                <a:ea typeface="メイリオ" panose="020B0604030504040204" pitchFamily="50" charset="-128"/>
              </a:rPr>
              <a:t>Ryzen AI</a:t>
            </a:r>
          </a:p>
          <a:p>
            <a:pPr algn="ctr"/>
            <a:r>
              <a:rPr kumimoji="1" lang="en-US" altLang="ja-JP" sz="1000">
                <a:latin typeface="メイリオ" panose="020B0604030504040204" pitchFamily="50" charset="-128"/>
                <a:ea typeface="メイリオ" panose="020B0604030504040204" pitchFamily="50" charset="-128"/>
              </a:rPr>
              <a:t>[Medusa]</a:t>
            </a:r>
          </a:p>
          <a:p>
            <a:pPr algn="ctr"/>
            <a:r>
              <a:rPr lang="en-US" altLang="ja-JP" sz="1000">
                <a:latin typeface="メイリオ" panose="020B0604030504040204" pitchFamily="50" charset="-128"/>
                <a:ea typeface="メイリオ" panose="020B0604030504040204" pitchFamily="50" charset="-128"/>
              </a:rPr>
              <a:t>TTM?</a:t>
            </a:r>
            <a:endParaRPr kumimoji="1" lang="en-US" altLang="ja-JP" sz="1000">
              <a:latin typeface="メイリオ" panose="020B0604030504040204" pitchFamily="50" charset="-128"/>
              <a:ea typeface="メイリオ" panose="020B0604030504040204" pitchFamily="50" charset="-128"/>
            </a:endParaRPr>
          </a:p>
        </p:txBody>
      </p:sp>
      <p:sp>
        <p:nvSpPr>
          <p:cNvPr id="55" name="矢印: 五方向 54">
            <a:extLst>
              <a:ext uri="{FF2B5EF4-FFF2-40B4-BE49-F238E27FC236}">
                <a16:creationId xmlns:a16="http://schemas.microsoft.com/office/drawing/2014/main" id="{7FFD9EC9-CF60-509E-0854-4F1C63B318A6}"/>
              </a:ext>
            </a:extLst>
          </p:cNvPr>
          <p:cNvSpPr/>
          <p:nvPr/>
        </p:nvSpPr>
        <p:spPr>
          <a:xfrm>
            <a:off x="5162039" y="3816567"/>
            <a:ext cx="6712134" cy="288000"/>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altLang="ja-JP" sz="1050" b="1">
                <a:latin typeface="メイリオ" panose="020B0604030504040204" pitchFamily="50" charset="-128"/>
                <a:ea typeface="メイリオ" panose="020B0604030504040204" pitchFamily="50" charset="-128"/>
              </a:rPr>
              <a:t>[C] MSC7N-IG-C (Intel Core 7 350)</a:t>
            </a:r>
            <a:endParaRPr lang="en-US" altLang="ja-JP" sz="800" b="1">
              <a:latin typeface="メイリオ" panose="020B0604030504040204" pitchFamily="50" charset="-128"/>
              <a:ea typeface="メイリオ" panose="020B0604030504040204" pitchFamily="50" charset="-128"/>
            </a:endParaRPr>
          </a:p>
        </p:txBody>
      </p:sp>
      <p:sp>
        <p:nvSpPr>
          <p:cNvPr id="57" name="矢印: 五方向 56">
            <a:extLst>
              <a:ext uri="{FF2B5EF4-FFF2-40B4-BE49-F238E27FC236}">
                <a16:creationId xmlns:a16="http://schemas.microsoft.com/office/drawing/2014/main" id="{B2F8F0EE-D506-087A-CD4F-2FE75204EA9B}"/>
              </a:ext>
            </a:extLst>
          </p:cNvPr>
          <p:cNvSpPr/>
          <p:nvPr/>
        </p:nvSpPr>
        <p:spPr>
          <a:xfrm>
            <a:off x="5162039" y="4185970"/>
            <a:ext cx="6702478" cy="288000"/>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altLang="ja-JP" sz="1050" b="1">
                <a:latin typeface="メイリオ" panose="020B0604030504040204" pitchFamily="50" charset="-128"/>
                <a:ea typeface="メイリオ" panose="020B0604030504040204" pitchFamily="50" charset="-128"/>
              </a:rPr>
              <a:t>[C] MCC5N-IG-C (Intel Core 5 320)</a:t>
            </a:r>
            <a:endParaRPr lang="en-US" altLang="ja-JP" sz="800" b="1">
              <a:latin typeface="メイリオ" panose="020B0604030504040204" pitchFamily="50" charset="-128"/>
              <a:ea typeface="メイリオ" panose="020B0604030504040204" pitchFamily="50" charset="-128"/>
            </a:endParaRPr>
          </a:p>
        </p:txBody>
      </p:sp>
      <p:sp>
        <p:nvSpPr>
          <p:cNvPr id="9" name="矢印: 五方向 8">
            <a:extLst>
              <a:ext uri="{FF2B5EF4-FFF2-40B4-BE49-F238E27FC236}">
                <a16:creationId xmlns:a16="http://schemas.microsoft.com/office/drawing/2014/main" id="{7B17416F-E84A-0F70-7A77-F13A3D40381C}"/>
              </a:ext>
            </a:extLst>
          </p:cNvPr>
          <p:cNvSpPr/>
          <p:nvPr/>
        </p:nvSpPr>
        <p:spPr>
          <a:xfrm>
            <a:off x="6246285" y="4598262"/>
            <a:ext cx="5627888" cy="288000"/>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altLang="ja-JP" sz="1050" b="1">
                <a:latin typeface="メイリオ" panose="020B0604030504040204" pitchFamily="50" charset="-128"/>
                <a:ea typeface="メイリオ" panose="020B0604030504040204" pitchFamily="50" charset="-128"/>
              </a:rPr>
              <a:t>[C] MCR9N-IG-C (Medusa</a:t>
            </a:r>
            <a:r>
              <a:rPr lang="ja-JP" altLang="en-US" sz="1050" b="1">
                <a:latin typeface="メイリオ" panose="020B0604030504040204" pitchFamily="50" charset="-128"/>
                <a:ea typeface="メイリオ" panose="020B0604030504040204" pitchFamily="50" charset="-128"/>
              </a:rPr>
              <a:t>の</a:t>
            </a:r>
            <a:r>
              <a:rPr lang="en-US" altLang="ja-JP" sz="1050" b="1">
                <a:latin typeface="メイリオ" panose="020B0604030504040204" pitchFamily="50" charset="-128"/>
                <a:ea typeface="メイリオ" panose="020B0604030504040204" pitchFamily="50" charset="-128"/>
              </a:rPr>
              <a:t>TTM)</a:t>
            </a:r>
            <a:endParaRPr lang="en-US" altLang="ja-JP" sz="800" b="1">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6685781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7FEAF43C-7868-F396-6011-D9ADA2988912}"/>
              </a:ext>
            </a:extLst>
          </p:cNvPr>
          <p:cNvGraphicFramePr>
            <a:graphicFrameLocks noGrp="1"/>
          </p:cNvGraphicFramePr>
          <p:nvPr>
            <p:extLst>
              <p:ext uri="{D42A27DB-BD31-4B8C-83A1-F6EECF244321}">
                <p14:modId xmlns:p14="http://schemas.microsoft.com/office/powerpoint/2010/main" val="1481678835"/>
              </p:ext>
            </p:extLst>
          </p:nvPr>
        </p:nvGraphicFramePr>
        <p:xfrm>
          <a:off x="838200" y="638175"/>
          <a:ext cx="10515600" cy="5924556"/>
        </p:xfrm>
        <a:graphic>
          <a:graphicData uri="http://schemas.openxmlformats.org/drawingml/2006/table">
            <a:tbl>
              <a:tblPr/>
              <a:tblGrid>
                <a:gridCol w="560417">
                  <a:extLst>
                    <a:ext uri="{9D8B030D-6E8A-4147-A177-3AD203B41FA5}">
                      <a16:colId xmlns:a16="http://schemas.microsoft.com/office/drawing/2014/main" val="2938799397"/>
                    </a:ext>
                  </a:extLst>
                </a:gridCol>
                <a:gridCol w="560417">
                  <a:extLst>
                    <a:ext uri="{9D8B030D-6E8A-4147-A177-3AD203B41FA5}">
                      <a16:colId xmlns:a16="http://schemas.microsoft.com/office/drawing/2014/main" val="3793447793"/>
                    </a:ext>
                  </a:extLst>
                </a:gridCol>
                <a:gridCol w="560417">
                  <a:extLst>
                    <a:ext uri="{9D8B030D-6E8A-4147-A177-3AD203B41FA5}">
                      <a16:colId xmlns:a16="http://schemas.microsoft.com/office/drawing/2014/main" val="3634436376"/>
                    </a:ext>
                  </a:extLst>
                </a:gridCol>
                <a:gridCol w="560417">
                  <a:extLst>
                    <a:ext uri="{9D8B030D-6E8A-4147-A177-3AD203B41FA5}">
                      <a16:colId xmlns:a16="http://schemas.microsoft.com/office/drawing/2014/main" val="3893084234"/>
                    </a:ext>
                  </a:extLst>
                </a:gridCol>
                <a:gridCol w="1151968">
                  <a:extLst>
                    <a:ext uri="{9D8B030D-6E8A-4147-A177-3AD203B41FA5}">
                      <a16:colId xmlns:a16="http://schemas.microsoft.com/office/drawing/2014/main" val="2377260719"/>
                    </a:ext>
                  </a:extLst>
                </a:gridCol>
                <a:gridCol w="788735">
                  <a:extLst>
                    <a:ext uri="{9D8B030D-6E8A-4147-A177-3AD203B41FA5}">
                      <a16:colId xmlns:a16="http://schemas.microsoft.com/office/drawing/2014/main" val="855208501"/>
                    </a:ext>
                  </a:extLst>
                </a:gridCol>
                <a:gridCol w="788735">
                  <a:extLst>
                    <a:ext uri="{9D8B030D-6E8A-4147-A177-3AD203B41FA5}">
                      <a16:colId xmlns:a16="http://schemas.microsoft.com/office/drawing/2014/main" val="4123598068"/>
                    </a:ext>
                  </a:extLst>
                </a:gridCol>
                <a:gridCol w="788735">
                  <a:extLst>
                    <a:ext uri="{9D8B030D-6E8A-4147-A177-3AD203B41FA5}">
                      <a16:colId xmlns:a16="http://schemas.microsoft.com/office/drawing/2014/main" val="3692428010"/>
                    </a:ext>
                  </a:extLst>
                </a:gridCol>
                <a:gridCol w="902893">
                  <a:extLst>
                    <a:ext uri="{9D8B030D-6E8A-4147-A177-3AD203B41FA5}">
                      <a16:colId xmlns:a16="http://schemas.microsoft.com/office/drawing/2014/main" val="2547864420"/>
                    </a:ext>
                  </a:extLst>
                </a:gridCol>
                <a:gridCol w="1743519">
                  <a:extLst>
                    <a:ext uri="{9D8B030D-6E8A-4147-A177-3AD203B41FA5}">
                      <a16:colId xmlns:a16="http://schemas.microsoft.com/office/drawing/2014/main" val="927313250"/>
                    </a:ext>
                  </a:extLst>
                </a:gridCol>
                <a:gridCol w="2109347">
                  <a:extLst>
                    <a:ext uri="{9D8B030D-6E8A-4147-A177-3AD203B41FA5}">
                      <a16:colId xmlns:a16="http://schemas.microsoft.com/office/drawing/2014/main" val="437306301"/>
                    </a:ext>
                  </a:extLst>
                </a:gridCol>
              </a:tblGrid>
              <a:tr h="269298">
                <a:tc>
                  <a:txBody>
                    <a:bodyPr/>
                    <a:lstStyle/>
                    <a:p>
                      <a:pPr algn="ctr" fontAlgn="ctr">
                        <a:buNone/>
                      </a:pPr>
                      <a:r>
                        <a:rPr lang="ja-JP" altLang="en-US" sz="1000" b="0" i="0" u="none" strike="noStrike">
                          <a:solidFill>
                            <a:srgbClr val="000000"/>
                          </a:solidFill>
                          <a:effectLst/>
                          <a:latin typeface="游ゴシック" panose="020B0400000000000000" pitchFamily="50" charset="-128"/>
                          <a:ea typeface="游ゴシック" panose="020B0400000000000000" pitchFamily="50" charset="-128"/>
                        </a:rPr>
                        <a:t>対照</a:t>
                      </a:r>
                      <a:r>
                        <a:rPr lang="it-IT" sz="1000" b="0" i="0" u="none" strike="noStrike">
                          <a:solidFill>
                            <a:srgbClr val="000000"/>
                          </a:solidFill>
                          <a:effectLst/>
                          <a:latin typeface="游ゴシック" panose="020B0400000000000000" pitchFamily="50" charset="-128"/>
                          <a:ea typeface="游ゴシック" panose="020B0400000000000000" pitchFamily="50" charset="-128"/>
                        </a:rPr>
                        <a:t>No</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000" b="0" i="0" u="none" strike="noStrike">
                          <a:solidFill>
                            <a:srgbClr val="000000"/>
                          </a:solidFill>
                          <a:effectLst/>
                          <a:latin typeface="游ゴシック" panose="020B0400000000000000" pitchFamily="50" charset="-128"/>
                          <a:ea typeface="游ゴシック" panose="020B0400000000000000" pitchFamily="50" charset="-128"/>
                        </a:rPr>
                        <a:t>カテゴリ</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000" b="0" i="0" u="none" strike="noStrike">
                          <a:solidFill>
                            <a:srgbClr val="000000"/>
                          </a:solidFill>
                          <a:effectLst/>
                          <a:latin typeface="游ゴシック" panose="020B0400000000000000" pitchFamily="50" charset="-128"/>
                          <a:ea typeface="游ゴシック" panose="020B0400000000000000" pitchFamily="50" charset="-128"/>
                        </a:rPr>
                        <a:t>旧区分</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000" b="0" i="0" u="none" strike="noStrike">
                          <a:solidFill>
                            <a:srgbClr val="000000"/>
                          </a:solidFill>
                          <a:effectLst/>
                          <a:latin typeface="游ゴシック" panose="020B0400000000000000" pitchFamily="50" charset="-128"/>
                          <a:ea typeface="游ゴシック" panose="020B0400000000000000" pitchFamily="50" charset="-128"/>
                        </a:rPr>
                        <a:t>新区分</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000" b="0" i="0" u="none" strike="noStrike">
                          <a:solidFill>
                            <a:srgbClr val="000000"/>
                          </a:solidFill>
                          <a:effectLst/>
                          <a:latin typeface="游ゴシック" panose="020B0400000000000000" pitchFamily="50" charset="-128"/>
                          <a:ea typeface="游ゴシック" panose="020B0400000000000000" pitchFamily="50" charset="-128"/>
                        </a:rPr>
                        <a:t>モデル名</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000" b="0" i="0" u="none" strike="noStrike">
                          <a:solidFill>
                            <a:srgbClr val="000000"/>
                          </a:solidFill>
                          <a:effectLst/>
                          <a:latin typeface="游ゴシック" panose="020B0400000000000000" pitchFamily="50" charset="-128"/>
                          <a:ea typeface="游ゴシック" panose="020B0400000000000000" pitchFamily="50" charset="-128"/>
                        </a:rPr>
                        <a:t>設定価格帯</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buNone/>
                      </a:pPr>
                      <a:r>
                        <a:rPr lang="ja-JP" altLang="en-US" sz="1000" b="0" i="0" u="none" strike="noStrike">
                          <a:solidFill>
                            <a:srgbClr val="000000"/>
                          </a:solidFill>
                          <a:effectLst/>
                          <a:latin typeface="游ゴシック" panose="020B0400000000000000" pitchFamily="50" charset="-128"/>
                          <a:ea typeface="游ゴシック" panose="020B0400000000000000" pitchFamily="50" charset="-128"/>
                        </a:rPr>
                        <a:t>実売単価</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buNone/>
                      </a:pPr>
                      <a:r>
                        <a:rPr lang="ja-JP" altLang="en-US" sz="1000" b="0" i="0" u="none" strike="noStrike">
                          <a:solidFill>
                            <a:srgbClr val="000000"/>
                          </a:solidFill>
                          <a:effectLst/>
                          <a:latin typeface="游ゴシック" panose="020B0400000000000000" pitchFamily="50" charset="-128"/>
                          <a:ea typeface="游ゴシック" panose="020B0400000000000000" pitchFamily="50" charset="-128"/>
                        </a:rPr>
                        <a:t>月平均出荷</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buNone/>
                      </a:pPr>
                      <a:r>
                        <a:rPr lang="ja-JP" altLang="en-US" sz="1000" b="0" i="0" u="none" strike="noStrike">
                          <a:solidFill>
                            <a:srgbClr val="000000"/>
                          </a:solidFill>
                          <a:effectLst/>
                          <a:latin typeface="游ゴシック" panose="020B0400000000000000" pitchFamily="50" charset="-128"/>
                          <a:ea typeface="游ゴシック" panose="020B0400000000000000" pitchFamily="50" charset="-128"/>
                        </a:rPr>
                        <a:t>インチ</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CPU</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GPU</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94812265"/>
                  </a:ext>
                </a:extLst>
              </a:tr>
              <a:tr h="269298">
                <a:tc>
                  <a:txBody>
                    <a:bodyPr/>
                    <a:lstStyle/>
                    <a:p>
                      <a:pPr algn="ct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G/C</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U series</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Master</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UL9C-R59-8A</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¥800,000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¥728,194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21</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18</a:t>
                      </a:r>
                      <a:r>
                        <a:rPr lang="ja-JP" altLang="en-US" sz="1000" b="0" i="0" u="none" strike="noStrike">
                          <a:solidFill>
                            <a:srgbClr val="000000"/>
                          </a:solidFill>
                          <a:effectLst/>
                          <a:latin typeface="游ゴシック" panose="020B0400000000000000" pitchFamily="50" charset="-128"/>
                          <a:ea typeface="游ゴシック" panose="020B0400000000000000" pitchFamily="50" charset="-128"/>
                        </a:rPr>
                        <a:t>インチ</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Intel Core Ultra 9 275HX</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pt-BR" sz="1000" b="0" i="0" u="none" strike="noStrike">
                          <a:solidFill>
                            <a:srgbClr val="000000"/>
                          </a:solidFill>
                          <a:effectLst/>
                          <a:latin typeface="游ゴシック" panose="020B0400000000000000" pitchFamily="50" charset="-128"/>
                          <a:ea typeface="游ゴシック" panose="020B0400000000000000" pitchFamily="50" charset="-128"/>
                        </a:rPr>
                        <a:t>NVIDIA GeForce RTX 5090 (24G)</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16870073"/>
                  </a:ext>
                </a:extLst>
              </a:tr>
              <a:tr h="269298">
                <a:tc>
                  <a:txBody>
                    <a:bodyPr/>
                    <a:lstStyle/>
                    <a:p>
                      <a:pPr algn="ct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G</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ctr">
                        <a:buNone/>
                      </a:pPr>
                      <a:r>
                        <a:rPr lang="ja-JP" altLang="en-US" sz="1000" b="0" i="0" u="none" strike="noStrike">
                          <a:solidFill>
                            <a:srgbClr val="000000"/>
                          </a:solidFill>
                          <a:effectLst/>
                          <a:latin typeface="游ゴシック" panose="020B0400000000000000" pitchFamily="50" charset="-128"/>
                          <a:ea typeface="游ゴシック" panose="020B0400000000000000" pitchFamily="50" charset="-128"/>
                        </a:rPr>
                        <a:t>ー</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Master</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NMC9L-R59-G8</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¥800,000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¥833,528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18</a:t>
                      </a:r>
                      <a:r>
                        <a:rPr lang="ja-JP" altLang="en-US" sz="1000" b="0" i="0" u="none" strike="noStrike">
                          <a:solidFill>
                            <a:srgbClr val="000000"/>
                          </a:solidFill>
                          <a:effectLst/>
                          <a:latin typeface="游ゴシック" panose="020B0400000000000000" pitchFamily="50" charset="-128"/>
                          <a:ea typeface="游ゴシック" panose="020B0400000000000000" pitchFamily="50" charset="-128"/>
                        </a:rPr>
                        <a:t>インチ</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Intel Core Ultra 9 290HX Plus</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pt-BR" sz="1000" b="0" i="0" u="none" strike="noStrike">
                          <a:solidFill>
                            <a:srgbClr val="000000"/>
                          </a:solidFill>
                          <a:effectLst/>
                          <a:latin typeface="游ゴシック" panose="020B0400000000000000" pitchFamily="50" charset="-128"/>
                          <a:ea typeface="游ゴシック" panose="020B0400000000000000" pitchFamily="50" charset="-128"/>
                        </a:rPr>
                        <a:t>NVIDIA GeForce RTX 5090 (24G)</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14135862"/>
                  </a:ext>
                </a:extLst>
              </a:tr>
              <a:tr h="269298">
                <a:tc>
                  <a:txBody>
                    <a:bodyPr/>
                    <a:lstStyle/>
                    <a:p>
                      <a:pPr algn="ct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G/C</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ctr">
                        <a:buNone/>
                      </a:pPr>
                      <a:r>
                        <a:rPr lang="ja-JP" altLang="en-US" sz="1000" b="0" i="0" u="none" strike="noStrike">
                          <a:solidFill>
                            <a:srgbClr val="000000"/>
                          </a:solidFill>
                          <a:effectLst/>
                          <a:latin typeface="游ゴシック" panose="020B0400000000000000" pitchFamily="50" charset="-128"/>
                          <a:ea typeface="游ゴシック" panose="020B0400000000000000" pitchFamily="50" charset="-128"/>
                        </a:rPr>
                        <a:t>ー</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Master</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NMC9L-R58-H6</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¥600,000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¥908,619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16</a:t>
                      </a:r>
                      <a:r>
                        <a:rPr lang="ja-JP" altLang="en-US" sz="1000" b="0" i="0" u="none" strike="noStrike">
                          <a:solidFill>
                            <a:srgbClr val="000000"/>
                          </a:solidFill>
                          <a:effectLst/>
                          <a:latin typeface="游ゴシック" panose="020B0400000000000000" pitchFamily="50" charset="-128"/>
                          <a:ea typeface="游ゴシック" panose="020B0400000000000000" pitchFamily="50" charset="-128"/>
                        </a:rPr>
                        <a:t>インチ</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Intel Core Ultra 9 290HX Plus</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pt-BR" sz="1000" b="0" i="0" u="none" strike="noStrike">
                          <a:solidFill>
                            <a:srgbClr val="000000"/>
                          </a:solidFill>
                          <a:effectLst/>
                          <a:latin typeface="游ゴシック" panose="020B0400000000000000" pitchFamily="50" charset="-128"/>
                          <a:ea typeface="游ゴシック" panose="020B0400000000000000" pitchFamily="50" charset="-128"/>
                        </a:rPr>
                        <a:t>NVIDIA GeForce RTX 5080 (16G)</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47341217"/>
                  </a:ext>
                </a:extLst>
              </a:tr>
              <a:tr h="269298">
                <a:tc>
                  <a:txBody>
                    <a:bodyPr/>
                    <a:lstStyle/>
                    <a:p>
                      <a:pPr algn="ct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G</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Z series</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Diamond</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ZL9R-R57T-6</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¥400,000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¥348,465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59</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16</a:t>
                      </a:r>
                      <a:r>
                        <a:rPr lang="ja-JP" altLang="en-US" sz="1000" b="0" i="0" u="none" strike="noStrike">
                          <a:solidFill>
                            <a:srgbClr val="000000"/>
                          </a:solidFill>
                          <a:effectLst/>
                          <a:latin typeface="游ゴシック" panose="020B0400000000000000" pitchFamily="50" charset="-128"/>
                          <a:ea typeface="游ゴシック" panose="020B0400000000000000" pitchFamily="50" charset="-128"/>
                        </a:rPr>
                        <a:t>インチ</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AMD Ryzen 9 955HX</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NVIDIA GeForce RTX 5070 Ti (12G)</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9199519"/>
                  </a:ext>
                </a:extLst>
              </a:tr>
              <a:tr h="269298">
                <a:tc>
                  <a:txBody>
                    <a:bodyPr/>
                    <a:lstStyle/>
                    <a:p>
                      <a:pPr algn="ct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G</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Z series</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Diamond</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ZL9C-R57T-6A</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¥400,000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¥396,169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55</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16</a:t>
                      </a:r>
                      <a:r>
                        <a:rPr lang="ja-JP" altLang="en-US" sz="1000" b="0" i="0" u="none" strike="noStrike">
                          <a:solidFill>
                            <a:srgbClr val="000000"/>
                          </a:solidFill>
                          <a:effectLst/>
                          <a:latin typeface="游ゴシック" panose="020B0400000000000000" pitchFamily="50" charset="-128"/>
                          <a:ea typeface="游ゴシック" panose="020B0400000000000000" pitchFamily="50" charset="-128"/>
                        </a:rPr>
                        <a:t>インチ</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Intel Core Ultra 9 275HX</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NVIDIA GeForce RTX 5070 Ti (12G)</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59282648"/>
                  </a:ext>
                </a:extLst>
              </a:tr>
              <a:tr h="269298">
                <a:tc>
                  <a:txBody>
                    <a:bodyPr/>
                    <a:lstStyle/>
                    <a:p>
                      <a:pPr algn="ct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G</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Z series</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Diamond</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ZL7C-R57-6A</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¥350,000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¥320,032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55</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16</a:t>
                      </a:r>
                      <a:r>
                        <a:rPr lang="ja-JP" altLang="en-US" sz="1000" b="0" i="0" u="none" strike="noStrike">
                          <a:solidFill>
                            <a:srgbClr val="000000"/>
                          </a:solidFill>
                          <a:effectLst/>
                          <a:latin typeface="游ゴシック" panose="020B0400000000000000" pitchFamily="50" charset="-128"/>
                          <a:ea typeface="游ゴシック" panose="020B0400000000000000" pitchFamily="50" charset="-128"/>
                        </a:rPr>
                        <a:t>インチ</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Intel Core Ultra 7 255HX</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pt-BR" sz="1000" b="0" i="0" u="none" strike="noStrike">
                          <a:solidFill>
                            <a:srgbClr val="000000"/>
                          </a:solidFill>
                          <a:effectLst/>
                          <a:latin typeface="游ゴシック" panose="020B0400000000000000" pitchFamily="50" charset="-128"/>
                          <a:ea typeface="游ゴシック" panose="020B0400000000000000" pitchFamily="50" charset="-128"/>
                        </a:rPr>
                        <a:t>NVIDIA GeForce RTX 5070 (8G)</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6735562"/>
                  </a:ext>
                </a:extLst>
              </a:tr>
              <a:tr h="269298">
                <a:tc>
                  <a:txBody>
                    <a:bodyPr/>
                    <a:lstStyle/>
                    <a:p>
                      <a:pPr algn="ct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C</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Z series</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Deluxe</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ZL9C-R57-C7</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¥320,000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¥295,387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68</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17</a:t>
                      </a:r>
                      <a:r>
                        <a:rPr lang="ja-JP" altLang="en-US" sz="1000" b="0" i="0" u="none" strike="noStrike">
                          <a:solidFill>
                            <a:srgbClr val="000000"/>
                          </a:solidFill>
                          <a:effectLst/>
                          <a:latin typeface="游ゴシック" panose="020B0400000000000000" pitchFamily="50" charset="-128"/>
                          <a:ea typeface="游ゴシック" panose="020B0400000000000000" pitchFamily="50" charset="-128"/>
                        </a:rPr>
                        <a:t>インチ</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Intel Core i9 14900HX</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pt-BR" sz="1000" b="0" i="0" u="none" strike="noStrike">
                          <a:solidFill>
                            <a:srgbClr val="000000"/>
                          </a:solidFill>
                          <a:effectLst/>
                          <a:latin typeface="游ゴシック" panose="020B0400000000000000" pitchFamily="50" charset="-128"/>
                          <a:ea typeface="游ゴシック" panose="020B0400000000000000" pitchFamily="50" charset="-128"/>
                        </a:rPr>
                        <a:t>NVIDIA GeForce RTX 5070 (8G)</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52737162"/>
                  </a:ext>
                </a:extLst>
              </a:tr>
              <a:tr h="269298">
                <a:tc>
                  <a:txBody>
                    <a:bodyPr/>
                    <a:lstStyle/>
                    <a:p>
                      <a:pPr algn="ct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8</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G</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X series</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Diamond</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XL7C-R56-6A</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¥280,000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¥238,399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71</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16</a:t>
                      </a:r>
                      <a:r>
                        <a:rPr lang="ja-JP" altLang="en-US" sz="1000" b="0" i="0" u="none" strike="noStrike">
                          <a:solidFill>
                            <a:srgbClr val="000000"/>
                          </a:solidFill>
                          <a:effectLst/>
                          <a:latin typeface="游ゴシック" panose="020B0400000000000000" pitchFamily="50" charset="-128"/>
                          <a:ea typeface="游ゴシック" panose="020B0400000000000000" pitchFamily="50" charset="-128"/>
                        </a:rPr>
                        <a:t>インチ</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Intel Core Ultra 7 255HX</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pt-BR" sz="1000" b="0" i="0" u="none" strike="noStrike">
                          <a:solidFill>
                            <a:srgbClr val="000000"/>
                          </a:solidFill>
                          <a:effectLst/>
                          <a:latin typeface="游ゴシック" panose="020B0400000000000000" pitchFamily="50" charset="-128"/>
                          <a:ea typeface="游ゴシック" panose="020B0400000000000000" pitchFamily="50" charset="-128"/>
                        </a:rPr>
                        <a:t>NVIDIA GeForce RTX 5060 (8G)</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1458311"/>
                  </a:ext>
                </a:extLst>
              </a:tr>
              <a:tr h="269298">
                <a:tc>
                  <a:txBody>
                    <a:bodyPr/>
                    <a:lstStyle/>
                    <a:p>
                      <a:pPr algn="ct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9</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C</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X series</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Deluxe</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XL7C-R56-C6A</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¥280,000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¥242,100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52</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16</a:t>
                      </a:r>
                      <a:r>
                        <a:rPr lang="ja-JP" altLang="en-US" sz="1000" b="0" i="0" u="none" strike="noStrike">
                          <a:solidFill>
                            <a:srgbClr val="000000"/>
                          </a:solidFill>
                          <a:effectLst/>
                          <a:latin typeface="游ゴシック" panose="020B0400000000000000" pitchFamily="50" charset="-128"/>
                          <a:ea typeface="游ゴシック" panose="020B0400000000000000" pitchFamily="50" charset="-128"/>
                        </a:rPr>
                        <a:t>インチ</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pt-BR" sz="1000" b="0" i="0" u="none" strike="noStrike">
                          <a:solidFill>
                            <a:srgbClr val="000000"/>
                          </a:solidFill>
                          <a:effectLst/>
                          <a:latin typeface="游ゴシック" panose="020B0400000000000000" pitchFamily="50" charset="-128"/>
                          <a:ea typeface="游ゴシック" panose="020B0400000000000000" pitchFamily="50" charset="-128"/>
                        </a:rPr>
                        <a:t>Intel Core Ultra 7 255H</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pt-BR" sz="1000" b="0" i="0" u="none" strike="noStrike">
                          <a:solidFill>
                            <a:srgbClr val="000000"/>
                          </a:solidFill>
                          <a:effectLst/>
                          <a:latin typeface="游ゴシック" panose="020B0400000000000000" pitchFamily="50" charset="-128"/>
                          <a:ea typeface="游ゴシック" panose="020B0400000000000000" pitchFamily="50" charset="-128"/>
                        </a:rPr>
                        <a:t>NVIDIA GeForce RTX 5060 (8G)</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10274519"/>
                  </a:ext>
                </a:extLst>
              </a:tr>
              <a:tr h="269298">
                <a:tc>
                  <a:txBody>
                    <a:bodyPr/>
                    <a:lstStyle/>
                    <a:p>
                      <a:pPr algn="ct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C</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buNone/>
                      </a:pPr>
                      <a:r>
                        <a:rPr lang="ja-JP" altLang="en-US" sz="1000" b="0" i="0" u="none" strike="noStrike">
                          <a:solidFill>
                            <a:srgbClr val="000000"/>
                          </a:solidFill>
                          <a:effectLst/>
                          <a:latin typeface="游ゴシック" panose="020B0400000000000000" pitchFamily="50" charset="-128"/>
                          <a:ea typeface="游ゴシック" panose="020B0400000000000000" pitchFamily="50" charset="-128"/>
                        </a:rPr>
                        <a:t>ー</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Deluxe</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NDR9L-R56-C6</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¥400,000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¥414,722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16</a:t>
                      </a:r>
                      <a:r>
                        <a:rPr lang="ja-JP" altLang="en-US" sz="1000" b="0" i="0" u="none" strike="noStrike">
                          <a:solidFill>
                            <a:srgbClr val="000000"/>
                          </a:solidFill>
                          <a:effectLst/>
                          <a:latin typeface="游ゴシック" panose="020B0400000000000000" pitchFamily="50" charset="-128"/>
                          <a:ea typeface="游ゴシック" panose="020B0400000000000000" pitchFamily="50" charset="-128"/>
                        </a:rPr>
                        <a:t>インチ</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AMD Ryzen AI 9 HX470</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pt-BR" sz="1000" b="0" i="0" u="none" strike="noStrike">
                          <a:solidFill>
                            <a:srgbClr val="000000"/>
                          </a:solidFill>
                          <a:effectLst/>
                          <a:latin typeface="游ゴシック" panose="020B0400000000000000" pitchFamily="50" charset="-128"/>
                          <a:ea typeface="游ゴシック" panose="020B0400000000000000" pitchFamily="50" charset="-128"/>
                        </a:rPr>
                        <a:t>NVIDIA GeForce RTX 5060 (8G)</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54574287"/>
                  </a:ext>
                </a:extLst>
              </a:tr>
              <a:tr h="269298">
                <a:tc>
                  <a:txBody>
                    <a:bodyPr/>
                    <a:lstStyle/>
                    <a:p>
                      <a:pPr algn="ct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G</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X series</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Diamond</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XL7R-R56-6A</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¥250,000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¥270,781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50</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16</a:t>
                      </a:r>
                      <a:r>
                        <a:rPr lang="ja-JP" altLang="en-US" sz="1000" b="0" i="0" u="none" strike="noStrike">
                          <a:solidFill>
                            <a:srgbClr val="000000"/>
                          </a:solidFill>
                          <a:effectLst/>
                          <a:latin typeface="游ゴシック" panose="020B0400000000000000" pitchFamily="50" charset="-128"/>
                          <a:ea typeface="游ゴシック" panose="020B0400000000000000" pitchFamily="50" charset="-128"/>
                        </a:rPr>
                        <a:t>インチ</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AMD Ryzen AI 7  350</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pt-BR" sz="1000" b="0" i="0" u="none" strike="noStrike">
                          <a:solidFill>
                            <a:srgbClr val="000000"/>
                          </a:solidFill>
                          <a:effectLst/>
                          <a:latin typeface="游ゴシック" panose="020B0400000000000000" pitchFamily="50" charset="-128"/>
                          <a:ea typeface="游ゴシック" panose="020B0400000000000000" pitchFamily="50" charset="-128"/>
                        </a:rPr>
                        <a:t>NVIDIA GeForce RTX 5060 (8G)</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84050239"/>
                  </a:ext>
                </a:extLst>
              </a:tr>
              <a:tr h="269298">
                <a:tc>
                  <a:txBody>
                    <a:bodyPr/>
                    <a:lstStyle/>
                    <a:p>
                      <a:pPr algn="ct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C</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buNone/>
                      </a:pPr>
                      <a:r>
                        <a:rPr lang="ja-JP" altLang="en-US" sz="1000" b="0" i="0" u="none" strike="noStrike">
                          <a:solidFill>
                            <a:srgbClr val="000000"/>
                          </a:solidFill>
                          <a:effectLst/>
                          <a:latin typeface="游ゴシック" panose="020B0400000000000000" pitchFamily="50" charset="-128"/>
                          <a:ea typeface="游ゴシック" panose="020B0400000000000000" pitchFamily="50" charset="-128"/>
                        </a:rPr>
                        <a:t>ー</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Deluxe</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NDR9L-IG-C4</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¥250,000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¥322,800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14</a:t>
                      </a:r>
                      <a:r>
                        <a:rPr lang="ja-JP" altLang="en-US" sz="1000" b="0" i="0" u="none" strike="noStrike">
                          <a:solidFill>
                            <a:srgbClr val="000000"/>
                          </a:solidFill>
                          <a:effectLst/>
                          <a:latin typeface="游ゴシック" panose="020B0400000000000000" pitchFamily="50" charset="-128"/>
                          <a:ea typeface="游ゴシック" panose="020B0400000000000000" pitchFamily="50" charset="-128"/>
                        </a:rPr>
                        <a:t>インチ</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AMD Ryzen AI 9 HX470</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AMD Radeon 890M (iGPU)</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18890344"/>
                  </a:ext>
                </a:extLst>
              </a:tr>
              <a:tr h="269298">
                <a:tc>
                  <a:txBody>
                    <a:bodyPr/>
                    <a:lstStyle/>
                    <a:p>
                      <a:pPr algn="ct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13</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C</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D series</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Deluxe</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DL9R-IG-C4A</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¥220,000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¥205,904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133</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14</a:t>
                      </a:r>
                      <a:r>
                        <a:rPr lang="ja-JP" altLang="en-US" sz="1000" b="0" i="0" u="none" strike="noStrike">
                          <a:solidFill>
                            <a:srgbClr val="000000"/>
                          </a:solidFill>
                          <a:effectLst/>
                          <a:latin typeface="游ゴシック" panose="020B0400000000000000" pitchFamily="50" charset="-128"/>
                          <a:ea typeface="游ゴシック" panose="020B0400000000000000" pitchFamily="50" charset="-128"/>
                        </a:rPr>
                        <a:t>インチ</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AMD Ryzen AI 9 HX370</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AMD Radeon 890M (iGPU)</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43178343"/>
                  </a:ext>
                </a:extLst>
              </a:tr>
              <a:tr h="269298">
                <a:tc>
                  <a:txBody>
                    <a:bodyPr/>
                    <a:lstStyle/>
                    <a:p>
                      <a:pPr algn="ct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14</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G</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R series</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Platinum</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RL7C-R56-5N</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¥240,000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¥239,869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239</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15.6</a:t>
                      </a:r>
                      <a:r>
                        <a:rPr lang="ja-JP" altLang="en-US" sz="1000" b="0" i="0" u="none" strike="noStrike">
                          <a:solidFill>
                            <a:srgbClr val="000000"/>
                          </a:solidFill>
                          <a:effectLst/>
                          <a:latin typeface="游ゴシック" panose="020B0400000000000000" pitchFamily="50" charset="-128"/>
                          <a:ea typeface="游ゴシック" panose="020B0400000000000000" pitchFamily="50" charset="-128"/>
                        </a:rPr>
                        <a:t>インチ</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Intel Core i7 14650HX</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pt-BR" sz="1000" b="0" i="0" u="none" strike="noStrike">
                          <a:solidFill>
                            <a:srgbClr val="000000"/>
                          </a:solidFill>
                          <a:effectLst/>
                          <a:latin typeface="游ゴシック" panose="020B0400000000000000" pitchFamily="50" charset="-128"/>
                          <a:ea typeface="游ゴシック" panose="020B0400000000000000" pitchFamily="50" charset="-128"/>
                        </a:rPr>
                        <a:t>NVIDIA GeForce RTX 5060 (8G)</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61200378"/>
                  </a:ext>
                </a:extLst>
              </a:tr>
              <a:tr h="269298">
                <a:tc>
                  <a:txBody>
                    <a:bodyPr/>
                    <a:lstStyle/>
                    <a:p>
                      <a:pPr algn="ct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C</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R series</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Selected</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RL7C-R56-C5N</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¥240,000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¥241,800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154</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15.6</a:t>
                      </a:r>
                      <a:r>
                        <a:rPr lang="ja-JP" altLang="en-US" sz="1000" b="0" i="0" u="none" strike="noStrike">
                          <a:solidFill>
                            <a:srgbClr val="000000"/>
                          </a:solidFill>
                          <a:effectLst/>
                          <a:latin typeface="游ゴシック" panose="020B0400000000000000" pitchFamily="50" charset="-128"/>
                          <a:ea typeface="游ゴシック" panose="020B0400000000000000" pitchFamily="50" charset="-128"/>
                        </a:rPr>
                        <a:t>インチ</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Intel Core i7 14650HX</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pt-BR" sz="1000" b="0" i="0" u="none" strike="noStrike">
                          <a:solidFill>
                            <a:srgbClr val="000000"/>
                          </a:solidFill>
                          <a:effectLst/>
                          <a:latin typeface="游ゴシック" panose="020B0400000000000000" pitchFamily="50" charset="-128"/>
                          <a:ea typeface="游ゴシック" panose="020B0400000000000000" pitchFamily="50" charset="-128"/>
                        </a:rPr>
                        <a:t>NVIDIA GeForce RTX 5060 (8G)</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81667886"/>
                  </a:ext>
                </a:extLst>
              </a:tr>
              <a:tr h="269298">
                <a:tc>
                  <a:txBody>
                    <a:bodyPr/>
                    <a:lstStyle/>
                    <a:p>
                      <a:pPr algn="ct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16</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G</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R series</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Platinum</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RL7C-R55-5N</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¥200,000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¥210,284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230</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15.6</a:t>
                      </a:r>
                      <a:r>
                        <a:rPr lang="ja-JP" altLang="en-US" sz="1000" b="0" i="0" u="none" strike="noStrike">
                          <a:solidFill>
                            <a:srgbClr val="000000"/>
                          </a:solidFill>
                          <a:effectLst/>
                          <a:latin typeface="游ゴシック" panose="020B0400000000000000" pitchFamily="50" charset="-128"/>
                          <a:ea typeface="游ゴシック" panose="020B0400000000000000" pitchFamily="50" charset="-128"/>
                        </a:rPr>
                        <a:t>インチ</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Intel Core i7 14650HX</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pt-BR" sz="1000" b="0" i="0" u="none" strike="noStrike">
                          <a:solidFill>
                            <a:srgbClr val="000000"/>
                          </a:solidFill>
                          <a:effectLst/>
                          <a:latin typeface="游ゴシック" panose="020B0400000000000000" pitchFamily="50" charset="-128"/>
                          <a:ea typeface="游ゴシック" panose="020B0400000000000000" pitchFamily="50" charset="-128"/>
                        </a:rPr>
                        <a:t>NVIDIA GeForce RTX 5050 (8G)</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0772876"/>
                  </a:ext>
                </a:extLst>
              </a:tr>
              <a:tr h="269298">
                <a:tc>
                  <a:txBody>
                    <a:bodyPr/>
                    <a:lstStyle/>
                    <a:p>
                      <a:pPr algn="ct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17</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C</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R series</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Selected</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RL7C-R55-C5N</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¥200,000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¥214,160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106</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15.6</a:t>
                      </a:r>
                      <a:r>
                        <a:rPr lang="ja-JP" altLang="en-US" sz="1000" b="0" i="0" u="none" strike="noStrike">
                          <a:solidFill>
                            <a:srgbClr val="000000"/>
                          </a:solidFill>
                          <a:effectLst/>
                          <a:latin typeface="游ゴシック" panose="020B0400000000000000" pitchFamily="50" charset="-128"/>
                          <a:ea typeface="游ゴシック" panose="020B0400000000000000" pitchFamily="50" charset="-128"/>
                        </a:rPr>
                        <a:t>インチ</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Intel Core i7 14650HX</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pt-BR" sz="1000" b="0" i="0" u="none" strike="noStrike">
                          <a:solidFill>
                            <a:srgbClr val="000000"/>
                          </a:solidFill>
                          <a:effectLst/>
                          <a:latin typeface="游ゴシック" panose="020B0400000000000000" pitchFamily="50" charset="-128"/>
                          <a:ea typeface="游ゴシック" panose="020B0400000000000000" pitchFamily="50" charset="-128"/>
                        </a:rPr>
                        <a:t>NVIDIA GeForce RTX 5050 (8G)</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93697694"/>
                  </a:ext>
                </a:extLst>
              </a:tr>
              <a:tr h="269298">
                <a:tc>
                  <a:txBody>
                    <a:bodyPr/>
                    <a:lstStyle/>
                    <a:p>
                      <a:pPr algn="ct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18</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G</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R series</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Platinum</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RL7C-R45-5N</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¥180,000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¥174,979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485</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15.6</a:t>
                      </a:r>
                      <a:r>
                        <a:rPr lang="ja-JP" altLang="en-US" sz="1000" b="0" i="0" u="none" strike="noStrike">
                          <a:solidFill>
                            <a:srgbClr val="000000"/>
                          </a:solidFill>
                          <a:effectLst/>
                          <a:latin typeface="游ゴシック" panose="020B0400000000000000" pitchFamily="50" charset="-128"/>
                          <a:ea typeface="游ゴシック" panose="020B0400000000000000" pitchFamily="50" charset="-128"/>
                        </a:rPr>
                        <a:t>インチ</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Intel Core i7 13620H</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pt-BR" sz="1000" b="0" i="0" u="none" strike="noStrike">
                          <a:solidFill>
                            <a:srgbClr val="000000"/>
                          </a:solidFill>
                          <a:effectLst/>
                          <a:latin typeface="游ゴシック" panose="020B0400000000000000" pitchFamily="50" charset="-128"/>
                          <a:ea typeface="游ゴシック" panose="020B0400000000000000" pitchFamily="50" charset="-128"/>
                        </a:rPr>
                        <a:t>NVIDIA GeForce RTX 4050 (6G)</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38327143"/>
                  </a:ext>
                </a:extLst>
              </a:tr>
              <a:tr h="269298">
                <a:tc>
                  <a:txBody>
                    <a:bodyPr/>
                    <a:lstStyle/>
                    <a:p>
                      <a:pPr algn="ct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19</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C</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R series</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Selected</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RL7C-R45-C5N</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¥180,000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¥188,278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132</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15.6</a:t>
                      </a:r>
                      <a:r>
                        <a:rPr lang="ja-JP" altLang="en-US" sz="1000" b="0" i="0" u="none" strike="noStrike">
                          <a:solidFill>
                            <a:srgbClr val="000000"/>
                          </a:solidFill>
                          <a:effectLst/>
                          <a:latin typeface="游ゴシック" panose="020B0400000000000000" pitchFamily="50" charset="-128"/>
                          <a:ea typeface="游ゴシック" panose="020B0400000000000000" pitchFamily="50" charset="-128"/>
                        </a:rPr>
                        <a:t>インチ</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Intel Core i7 13620H</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pt-BR" sz="1000" b="0" i="0" u="none" strike="noStrike">
                          <a:solidFill>
                            <a:srgbClr val="000000"/>
                          </a:solidFill>
                          <a:effectLst/>
                          <a:latin typeface="游ゴシック" panose="020B0400000000000000" pitchFamily="50" charset="-128"/>
                          <a:ea typeface="游ゴシック" panose="020B0400000000000000" pitchFamily="50" charset="-128"/>
                        </a:rPr>
                        <a:t>NVIDIA GeForce RTX 4050 (6G)</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94468389"/>
                  </a:ext>
                </a:extLst>
              </a:tr>
              <a:tr h="269298">
                <a:tc>
                  <a:txBody>
                    <a:bodyPr/>
                    <a:lstStyle/>
                    <a:p>
                      <a:pPr algn="ct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20</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G</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R series</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Platinum</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RL7C-R35-5N</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¥150,000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¥142,090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757</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15.6</a:t>
                      </a:r>
                      <a:r>
                        <a:rPr lang="ja-JP" altLang="en-US" sz="1000" b="0" i="0" u="none" strike="noStrike">
                          <a:solidFill>
                            <a:srgbClr val="000000"/>
                          </a:solidFill>
                          <a:effectLst/>
                          <a:latin typeface="游ゴシック" panose="020B0400000000000000" pitchFamily="50" charset="-128"/>
                          <a:ea typeface="游ゴシック" panose="020B0400000000000000" pitchFamily="50" charset="-128"/>
                        </a:rPr>
                        <a:t>インチ</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Intel Core i7 13620H</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pt-BR" sz="1000" b="0" i="0" u="none" strike="noStrike">
                          <a:solidFill>
                            <a:srgbClr val="000000"/>
                          </a:solidFill>
                          <a:effectLst/>
                          <a:latin typeface="游ゴシック" panose="020B0400000000000000" pitchFamily="50" charset="-128"/>
                          <a:ea typeface="游ゴシック" panose="020B0400000000000000" pitchFamily="50" charset="-128"/>
                        </a:rPr>
                        <a:t>NVIDIA GeForce RTX 3050 (6G)</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28740556"/>
                  </a:ext>
                </a:extLst>
              </a:tr>
              <a:tr h="269298">
                <a:tc>
                  <a:txBody>
                    <a:bodyPr/>
                    <a:lstStyle/>
                    <a:p>
                      <a:pPr algn="ct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21</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C</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R series</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Selected</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RL7C-R35-C5N</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¥150,000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¥163,477 </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218</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1000" b="0" i="0" u="none" strike="noStrike">
                          <a:solidFill>
                            <a:srgbClr val="000000"/>
                          </a:solidFill>
                          <a:effectLst/>
                          <a:latin typeface="游ゴシック" panose="020B0400000000000000" pitchFamily="50" charset="-128"/>
                          <a:ea typeface="游ゴシック" panose="020B0400000000000000" pitchFamily="50" charset="-128"/>
                        </a:rPr>
                        <a:t>15.6</a:t>
                      </a:r>
                      <a:r>
                        <a:rPr lang="ja-JP" altLang="en-US" sz="1000" b="0" i="0" u="none" strike="noStrike">
                          <a:solidFill>
                            <a:srgbClr val="000000"/>
                          </a:solidFill>
                          <a:effectLst/>
                          <a:latin typeface="游ゴシック" panose="020B0400000000000000" pitchFamily="50" charset="-128"/>
                          <a:ea typeface="游ゴシック" panose="020B0400000000000000" pitchFamily="50" charset="-128"/>
                        </a:rPr>
                        <a:t>インチ</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000" b="0" i="0" u="none" strike="noStrike">
                          <a:solidFill>
                            <a:srgbClr val="000000"/>
                          </a:solidFill>
                          <a:effectLst/>
                          <a:latin typeface="游ゴシック" panose="020B0400000000000000" pitchFamily="50" charset="-128"/>
                          <a:ea typeface="游ゴシック" panose="020B0400000000000000" pitchFamily="50" charset="-128"/>
                        </a:rPr>
                        <a:t>Intel Core i7 13620H</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pt-BR" sz="1000" b="0" i="0" u="none" strike="noStrike">
                          <a:solidFill>
                            <a:srgbClr val="000000"/>
                          </a:solidFill>
                          <a:effectLst/>
                          <a:latin typeface="游ゴシック" panose="020B0400000000000000" pitchFamily="50" charset="-128"/>
                          <a:ea typeface="游ゴシック" panose="020B0400000000000000" pitchFamily="50" charset="-128"/>
                        </a:rPr>
                        <a:t>NVIDIA GeForce RTX 3050 (6G)</a:t>
                      </a:r>
                    </a:p>
                  </a:txBody>
                  <a:tcPr marL="7785" marR="7785" marT="778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59947837"/>
                  </a:ext>
                </a:extLst>
              </a:tr>
            </a:tbl>
          </a:graphicData>
        </a:graphic>
      </p:graphicFrame>
      <p:sp>
        <p:nvSpPr>
          <p:cNvPr id="3" name="テキスト ボックス 2">
            <a:extLst>
              <a:ext uri="{FF2B5EF4-FFF2-40B4-BE49-F238E27FC236}">
                <a16:creationId xmlns:a16="http://schemas.microsoft.com/office/drawing/2014/main" id="{F8E88C10-BBE9-9BB9-AF81-CE5BC35DD33B}"/>
              </a:ext>
            </a:extLst>
          </p:cNvPr>
          <p:cNvSpPr txBox="1"/>
          <p:nvPr/>
        </p:nvSpPr>
        <p:spPr>
          <a:xfrm>
            <a:off x="181160" y="133644"/>
            <a:ext cx="2709822" cy="369332"/>
          </a:xfrm>
          <a:prstGeom prst="rect">
            <a:avLst/>
          </a:prstGeom>
          <a:noFill/>
        </p:spPr>
        <p:txBody>
          <a:bodyPr wrap="square" rtlCol="0">
            <a:spAutoFit/>
          </a:bodyPr>
          <a:lstStyle/>
          <a:p>
            <a:r>
              <a:rPr lang="ja-JP" altLang="en-US" b="1"/>
              <a:t>現行品対照表</a:t>
            </a:r>
            <a:endParaRPr kumimoji="1" lang="ja-JP" altLang="en-US" b="1"/>
          </a:p>
        </p:txBody>
      </p:sp>
    </p:spTree>
    <p:extLst>
      <p:ext uri="{BB962C8B-B14F-4D97-AF65-F5344CB8AC3E}">
        <p14:creationId xmlns:p14="http://schemas.microsoft.com/office/powerpoint/2010/main" val="32635649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45441E23-2205-DD28-29FA-87A85A69269E}"/>
              </a:ext>
            </a:extLst>
          </p:cNvPr>
          <p:cNvGraphicFramePr>
            <a:graphicFrameLocks noGrp="1"/>
          </p:cNvGraphicFramePr>
          <p:nvPr>
            <p:extLst>
              <p:ext uri="{D42A27DB-BD31-4B8C-83A1-F6EECF244321}">
                <p14:modId xmlns:p14="http://schemas.microsoft.com/office/powerpoint/2010/main" val="3431684604"/>
              </p:ext>
            </p:extLst>
          </p:nvPr>
        </p:nvGraphicFramePr>
        <p:xfrm>
          <a:off x="835025" y="524669"/>
          <a:ext cx="8547104" cy="1200150"/>
        </p:xfrm>
        <a:graphic>
          <a:graphicData uri="http://schemas.openxmlformats.org/drawingml/2006/table">
            <a:tbl>
              <a:tblPr/>
              <a:tblGrid>
                <a:gridCol w="1068388">
                  <a:extLst>
                    <a:ext uri="{9D8B030D-6E8A-4147-A177-3AD203B41FA5}">
                      <a16:colId xmlns:a16="http://schemas.microsoft.com/office/drawing/2014/main" val="2387355725"/>
                    </a:ext>
                  </a:extLst>
                </a:gridCol>
                <a:gridCol w="1068388">
                  <a:extLst>
                    <a:ext uri="{9D8B030D-6E8A-4147-A177-3AD203B41FA5}">
                      <a16:colId xmlns:a16="http://schemas.microsoft.com/office/drawing/2014/main" val="39672564"/>
                    </a:ext>
                  </a:extLst>
                </a:gridCol>
                <a:gridCol w="1068388">
                  <a:extLst>
                    <a:ext uri="{9D8B030D-6E8A-4147-A177-3AD203B41FA5}">
                      <a16:colId xmlns:a16="http://schemas.microsoft.com/office/drawing/2014/main" val="4133392586"/>
                    </a:ext>
                  </a:extLst>
                </a:gridCol>
                <a:gridCol w="1068388">
                  <a:extLst>
                    <a:ext uri="{9D8B030D-6E8A-4147-A177-3AD203B41FA5}">
                      <a16:colId xmlns:a16="http://schemas.microsoft.com/office/drawing/2014/main" val="1454621901"/>
                    </a:ext>
                  </a:extLst>
                </a:gridCol>
                <a:gridCol w="1068388">
                  <a:extLst>
                    <a:ext uri="{9D8B030D-6E8A-4147-A177-3AD203B41FA5}">
                      <a16:colId xmlns:a16="http://schemas.microsoft.com/office/drawing/2014/main" val="1510002160"/>
                    </a:ext>
                  </a:extLst>
                </a:gridCol>
                <a:gridCol w="1068388">
                  <a:extLst>
                    <a:ext uri="{9D8B030D-6E8A-4147-A177-3AD203B41FA5}">
                      <a16:colId xmlns:a16="http://schemas.microsoft.com/office/drawing/2014/main" val="4062811179"/>
                    </a:ext>
                  </a:extLst>
                </a:gridCol>
                <a:gridCol w="1068388">
                  <a:extLst>
                    <a:ext uri="{9D8B030D-6E8A-4147-A177-3AD203B41FA5}">
                      <a16:colId xmlns:a16="http://schemas.microsoft.com/office/drawing/2014/main" val="3965799127"/>
                    </a:ext>
                  </a:extLst>
                </a:gridCol>
                <a:gridCol w="1068388">
                  <a:extLst>
                    <a:ext uri="{9D8B030D-6E8A-4147-A177-3AD203B41FA5}">
                      <a16:colId xmlns:a16="http://schemas.microsoft.com/office/drawing/2014/main" val="2899902919"/>
                    </a:ext>
                  </a:extLst>
                </a:gridCol>
              </a:tblGrid>
              <a:tr h="238125">
                <a:tc>
                  <a:txBody>
                    <a:bodyPr/>
                    <a:lstStyle/>
                    <a:p>
                      <a:pPr algn="l"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41</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期</a:t>
                      </a:r>
                      <a:endParaRPr lang="en-US" alt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予算</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実績</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差異</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日割進捗</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達成率</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昨年比</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昨年実績</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4608248"/>
                  </a:ext>
                </a:extLst>
              </a:tr>
              <a:tr h="238125">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売上</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6,322,176,033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5,292,095,010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9C0006"/>
                          </a:solidFill>
                          <a:effectLst/>
                          <a:latin typeface="游ゴシック" panose="020B0400000000000000" pitchFamily="50" charset="-128"/>
                          <a:ea typeface="游ゴシック" panose="020B0400000000000000" pitchFamily="50" charset="-128"/>
                        </a:rPr>
                        <a:t>-1,030,081,023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7CE"/>
                    </a:solidFill>
                  </a:tcPr>
                </a:tc>
                <a:tc>
                  <a:txBody>
                    <a:bodyPr/>
                    <a:lstStyle/>
                    <a:p>
                      <a:pPr algn="r" fontAlgn="ctr">
                        <a:buNone/>
                      </a:pPr>
                      <a:r>
                        <a:rPr lang="en-US" altLang="ja-JP" sz="1100" b="0" i="0" u="none" strike="noStrike">
                          <a:solidFill>
                            <a:srgbClr val="9C0006"/>
                          </a:solidFill>
                          <a:effectLst/>
                          <a:latin typeface="游ゴシック" panose="020B0400000000000000" pitchFamily="50" charset="-128"/>
                          <a:ea typeface="游ゴシック" panose="020B0400000000000000" pitchFamily="50" charset="-128"/>
                        </a:rPr>
                        <a:t>83.7%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7CE"/>
                    </a:solidFill>
                  </a:tcPr>
                </a:tc>
                <a:tc>
                  <a:txBody>
                    <a:bodyPr/>
                    <a:lstStyle/>
                    <a:p>
                      <a:pPr algn="r" fontAlgn="ctr">
                        <a:buNone/>
                      </a:pPr>
                      <a:r>
                        <a:rPr lang="en-US" altLang="ja-JP" sz="1100" b="0" i="0" u="none" strike="noStrike">
                          <a:solidFill>
                            <a:srgbClr val="9C0006"/>
                          </a:solidFill>
                          <a:effectLst/>
                          <a:latin typeface="游ゴシック" panose="020B0400000000000000" pitchFamily="50" charset="-128"/>
                          <a:ea typeface="游ゴシック" panose="020B0400000000000000" pitchFamily="50" charset="-128"/>
                        </a:rPr>
                        <a:t>83.7%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7CE"/>
                    </a:solid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136.7%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3,872,570,633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7030896"/>
                  </a:ext>
                </a:extLst>
              </a:tr>
              <a:tr h="238125">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粗利</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783,018,751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790,236,177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9C0006"/>
                          </a:solidFill>
                          <a:effectLst/>
                          <a:latin typeface="游ゴシック" panose="020B0400000000000000" pitchFamily="50" charset="-128"/>
                          <a:ea typeface="游ゴシック" panose="020B0400000000000000" pitchFamily="50" charset="-128"/>
                        </a:rPr>
                        <a:t>7,217,426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7CE"/>
                    </a:solid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100.9%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100.9%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352.4%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224,262,145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1438449"/>
                  </a:ext>
                </a:extLst>
              </a:tr>
              <a:tr h="238125">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台数</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45,177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33,879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9C0006"/>
                          </a:solidFill>
                          <a:effectLst/>
                          <a:latin typeface="游ゴシック" panose="020B0400000000000000" pitchFamily="50" charset="-128"/>
                          <a:ea typeface="游ゴシック" panose="020B0400000000000000" pitchFamily="50" charset="-128"/>
                        </a:rPr>
                        <a:t>-11,298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7CE"/>
                    </a:solidFill>
                  </a:tcPr>
                </a:tc>
                <a:tc>
                  <a:txBody>
                    <a:bodyPr/>
                    <a:lstStyle/>
                    <a:p>
                      <a:pPr algn="r" fontAlgn="ctr">
                        <a:buNone/>
                      </a:pPr>
                      <a:r>
                        <a:rPr lang="en-US" altLang="ja-JP" sz="1100" b="0" i="0" u="none" strike="noStrike">
                          <a:solidFill>
                            <a:srgbClr val="9C0006"/>
                          </a:solidFill>
                          <a:effectLst/>
                          <a:latin typeface="游ゴシック" panose="020B0400000000000000" pitchFamily="50" charset="-128"/>
                          <a:ea typeface="游ゴシック" panose="020B0400000000000000" pitchFamily="50" charset="-128"/>
                        </a:rPr>
                        <a:t>75.0%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7CE"/>
                    </a:solidFill>
                  </a:tcPr>
                </a:tc>
                <a:tc>
                  <a:txBody>
                    <a:bodyPr/>
                    <a:lstStyle/>
                    <a:p>
                      <a:pPr algn="r" fontAlgn="ctr">
                        <a:buNone/>
                      </a:pPr>
                      <a:r>
                        <a:rPr lang="en-US" altLang="ja-JP" sz="1100" b="0" i="0" u="none" strike="noStrike">
                          <a:solidFill>
                            <a:srgbClr val="9C0006"/>
                          </a:solidFill>
                          <a:effectLst/>
                          <a:latin typeface="游ゴシック" panose="020B0400000000000000" pitchFamily="50" charset="-128"/>
                          <a:ea typeface="游ゴシック" panose="020B0400000000000000" pitchFamily="50" charset="-128"/>
                        </a:rPr>
                        <a:t>75.0%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7CE"/>
                    </a:solid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133.9%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25,304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5958083"/>
                  </a:ext>
                </a:extLst>
              </a:tr>
              <a:tr h="247650">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粗利率</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12.39%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14.93%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9C0006"/>
                          </a:solidFill>
                          <a:effectLst/>
                          <a:latin typeface="游ゴシック" panose="020B0400000000000000" pitchFamily="50" charset="-128"/>
                          <a:ea typeface="游ゴシック" panose="020B0400000000000000" pitchFamily="50" charset="-128"/>
                        </a:rPr>
                        <a:t>2.55%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7CE"/>
                    </a:solid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120.6%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120.6%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257.9%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5.8%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413004"/>
                  </a:ext>
                </a:extLst>
              </a:tr>
            </a:tbl>
          </a:graphicData>
        </a:graphic>
      </p:graphicFrame>
      <p:sp>
        <p:nvSpPr>
          <p:cNvPr id="3" name="テキスト ボックス 2">
            <a:extLst>
              <a:ext uri="{FF2B5EF4-FFF2-40B4-BE49-F238E27FC236}">
                <a16:creationId xmlns:a16="http://schemas.microsoft.com/office/drawing/2014/main" id="{E9308211-0977-D139-A76C-B9853ABB0C61}"/>
              </a:ext>
            </a:extLst>
          </p:cNvPr>
          <p:cNvSpPr txBox="1"/>
          <p:nvPr/>
        </p:nvSpPr>
        <p:spPr>
          <a:xfrm>
            <a:off x="181160" y="133644"/>
            <a:ext cx="3476440" cy="369332"/>
          </a:xfrm>
          <a:prstGeom prst="rect">
            <a:avLst/>
          </a:prstGeom>
          <a:noFill/>
        </p:spPr>
        <p:txBody>
          <a:bodyPr wrap="square" rtlCol="0">
            <a:spAutoFit/>
          </a:bodyPr>
          <a:lstStyle/>
          <a:p>
            <a:r>
              <a:rPr kumimoji="1" lang="en-US" altLang="ja-JP" b="1"/>
              <a:t>GALLERIA</a:t>
            </a:r>
            <a:r>
              <a:rPr kumimoji="1" lang="ja-JP" altLang="en-US" b="1"/>
              <a:t>ノート過去予実</a:t>
            </a:r>
          </a:p>
        </p:txBody>
      </p:sp>
      <p:graphicFrame>
        <p:nvGraphicFramePr>
          <p:cNvPr id="4" name="表 3">
            <a:extLst>
              <a:ext uri="{FF2B5EF4-FFF2-40B4-BE49-F238E27FC236}">
                <a16:creationId xmlns:a16="http://schemas.microsoft.com/office/drawing/2014/main" id="{1E129C97-F127-5973-0C95-9A71A46E7BE9}"/>
              </a:ext>
            </a:extLst>
          </p:cNvPr>
          <p:cNvGraphicFramePr>
            <a:graphicFrameLocks noGrp="1"/>
          </p:cNvGraphicFramePr>
          <p:nvPr>
            <p:extLst>
              <p:ext uri="{D42A27DB-BD31-4B8C-83A1-F6EECF244321}">
                <p14:modId xmlns:p14="http://schemas.microsoft.com/office/powerpoint/2010/main" val="1683351112"/>
              </p:ext>
            </p:extLst>
          </p:nvPr>
        </p:nvGraphicFramePr>
        <p:xfrm>
          <a:off x="835025" y="1946537"/>
          <a:ext cx="8547104" cy="1200150"/>
        </p:xfrm>
        <a:graphic>
          <a:graphicData uri="http://schemas.openxmlformats.org/drawingml/2006/table">
            <a:tbl>
              <a:tblPr/>
              <a:tblGrid>
                <a:gridCol w="1068388">
                  <a:extLst>
                    <a:ext uri="{9D8B030D-6E8A-4147-A177-3AD203B41FA5}">
                      <a16:colId xmlns:a16="http://schemas.microsoft.com/office/drawing/2014/main" val="81093709"/>
                    </a:ext>
                  </a:extLst>
                </a:gridCol>
                <a:gridCol w="1068388">
                  <a:extLst>
                    <a:ext uri="{9D8B030D-6E8A-4147-A177-3AD203B41FA5}">
                      <a16:colId xmlns:a16="http://schemas.microsoft.com/office/drawing/2014/main" val="3423811612"/>
                    </a:ext>
                  </a:extLst>
                </a:gridCol>
                <a:gridCol w="1068388">
                  <a:extLst>
                    <a:ext uri="{9D8B030D-6E8A-4147-A177-3AD203B41FA5}">
                      <a16:colId xmlns:a16="http://schemas.microsoft.com/office/drawing/2014/main" val="1813622239"/>
                    </a:ext>
                  </a:extLst>
                </a:gridCol>
                <a:gridCol w="1068388">
                  <a:extLst>
                    <a:ext uri="{9D8B030D-6E8A-4147-A177-3AD203B41FA5}">
                      <a16:colId xmlns:a16="http://schemas.microsoft.com/office/drawing/2014/main" val="2959847990"/>
                    </a:ext>
                  </a:extLst>
                </a:gridCol>
                <a:gridCol w="1068388">
                  <a:extLst>
                    <a:ext uri="{9D8B030D-6E8A-4147-A177-3AD203B41FA5}">
                      <a16:colId xmlns:a16="http://schemas.microsoft.com/office/drawing/2014/main" val="2365438639"/>
                    </a:ext>
                  </a:extLst>
                </a:gridCol>
                <a:gridCol w="1068388">
                  <a:extLst>
                    <a:ext uri="{9D8B030D-6E8A-4147-A177-3AD203B41FA5}">
                      <a16:colId xmlns:a16="http://schemas.microsoft.com/office/drawing/2014/main" val="4201829802"/>
                    </a:ext>
                  </a:extLst>
                </a:gridCol>
                <a:gridCol w="1068388">
                  <a:extLst>
                    <a:ext uri="{9D8B030D-6E8A-4147-A177-3AD203B41FA5}">
                      <a16:colId xmlns:a16="http://schemas.microsoft.com/office/drawing/2014/main" val="1705971365"/>
                    </a:ext>
                  </a:extLst>
                </a:gridCol>
                <a:gridCol w="1068388">
                  <a:extLst>
                    <a:ext uri="{9D8B030D-6E8A-4147-A177-3AD203B41FA5}">
                      <a16:colId xmlns:a16="http://schemas.microsoft.com/office/drawing/2014/main" val="3286772462"/>
                    </a:ext>
                  </a:extLst>
                </a:gridCol>
              </a:tblGrid>
              <a:tr h="238125">
                <a:tc>
                  <a:txBody>
                    <a:bodyPr/>
                    <a:lstStyle/>
                    <a:p>
                      <a:pPr algn="l"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42</a:t>
                      </a: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期</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予算</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実績</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差異</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日割進捗</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達成率</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昨年比</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昨年実績</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2335947"/>
                  </a:ext>
                </a:extLst>
              </a:tr>
              <a:tr h="238125">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売上</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7,668,707,329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7,263,297,794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C00000"/>
                          </a:solidFill>
                          <a:effectLst/>
                          <a:latin typeface="游ゴシック" panose="020B0400000000000000" pitchFamily="50" charset="-128"/>
                          <a:ea typeface="游ゴシック" panose="020B0400000000000000" pitchFamily="50" charset="-128"/>
                        </a:rPr>
                        <a:t>-405,409,535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r" fontAlgn="ctr">
                        <a:buNone/>
                      </a:pPr>
                      <a:r>
                        <a:rPr lang="en-US" altLang="ja-JP" sz="1100" b="0" i="0" u="none" strike="noStrike">
                          <a:solidFill>
                            <a:srgbClr val="C00000"/>
                          </a:solidFill>
                          <a:effectLst/>
                          <a:latin typeface="游ゴシック" panose="020B0400000000000000" pitchFamily="50" charset="-128"/>
                          <a:ea typeface="游ゴシック" panose="020B0400000000000000" pitchFamily="50" charset="-128"/>
                        </a:rPr>
                        <a:t>94.7%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r" fontAlgn="ctr">
                        <a:buNone/>
                      </a:pPr>
                      <a:r>
                        <a:rPr lang="en-US" altLang="ja-JP" sz="1100" b="0" i="0" u="none" strike="noStrike">
                          <a:solidFill>
                            <a:srgbClr val="C00000"/>
                          </a:solidFill>
                          <a:effectLst/>
                          <a:latin typeface="游ゴシック" panose="020B0400000000000000" pitchFamily="50" charset="-128"/>
                          <a:ea typeface="游ゴシック" panose="020B0400000000000000" pitchFamily="50" charset="-128"/>
                        </a:rPr>
                        <a:t>94.7%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137.2%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5,292,822,230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5778785"/>
                  </a:ext>
                </a:extLst>
              </a:tr>
              <a:tr h="238125">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粗利</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1,127,167,878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1,286,456,291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159,288,413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114.1%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114.1%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162.7%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790,456,779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0966786"/>
                  </a:ext>
                </a:extLst>
              </a:tr>
              <a:tr h="238125">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台数</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47,720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41,872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C00000"/>
                          </a:solidFill>
                          <a:effectLst/>
                          <a:latin typeface="游ゴシック" panose="020B0400000000000000" pitchFamily="50" charset="-128"/>
                          <a:ea typeface="游ゴシック" panose="020B0400000000000000" pitchFamily="50" charset="-128"/>
                        </a:rPr>
                        <a:t>-5,848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r" fontAlgn="ctr">
                        <a:buNone/>
                      </a:pPr>
                      <a:r>
                        <a:rPr lang="en-US" altLang="ja-JP" sz="1100" b="0" i="0" u="none" strike="noStrike">
                          <a:solidFill>
                            <a:srgbClr val="C00000"/>
                          </a:solidFill>
                          <a:effectLst/>
                          <a:latin typeface="游ゴシック" panose="020B0400000000000000" pitchFamily="50" charset="-128"/>
                          <a:ea typeface="游ゴシック" panose="020B0400000000000000" pitchFamily="50" charset="-128"/>
                        </a:rPr>
                        <a:t>87.7%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r" fontAlgn="ctr">
                        <a:buNone/>
                      </a:pPr>
                      <a:r>
                        <a:rPr lang="en-US" altLang="ja-JP" sz="1100" b="0" i="0" u="none" strike="noStrike">
                          <a:solidFill>
                            <a:srgbClr val="C00000"/>
                          </a:solidFill>
                          <a:effectLst/>
                          <a:latin typeface="游ゴシック" panose="020B0400000000000000" pitchFamily="50" charset="-128"/>
                          <a:ea typeface="游ゴシック" panose="020B0400000000000000" pitchFamily="50" charset="-128"/>
                        </a:rPr>
                        <a:t>87.7%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CC"/>
                    </a:solid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123.6%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33,882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1614255"/>
                  </a:ext>
                </a:extLst>
              </a:tr>
              <a:tr h="247650">
                <a:tc>
                  <a:txBody>
                    <a:bodyPr/>
                    <a:lstStyle/>
                    <a:p>
                      <a:pPr algn="l" fontAlgn="ctr">
                        <a:buNone/>
                      </a:pPr>
                      <a:r>
                        <a:rPr lang="ja-JP" altLang="en-US" sz="1100" b="0" i="0" u="none" strike="noStrike">
                          <a:solidFill>
                            <a:srgbClr val="000000"/>
                          </a:solidFill>
                          <a:effectLst/>
                          <a:latin typeface="游ゴシック" panose="020B0400000000000000" pitchFamily="50" charset="-128"/>
                          <a:ea typeface="游ゴシック" panose="020B0400000000000000" pitchFamily="50" charset="-128"/>
                        </a:rPr>
                        <a:t>粗利率</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14.70%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17.71%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3.01%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120.5%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120.5%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118.6%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14.9%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70594978"/>
                  </a:ext>
                </a:extLst>
              </a:tr>
            </a:tbl>
          </a:graphicData>
        </a:graphic>
      </p:graphicFrame>
      <p:graphicFrame>
        <p:nvGraphicFramePr>
          <p:cNvPr id="5" name="表 4">
            <a:extLst>
              <a:ext uri="{FF2B5EF4-FFF2-40B4-BE49-F238E27FC236}">
                <a16:creationId xmlns:a16="http://schemas.microsoft.com/office/drawing/2014/main" id="{C6D71323-C2FD-935A-E5D5-0AFEF3FF28FA}"/>
              </a:ext>
            </a:extLst>
          </p:cNvPr>
          <p:cNvGraphicFramePr>
            <a:graphicFrameLocks noGrp="1"/>
          </p:cNvGraphicFramePr>
          <p:nvPr>
            <p:extLst>
              <p:ext uri="{D42A27DB-BD31-4B8C-83A1-F6EECF244321}">
                <p14:modId xmlns:p14="http://schemas.microsoft.com/office/powerpoint/2010/main" val="2505193963"/>
              </p:ext>
            </p:extLst>
          </p:nvPr>
        </p:nvGraphicFramePr>
        <p:xfrm>
          <a:off x="838196" y="4111355"/>
          <a:ext cx="10515607" cy="2370564"/>
        </p:xfrm>
        <a:graphic>
          <a:graphicData uri="http://schemas.openxmlformats.org/drawingml/2006/table">
            <a:tbl>
              <a:tblPr/>
              <a:tblGrid>
                <a:gridCol w="1085425">
                  <a:extLst>
                    <a:ext uri="{9D8B030D-6E8A-4147-A177-3AD203B41FA5}">
                      <a16:colId xmlns:a16="http://schemas.microsoft.com/office/drawing/2014/main" val="2918131390"/>
                    </a:ext>
                  </a:extLst>
                </a:gridCol>
                <a:gridCol w="468904">
                  <a:extLst>
                    <a:ext uri="{9D8B030D-6E8A-4147-A177-3AD203B41FA5}">
                      <a16:colId xmlns:a16="http://schemas.microsoft.com/office/drawing/2014/main" val="1089286442"/>
                    </a:ext>
                  </a:extLst>
                </a:gridCol>
                <a:gridCol w="468904">
                  <a:extLst>
                    <a:ext uri="{9D8B030D-6E8A-4147-A177-3AD203B41FA5}">
                      <a16:colId xmlns:a16="http://schemas.microsoft.com/office/drawing/2014/main" val="1623946969"/>
                    </a:ext>
                  </a:extLst>
                </a:gridCol>
                <a:gridCol w="468904">
                  <a:extLst>
                    <a:ext uri="{9D8B030D-6E8A-4147-A177-3AD203B41FA5}">
                      <a16:colId xmlns:a16="http://schemas.microsoft.com/office/drawing/2014/main" val="3753479247"/>
                    </a:ext>
                  </a:extLst>
                </a:gridCol>
                <a:gridCol w="573105">
                  <a:extLst>
                    <a:ext uri="{9D8B030D-6E8A-4147-A177-3AD203B41FA5}">
                      <a16:colId xmlns:a16="http://schemas.microsoft.com/office/drawing/2014/main" val="1798072537"/>
                    </a:ext>
                  </a:extLst>
                </a:gridCol>
                <a:gridCol w="573105">
                  <a:extLst>
                    <a:ext uri="{9D8B030D-6E8A-4147-A177-3AD203B41FA5}">
                      <a16:colId xmlns:a16="http://schemas.microsoft.com/office/drawing/2014/main" val="3006798783"/>
                    </a:ext>
                  </a:extLst>
                </a:gridCol>
                <a:gridCol w="573105">
                  <a:extLst>
                    <a:ext uri="{9D8B030D-6E8A-4147-A177-3AD203B41FA5}">
                      <a16:colId xmlns:a16="http://schemas.microsoft.com/office/drawing/2014/main" val="2752521924"/>
                    </a:ext>
                  </a:extLst>
                </a:gridCol>
                <a:gridCol w="573105">
                  <a:extLst>
                    <a:ext uri="{9D8B030D-6E8A-4147-A177-3AD203B41FA5}">
                      <a16:colId xmlns:a16="http://schemas.microsoft.com/office/drawing/2014/main" val="1787446652"/>
                    </a:ext>
                  </a:extLst>
                </a:gridCol>
                <a:gridCol w="573105">
                  <a:extLst>
                    <a:ext uri="{9D8B030D-6E8A-4147-A177-3AD203B41FA5}">
                      <a16:colId xmlns:a16="http://schemas.microsoft.com/office/drawing/2014/main" val="3479227767"/>
                    </a:ext>
                  </a:extLst>
                </a:gridCol>
                <a:gridCol w="573105">
                  <a:extLst>
                    <a:ext uri="{9D8B030D-6E8A-4147-A177-3AD203B41FA5}">
                      <a16:colId xmlns:a16="http://schemas.microsoft.com/office/drawing/2014/main" val="1007872363"/>
                    </a:ext>
                  </a:extLst>
                </a:gridCol>
                <a:gridCol w="573105">
                  <a:extLst>
                    <a:ext uri="{9D8B030D-6E8A-4147-A177-3AD203B41FA5}">
                      <a16:colId xmlns:a16="http://schemas.microsoft.com/office/drawing/2014/main" val="2084212066"/>
                    </a:ext>
                  </a:extLst>
                </a:gridCol>
                <a:gridCol w="573105">
                  <a:extLst>
                    <a:ext uri="{9D8B030D-6E8A-4147-A177-3AD203B41FA5}">
                      <a16:colId xmlns:a16="http://schemas.microsoft.com/office/drawing/2014/main" val="2447394094"/>
                    </a:ext>
                  </a:extLst>
                </a:gridCol>
                <a:gridCol w="573105">
                  <a:extLst>
                    <a:ext uri="{9D8B030D-6E8A-4147-A177-3AD203B41FA5}">
                      <a16:colId xmlns:a16="http://schemas.microsoft.com/office/drawing/2014/main" val="3058136136"/>
                    </a:ext>
                  </a:extLst>
                </a:gridCol>
                <a:gridCol w="573105">
                  <a:extLst>
                    <a:ext uri="{9D8B030D-6E8A-4147-A177-3AD203B41FA5}">
                      <a16:colId xmlns:a16="http://schemas.microsoft.com/office/drawing/2014/main" val="1079698114"/>
                    </a:ext>
                  </a:extLst>
                </a:gridCol>
                <a:gridCol w="573105">
                  <a:extLst>
                    <a:ext uri="{9D8B030D-6E8A-4147-A177-3AD203B41FA5}">
                      <a16:colId xmlns:a16="http://schemas.microsoft.com/office/drawing/2014/main" val="3080004074"/>
                    </a:ext>
                  </a:extLst>
                </a:gridCol>
                <a:gridCol w="573105">
                  <a:extLst>
                    <a:ext uri="{9D8B030D-6E8A-4147-A177-3AD203B41FA5}">
                      <a16:colId xmlns:a16="http://schemas.microsoft.com/office/drawing/2014/main" val="3664077675"/>
                    </a:ext>
                  </a:extLst>
                </a:gridCol>
                <a:gridCol w="573105">
                  <a:extLst>
                    <a:ext uri="{9D8B030D-6E8A-4147-A177-3AD203B41FA5}">
                      <a16:colId xmlns:a16="http://schemas.microsoft.com/office/drawing/2014/main" val="2479647235"/>
                    </a:ext>
                  </a:extLst>
                </a:gridCol>
                <a:gridCol w="573105">
                  <a:extLst>
                    <a:ext uri="{9D8B030D-6E8A-4147-A177-3AD203B41FA5}">
                      <a16:colId xmlns:a16="http://schemas.microsoft.com/office/drawing/2014/main" val="652821248"/>
                    </a:ext>
                  </a:extLst>
                </a:gridCol>
              </a:tblGrid>
              <a:tr h="169326">
                <a:tc>
                  <a:txBody>
                    <a:bodyPr/>
                    <a:lstStyle/>
                    <a:p>
                      <a:pPr algn="l"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43</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期</a:t>
                      </a:r>
                    </a:p>
                  </a:txBody>
                  <a:tcPr marL="0" marR="0" marT="0" marB="0" anchor="ctr">
                    <a:lnL>
                      <a:noFill/>
                    </a:lnL>
                    <a:lnR>
                      <a:noFill/>
                    </a:lnR>
                    <a:lnT>
                      <a:noFill/>
                    </a:lnT>
                    <a:lnB>
                      <a:noFill/>
                    </a:lnB>
                    <a:solidFill>
                      <a:srgbClr val="92D050"/>
                    </a:solidFill>
                  </a:tcPr>
                </a:tc>
                <a:tc>
                  <a:txBody>
                    <a:bodyPr/>
                    <a:lstStyle/>
                    <a:p>
                      <a:pPr algn="l" fontAlgn="ctr">
                        <a:buNone/>
                      </a:pP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l" fontAlgn="ctr">
                        <a:buNone/>
                      </a:pP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a:noFill/>
                    </a:lnR>
                    <a:lnT>
                      <a:noFill/>
                    </a:lnT>
                    <a:lnB>
                      <a:noFill/>
                    </a:lnB>
                    <a:noFill/>
                  </a:tcPr>
                </a:tc>
                <a:tc>
                  <a:txBody>
                    <a:bodyPr/>
                    <a:lstStyle/>
                    <a:p>
                      <a:pPr algn="ctr"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通販</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D9E1F2"/>
                    </a:solidFill>
                  </a:tcPr>
                </a:tc>
                <a:tc>
                  <a:txBody>
                    <a:bodyPr/>
                    <a:lstStyle/>
                    <a:p>
                      <a:pPr algn="ctr"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店舗</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CE4D6"/>
                    </a:solidFill>
                  </a:tcPr>
                </a:tc>
                <a:tc>
                  <a:txBody>
                    <a:bodyPr/>
                    <a:lstStyle/>
                    <a:p>
                      <a:pPr algn="ctr"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個人</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EDEDED"/>
                    </a:solidFill>
                  </a:tcPr>
                </a:tc>
                <a:tc>
                  <a:txBody>
                    <a:bodyPr/>
                    <a:lstStyle/>
                    <a:p>
                      <a:pPr algn="ctr"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法人 手売り</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法人</a:t>
                      </a:r>
                      <a:r>
                        <a:rPr lang="it-IT" sz="800" b="0" i="0" u="none" strike="noStrike">
                          <a:solidFill>
                            <a:srgbClr val="000000"/>
                          </a:solidFill>
                          <a:effectLst/>
                          <a:latin typeface="游ゴシック" panose="020B0400000000000000" pitchFamily="50" charset="-128"/>
                          <a:ea typeface="游ゴシック" panose="020B0400000000000000" pitchFamily="50" charset="-128"/>
                        </a:rPr>
                        <a:t>EC</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E2EFDA"/>
                    </a:solidFill>
                  </a:tcPr>
                </a:tc>
                <a:tc>
                  <a:txBody>
                    <a:bodyPr/>
                    <a:lstStyle/>
                    <a:p>
                      <a:pPr algn="ctr"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法人</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合計</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通販</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D9E1F2"/>
                    </a:solidFill>
                  </a:tcPr>
                </a:tc>
                <a:tc>
                  <a:txBody>
                    <a:bodyPr/>
                    <a:lstStyle/>
                    <a:p>
                      <a:pPr algn="ctr"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店舗</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CE4D6"/>
                    </a:solidFill>
                  </a:tcPr>
                </a:tc>
                <a:tc>
                  <a:txBody>
                    <a:bodyPr/>
                    <a:lstStyle/>
                    <a:p>
                      <a:pPr algn="ctr"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個人</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EDEDED"/>
                    </a:solidFill>
                  </a:tcPr>
                </a:tc>
                <a:tc>
                  <a:txBody>
                    <a:bodyPr/>
                    <a:lstStyle/>
                    <a:p>
                      <a:pPr algn="ctr"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法人 手売り</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法人</a:t>
                      </a:r>
                      <a:r>
                        <a:rPr lang="it-IT" sz="800" b="0" i="0" u="none" strike="noStrike">
                          <a:solidFill>
                            <a:srgbClr val="000000"/>
                          </a:solidFill>
                          <a:effectLst/>
                          <a:latin typeface="游ゴシック" panose="020B0400000000000000" pitchFamily="50" charset="-128"/>
                          <a:ea typeface="游ゴシック" panose="020B0400000000000000" pitchFamily="50" charset="-128"/>
                        </a:rPr>
                        <a:t>EC</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E2EFDA"/>
                    </a:solidFill>
                  </a:tcPr>
                </a:tc>
                <a:tc>
                  <a:txBody>
                    <a:bodyPr/>
                    <a:lstStyle/>
                    <a:p>
                      <a:pPr algn="ctr"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法人</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合計</a:t>
                      </a: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3133749025"/>
                  </a:ext>
                </a:extLst>
              </a:tr>
              <a:tr h="169326">
                <a:tc>
                  <a:txBody>
                    <a:bodyPr/>
                    <a:lstStyle/>
                    <a:p>
                      <a:pPr algn="l" fontAlgn="ctr">
                        <a:buNone/>
                      </a:pP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nchor="ctr">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台数</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ctr">
                        <a:buNone/>
                      </a:pPr>
                      <a:r>
                        <a:rPr lang="it-IT" sz="800" b="0" i="0" u="none" strike="noStrike">
                          <a:solidFill>
                            <a:srgbClr val="000000"/>
                          </a:solidFill>
                          <a:effectLst/>
                          <a:latin typeface="游ゴシック" panose="020B0400000000000000" pitchFamily="50" charset="-128"/>
                          <a:ea typeface="游ゴシック" panose="020B0400000000000000" pitchFamily="50" charset="-128"/>
                        </a:rPr>
                        <a:t>N</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dot"/>
                      <a:round/>
                      <a:headEnd type="none" w="med" len="med"/>
                      <a:tailEnd type="none" w="med" len="med"/>
                    </a:lnB>
                    <a:noFill/>
                  </a:tcPr>
                </a:tc>
                <a:tc>
                  <a:txBody>
                    <a:bodyPr/>
                    <a:lstStyle/>
                    <a:p>
                      <a:pPr algn="l" fontAlgn="ctr">
                        <a:buNone/>
                      </a:pPr>
                      <a:r>
                        <a:rPr lang="it-IT" sz="800" b="0" i="0" u="none" strike="noStrike">
                          <a:solidFill>
                            <a:srgbClr val="000000"/>
                          </a:solidFill>
                          <a:effectLst/>
                          <a:latin typeface="游ゴシック" panose="020B0400000000000000" pitchFamily="50" charset="-128"/>
                          <a:ea typeface="游ゴシック" panose="020B0400000000000000" pitchFamily="50" charset="-128"/>
                        </a:rPr>
                        <a:t>G</a:t>
                      </a:r>
                    </a:p>
                  </a:txBody>
                  <a:tcPr marL="0" marR="0" marT="0" marB="0" anchor="ctr">
                    <a:lnL w="6350" cap="flat" cmpd="sng" algn="ctr">
                      <a:solidFill>
                        <a:srgbClr val="000000"/>
                      </a:solidFill>
                      <a:prstDash val="dot"/>
                      <a:round/>
                      <a:headEnd type="none" w="med" len="med"/>
                      <a:tailEnd type="none" w="med" len="med"/>
                    </a:lnL>
                    <a:lnR>
                      <a:noFill/>
                    </a:lnR>
                    <a:lnT>
                      <a:noFill/>
                    </a:lnT>
                    <a:lnB w="6350" cap="flat" cmpd="sng" algn="ctr">
                      <a:solidFill>
                        <a:srgbClr val="000000"/>
                      </a:solidFill>
                      <a:prstDash val="dot"/>
                      <a:round/>
                      <a:headEnd type="none" w="med" len="med"/>
                      <a:tailEnd type="none" w="med" len="med"/>
                    </a:lnB>
                    <a:no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40,500</a:t>
                      </a:r>
                    </a:p>
                  </a:txBody>
                  <a:tcPr marL="0" marR="0" marT="0" marB="0" anchor="ctr">
                    <a:lnL>
                      <a:noFill/>
                    </a:lnL>
                    <a:lnR w="6350" cap="flat" cmpd="sng" algn="ctr">
                      <a:solidFill>
                        <a:srgbClr val="000000"/>
                      </a:solidFill>
                      <a:prstDash val="dot"/>
                      <a:round/>
                      <a:headEnd type="none" w="med" len="med"/>
                      <a:tailEnd type="none" w="med" len="med"/>
                    </a:lnR>
                    <a:lnT>
                      <a:noFill/>
                    </a:lnT>
                    <a:lnB w="6350" cap="flat" cmpd="sng" algn="ctr">
                      <a:solidFill>
                        <a:srgbClr val="000000"/>
                      </a:solidFill>
                      <a:prstDash val="dot"/>
                      <a:round/>
                      <a:headEnd type="none" w="med" len="med"/>
                      <a:tailEnd type="none" w="med" len="med"/>
                    </a:lnB>
                    <a:solidFill>
                      <a:srgbClr val="D9E1F2"/>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9,900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dot"/>
                      <a:round/>
                      <a:headEnd type="none" w="med" len="med"/>
                      <a:tailEnd type="none" w="med" len="med"/>
                    </a:lnB>
                    <a:solidFill>
                      <a:srgbClr val="FCE4D6"/>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50,400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dot"/>
                      <a:round/>
                      <a:headEnd type="none" w="med" len="med"/>
                      <a:tailEnd type="none" w="med" len="med"/>
                    </a:lnB>
                    <a:solidFill>
                      <a:srgbClr val="EDEDED"/>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8,677</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dot"/>
                      <a:round/>
                      <a:headEnd type="none" w="med" len="med"/>
                      <a:tailEnd type="none" w="med" len="med"/>
                    </a:lnB>
                    <a:solidFill>
                      <a:srgbClr val="FFF2CC"/>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dot"/>
                      <a:round/>
                      <a:headEnd type="none" w="med" len="med"/>
                      <a:tailEnd type="none" w="med" len="med"/>
                    </a:lnB>
                    <a:solidFill>
                      <a:srgbClr val="E2EFDA"/>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8,677</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dot"/>
                      <a:round/>
                      <a:headEnd type="none" w="med" len="med"/>
                      <a:tailEnd type="none" w="med" len="med"/>
                    </a:lnB>
                    <a:solidFill>
                      <a:srgbClr val="FFF2CC"/>
                    </a:solidFill>
                  </a:tcPr>
                </a:tc>
                <a:tc>
                  <a:txBody>
                    <a:bodyPr/>
                    <a:lstStyle/>
                    <a:p>
                      <a:pPr algn="r" fontAlgn="ctr">
                        <a:buNone/>
                      </a:pPr>
                      <a:r>
                        <a:rPr lang="en-US" altLang="ja-JP" sz="800" b="1" i="0" u="none" strike="noStrike">
                          <a:solidFill>
                            <a:srgbClr val="FF0000"/>
                          </a:solidFill>
                          <a:effectLst/>
                          <a:latin typeface="游ゴシック" panose="020B0400000000000000" pitchFamily="50" charset="-128"/>
                          <a:ea typeface="游ゴシック" panose="020B0400000000000000" pitchFamily="50" charset="-128"/>
                        </a:rPr>
                        <a:t>59,077</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133%</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dot"/>
                      <a:round/>
                      <a:headEnd type="none" w="med" len="med"/>
                      <a:tailEnd type="none" w="med" len="med"/>
                    </a:lnB>
                    <a:solidFill>
                      <a:srgbClr val="D9E1F2"/>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125%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dot"/>
                      <a:round/>
                      <a:headEnd type="none" w="med" len="med"/>
                      <a:tailEnd type="none" w="med" len="med"/>
                    </a:lnB>
                    <a:solidFill>
                      <a:srgbClr val="FCE4D6"/>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132%</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dot"/>
                      <a:round/>
                      <a:headEnd type="none" w="med" len="med"/>
                      <a:tailEnd type="none" w="med" len="med"/>
                    </a:lnB>
                    <a:solidFill>
                      <a:srgbClr val="EDEDED"/>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152%</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dot"/>
                      <a:round/>
                      <a:headEnd type="none" w="med" len="med"/>
                      <a:tailEnd type="none" w="med" len="med"/>
                    </a:lnB>
                    <a:solidFill>
                      <a:srgbClr val="FFF2CC"/>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dot"/>
                      <a:round/>
                      <a:headEnd type="none" w="med" len="med"/>
                      <a:tailEnd type="none" w="med" len="med"/>
                    </a:lnB>
                    <a:solidFill>
                      <a:srgbClr val="E2EFDA"/>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152%</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dot"/>
                      <a:round/>
                      <a:headEnd type="none" w="med" len="med"/>
                      <a:tailEnd type="none" w="med" len="med"/>
                    </a:lnB>
                    <a:solidFill>
                      <a:srgbClr val="FFF2CC"/>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134%</a:t>
                      </a:r>
                    </a:p>
                  </a:txBody>
                  <a:tcPr marL="0" marR="0" marT="0" marB="0" anchor="ctr">
                    <a:lnL w="6350" cap="flat" cmpd="sng" algn="ctr">
                      <a:solidFill>
                        <a:srgbClr val="000000"/>
                      </a:solidFill>
                      <a:prstDash val="dot"/>
                      <a:round/>
                      <a:headEnd type="none" w="med" len="med"/>
                      <a:tailEnd type="none" w="med" len="med"/>
                    </a:lnL>
                    <a:lnR w="12700" cap="flat" cmpd="sng" algn="ctr">
                      <a:solidFill>
                        <a:srgbClr val="000000"/>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3320742894"/>
                  </a:ext>
                </a:extLst>
              </a:tr>
              <a:tr h="169326">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インセ抜き前</a:t>
                      </a:r>
                    </a:p>
                  </a:txBody>
                  <a:tcPr marL="0" marR="0" marT="0" marB="0" anchor="ctr">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売上</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ctr">
                        <a:buNone/>
                      </a:pPr>
                      <a:r>
                        <a:rPr lang="it-IT" sz="800" b="0" i="0" u="none" strike="noStrike">
                          <a:solidFill>
                            <a:srgbClr val="000000"/>
                          </a:solidFill>
                          <a:effectLst/>
                          <a:latin typeface="游ゴシック" panose="020B0400000000000000" pitchFamily="50" charset="-128"/>
                          <a:ea typeface="游ゴシック" panose="020B0400000000000000" pitchFamily="50" charset="-128"/>
                        </a:rPr>
                        <a:t>N</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it-IT" sz="800" b="0" i="0" u="none" strike="noStrike">
                          <a:solidFill>
                            <a:srgbClr val="000000"/>
                          </a:solidFill>
                          <a:effectLst/>
                          <a:latin typeface="游ゴシック" panose="020B0400000000000000" pitchFamily="50" charset="-128"/>
                          <a:ea typeface="游ゴシック" panose="020B0400000000000000" pitchFamily="50" charset="-128"/>
                        </a:rPr>
                        <a:t>G</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7,047,000</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E1F2"/>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1,683,000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CE4D6"/>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8,730,000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DEDED"/>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1,944,636</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2EFDA"/>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1,944,636</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10,674,636</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133%</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E1F2"/>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125%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CE4D6"/>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131%</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DEDED"/>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155%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2EFDA"/>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155%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135%</a:t>
                      </a:r>
                    </a:p>
                  </a:txBody>
                  <a:tcPr marL="0" marR="0" marT="0" marB="0" anchor="ctr">
                    <a:lnL w="6350" cap="flat" cmpd="sng" algn="ctr">
                      <a:solidFill>
                        <a:srgbClr val="000000"/>
                      </a:solidFill>
                      <a:prstDash val="dot"/>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1153282782"/>
                  </a:ext>
                </a:extLst>
              </a:tr>
              <a:tr h="169326">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インセ抜き前</a:t>
                      </a:r>
                    </a:p>
                  </a:txBody>
                  <a:tcPr marL="0" marR="0" marT="0" marB="0" anchor="ctr">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粗利</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ctr">
                        <a:buNone/>
                      </a:pPr>
                      <a:r>
                        <a:rPr lang="it-IT" sz="800" b="0" i="0" u="none" strike="noStrike">
                          <a:solidFill>
                            <a:srgbClr val="000000"/>
                          </a:solidFill>
                          <a:effectLst/>
                          <a:latin typeface="游ゴシック" panose="020B0400000000000000" pitchFamily="50" charset="-128"/>
                          <a:ea typeface="游ゴシック" panose="020B0400000000000000" pitchFamily="50" charset="-128"/>
                        </a:rPr>
                        <a:t>N</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it-IT" sz="800" b="0" i="0" u="none" strike="noStrike">
                          <a:solidFill>
                            <a:srgbClr val="000000"/>
                          </a:solidFill>
                          <a:effectLst/>
                          <a:latin typeface="游ゴシック" panose="020B0400000000000000" pitchFamily="50" charset="-128"/>
                          <a:ea typeface="游ゴシック" panose="020B0400000000000000" pitchFamily="50" charset="-128"/>
                        </a:rPr>
                        <a:t>G</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1,127,520</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E1F2"/>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269,280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CE4D6"/>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1,396,800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DEDED"/>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558,107</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2EFDA"/>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558,107</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1,954,907</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114%</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E1F2"/>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111%</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CE4D6"/>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114%</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DEDED"/>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157%</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2EFDA"/>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157%</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123%</a:t>
                      </a:r>
                    </a:p>
                  </a:txBody>
                  <a:tcPr marL="0" marR="0" marT="0" marB="0" anchor="ctr">
                    <a:lnL w="6350" cap="flat" cmpd="sng" algn="ctr">
                      <a:solidFill>
                        <a:srgbClr val="000000"/>
                      </a:solidFill>
                      <a:prstDash val="dot"/>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2351597"/>
                  </a:ext>
                </a:extLst>
              </a:tr>
              <a:tr h="169326">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インセ抜き前</a:t>
                      </a:r>
                    </a:p>
                  </a:txBody>
                  <a:tcPr marL="0" marR="0" marT="0" marB="0" anchor="ctr">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単価</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ctr">
                        <a:buNone/>
                      </a:pPr>
                      <a:r>
                        <a:rPr lang="it-IT" sz="800" b="0" i="0" u="none" strike="noStrike">
                          <a:solidFill>
                            <a:srgbClr val="000000"/>
                          </a:solidFill>
                          <a:effectLst/>
                          <a:latin typeface="游ゴシック" panose="020B0400000000000000" pitchFamily="50" charset="-128"/>
                          <a:ea typeface="游ゴシック" panose="020B0400000000000000" pitchFamily="50" charset="-128"/>
                        </a:rPr>
                        <a:t>N</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it-IT" sz="800" b="0" i="0" u="none" strike="noStrike">
                          <a:solidFill>
                            <a:srgbClr val="000000"/>
                          </a:solidFill>
                          <a:effectLst/>
                          <a:latin typeface="游ゴシック" panose="020B0400000000000000" pitchFamily="50" charset="-128"/>
                          <a:ea typeface="游ゴシック" panose="020B0400000000000000" pitchFamily="50" charset="-128"/>
                        </a:rPr>
                        <a:t>G</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174</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E1F2"/>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170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CE4D6"/>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173</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DEDED"/>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224</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185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2EFDA"/>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224</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181</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100%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E1F2"/>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100%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CE4D6"/>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100%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DEDED"/>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100%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2EFDA"/>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100%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100%</a:t>
                      </a:r>
                    </a:p>
                  </a:txBody>
                  <a:tcPr marL="0" marR="0" marT="0" marB="0" anchor="ctr">
                    <a:lnL w="6350" cap="flat" cmpd="sng" algn="ctr">
                      <a:solidFill>
                        <a:srgbClr val="000000"/>
                      </a:solidFill>
                      <a:prstDash val="dot"/>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3510100471"/>
                  </a:ext>
                </a:extLst>
              </a:tr>
              <a:tr h="169326">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インセ抜き前</a:t>
                      </a:r>
                    </a:p>
                  </a:txBody>
                  <a:tcPr marL="0" marR="0" marT="0" marB="0" anchor="ctr">
                    <a:lnL>
                      <a:noFill/>
                    </a:lnL>
                    <a:lnR w="12700" cap="flat" cmpd="sng" algn="ctr">
                      <a:solidFill>
                        <a:srgbClr val="000000"/>
                      </a:solidFill>
                      <a:prstDash val="solid"/>
                      <a:round/>
                      <a:headEnd type="none" w="med" len="med"/>
                      <a:tailEnd type="none" w="med" len="med"/>
                    </a:lnR>
                    <a:lnT>
                      <a:noFill/>
                    </a:lnT>
                    <a:lnB>
                      <a:noFill/>
                    </a:lnB>
                    <a:solidFill>
                      <a:srgbClr val="FFC000"/>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粗利率</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ctr">
                        <a:buNone/>
                      </a:pPr>
                      <a:r>
                        <a:rPr lang="it-IT" sz="800" b="0" i="0" u="none" strike="noStrike">
                          <a:solidFill>
                            <a:srgbClr val="000000"/>
                          </a:solidFill>
                          <a:effectLst/>
                          <a:latin typeface="游ゴシック" panose="020B0400000000000000" pitchFamily="50" charset="-128"/>
                          <a:ea typeface="游ゴシック" panose="020B0400000000000000" pitchFamily="50" charset="-128"/>
                        </a:rPr>
                        <a:t>N</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it-IT" sz="800" b="0" i="0" u="none" strike="noStrike">
                          <a:solidFill>
                            <a:srgbClr val="000000"/>
                          </a:solidFill>
                          <a:effectLst/>
                          <a:latin typeface="游ゴシック" panose="020B0400000000000000" pitchFamily="50" charset="-128"/>
                          <a:ea typeface="游ゴシック" panose="020B0400000000000000" pitchFamily="50" charset="-128"/>
                        </a:rPr>
                        <a:t>G</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16.0%</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E1F2"/>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16.0%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CE4D6"/>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16.0%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DEDED"/>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28.7%</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20.4%</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2EFDA"/>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20.4%</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18.3%</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86%</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E1F2"/>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89%</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CE4D6"/>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87%</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DEDED"/>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101%</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2EFDA"/>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72%</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91%</a:t>
                      </a:r>
                    </a:p>
                  </a:txBody>
                  <a:tcPr marL="0" marR="0" marT="0" marB="0" anchor="ctr">
                    <a:lnL w="6350" cap="flat" cmpd="sng" algn="ctr">
                      <a:solidFill>
                        <a:srgbClr val="000000"/>
                      </a:solidFill>
                      <a:prstDash val="dot"/>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1717974740"/>
                  </a:ext>
                </a:extLst>
              </a:tr>
              <a:tr h="169326">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インセ原価抜き後</a:t>
                      </a:r>
                    </a:p>
                  </a:txBody>
                  <a:tcPr marL="0" marR="0" marT="0" marB="0" anchor="ctr">
                    <a:lnL>
                      <a:noFill/>
                    </a:lnL>
                    <a:lnR w="12700" cap="flat" cmpd="sng" algn="ctr">
                      <a:solidFill>
                        <a:srgbClr val="000000"/>
                      </a:solidFill>
                      <a:prstDash val="solid"/>
                      <a:round/>
                      <a:headEnd type="none" w="med" len="med"/>
                      <a:tailEnd type="none" w="med" len="med"/>
                    </a:lnR>
                    <a:lnT>
                      <a:noFill/>
                    </a:lnT>
                    <a:lnB>
                      <a:noFill/>
                    </a:lnB>
                    <a:solidFill>
                      <a:srgbClr val="92D050"/>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売上</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ctr">
                        <a:buNone/>
                      </a:pPr>
                      <a:r>
                        <a:rPr lang="it-IT" sz="800" b="0" i="0" u="none" strike="noStrike">
                          <a:solidFill>
                            <a:srgbClr val="000000"/>
                          </a:solidFill>
                          <a:effectLst/>
                          <a:latin typeface="游ゴシック" panose="020B0400000000000000" pitchFamily="50" charset="-128"/>
                          <a:ea typeface="游ゴシック" panose="020B0400000000000000" pitchFamily="50" charset="-128"/>
                        </a:rPr>
                        <a:t>N</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it-IT" sz="800" b="0" i="0" u="none" strike="noStrike">
                          <a:solidFill>
                            <a:srgbClr val="000000"/>
                          </a:solidFill>
                          <a:effectLst/>
                          <a:latin typeface="游ゴシック" panose="020B0400000000000000" pitchFamily="50" charset="-128"/>
                          <a:ea typeface="游ゴシック" panose="020B0400000000000000" pitchFamily="50" charset="-128"/>
                        </a:rPr>
                        <a:t>G</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7,047,000</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E1F2"/>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1,683,000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CE4D6"/>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8,730,000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DEDED"/>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1,944,636</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2EFDA"/>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1,944,636</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10,674,636</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E1F2"/>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CE4D6"/>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DEDED"/>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2EFDA"/>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240208723"/>
                  </a:ext>
                </a:extLst>
              </a:tr>
              <a:tr h="169326">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インセ原価抜き後</a:t>
                      </a:r>
                    </a:p>
                  </a:txBody>
                  <a:tcPr marL="0" marR="0" marT="0" marB="0" anchor="ctr">
                    <a:lnL>
                      <a:noFill/>
                    </a:lnL>
                    <a:lnR w="12700" cap="flat" cmpd="sng" algn="ctr">
                      <a:solidFill>
                        <a:srgbClr val="000000"/>
                      </a:solidFill>
                      <a:prstDash val="solid"/>
                      <a:round/>
                      <a:headEnd type="none" w="med" len="med"/>
                      <a:tailEnd type="none" w="med" len="med"/>
                    </a:lnR>
                    <a:lnT>
                      <a:noFill/>
                    </a:lnT>
                    <a:lnB>
                      <a:noFill/>
                    </a:lnB>
                    <a:solidFill>
                      <a:srgbClr val="92D050"/>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粗利</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ctr">
                        <a:buNone/>
                      </a:pPr>
                      <a:r>
                        <a:rPr lang="it-IT" sz="800" b="0" i="0" u="none" strike="noStrike">
                          <a:solidFill>
                            <a:srgbClr val="000000"/>
                          </a:solidFill>
                          <a:effectLst/>
                          <a:latin typeface="游ゴシック" panose="020B0400000000000000" pitchFamily="50" charset="-128"/>
                          <a:ea typeface="游ゴシック" panose="020B0400000000000000" pitchFamily="50" charset="-128"/>
                        </a:rPr>
                        <a:t>N</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it-IT" sz="800" b="0" i="0" u="none" strike="noStrike">
                          <a:solidFill>
                            <a:srgbClr val="000000"/>
                          </a:solidFill>
                          <a:effectLst/>
                          <a:latin typeface="游ゴシック" panose="020B0400000000000000" pitchFamily="50" charset="-128"/>
                          <a:ea typeface="游ゴシック" panose="020B0400000000000000" pitchFamily="50" charset="-128"/>
                        </a:rPr>
                        <a:t>G</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1,021,815</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E1F2"/>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244,035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CE4D6"/>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1,265,850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DEDED"/>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542,550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2EFDA"/>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542,550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1,808,400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E1F2"/>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CE4D6"/>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DEDED"/>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2EFDA"/>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1823442191"/>
                  </a:ext>
                </a:extLst>
              </a:tr>
              <a:tr h="169326">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インセ原価抜き後</a:t>
                      </a:r>
                    </a:p>
                  </a:txBody>
                  <a:tcPr marL="0" marR="0" marT="0" marB="0" anchor="ctr">
                    <a:lnL>
                      <a:noFill/>
                    </a:lnL>
                    <a:lnR w="12700" cap="flat" cmpd="sng" algn="ctr">
                      <a:solidFill>
                        <a:srgbClr val="000000"/>
                      </a:solidFill>
                      <a:prstDash val="solid"/>
                      <a:round/>
                      <a:headEnd type="none" w="med" len="med"/>
                      <a:tailEnd type="none" w="med" len="med"/>
                    </a:lnR>
                    <a:lnT>
                      <a:noFill/>
                    </a:lnT>
                    <a:lnB>
                      <a:noFill/>
                    </a:lnB>
                    <a:solidFill>
                      <a:srgbClr val="92D050"/>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単価</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ctr">
                        <a:buNone/>
                      </a:pPr>
                      <a:r>
                        <a:rPr lang="it-IT" sz="800" b="0" i="0" u="none" strike="noStrike">
                          <a:solidFill>
                            <a:srgbClr val="000000"/>
                          </a:solidFill>
                          <a:effectLst/>
                          <a:latin typeface="游ゴシック" panose="020B0400000000000000" pitchFamily="50" charset="-128"/>
                          <a:ea typeface="游ゴシック" panose="020B0400000000000000" pitchFamily="50" charset="-128"/>
                        </a:rPr>
                        <a:t>N</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it-IT" sz="800" b="0" i="0" u="none" strike="noStrike">
                          <a:solidFill>
                            <a:srgbClr val="000000"/>
                          </a:solidFill>
                          <a:effectLst/>
                          <a:latin typeface="游ゴシック" panose="020B0400000000000000" pitchFamily="50" charset="-128"/>
                          <a:ea typeface="游ゴシック" panose="020B0400000000000000" pitchFamily="50" charset="-128"/>
                        </a:rPr>
                        <a:t>G</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174</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E1F2"/>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170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CE4D6"/>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173</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DEDED"/>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224</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2EFDA"/>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224</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181</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E1F2"/>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CE4D6"/>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DEDED"/>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2EFDA"/>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2966653328"/>
                  </a:ext>
                </a:extLst>
              </a:tr>
              <a:tr h="169326">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インセ原価抜き後</a:t>
                      </a:r>
                    </a:p>
                  </a:txBody>
                  <a:tcPr marL="0" marR="0" marT="0" marB="0" anchor="ctr">
                    <a:lnL>
                      <a:noFill/>
                    </a:lnL>
                    <a:lnR w="12700" cap="flat" cmpd="sng" algn="ctr">
                      <a:solidFill>
                        <a:srgbClr val="000000"/>
                      </a:solidFill>
                      <a:prstDash val="solid"/>
                      <a:round/>
                      <a:headEnd type="none" w="med" len="med"/>
                      <a:tailEnd type="none" w="med" len="med"/>
                    </a:lnR>
                    <a:lnT>
                      <a:noFill/>
                    </a:lnT>
                    <a:lnB>
                      <a:noFill/>
                    </a:lnB>
                    <a:solidFill>
                      <a:srgbClr val="92D050"/>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粗利率</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ctr">
                        <a:buNone/>
                      </a:pPr>
                      <a:r>
                        <a:rPr lang="it-IT" sz="800" b="0" i="0" u="none" strike="noStrike">
                          <a:solidFill>
                            <a:srgbClr val="000000"/>
                          </a:solidFill>
                          <a:effectLst/>
                          <a:latin typeface="游ゴシック" panose="020B0400000000000000" pitchFamily="50" charset="-128"/>
                          <a:ea typeface="游ゴシック" panose="020B0400000000000000" pitchFamily="50" charset="-128"/>
                        </a:rPr>
                        <a:t>N</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it-IT" sz="800" b="0" i="0" u="none" strike="noStrike">
                          <a:solidFill>
                            <a:srgbClr val="000000"/>
                          </a:solidFill>
                          <a:effectLst/>
                          <a:latin typeface="游ゴシック" panose="020B0400000000000000" pitchFamily="50" charset="-128"/>
                          <a:ea typeface="游ゴシック" panose="020B0400000000000000" pitchFamily="50" charset="-128"/>
                        </a:rPr>
                        <a:t>G</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14.5%</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E1F2"/>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14.5%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CE4D6"/>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14.5%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DEDED"/>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27.9%</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19.6%</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2EFDA"/>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19.6%</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17.5%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E1F2"/>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CE4D6"/>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DEDED"/>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2EFDA"/>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2453871764"/>
                  </a:ext>
                </a:extLst>
              </a:tr>
              <a:tr h="169326">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インセ</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値引き抜き後</a:t>
                      </a:r>
                    </a:p>
                  </a:txBody>
                  <a:tcPr marL="0" marR="0" marT="0" marB="0" anchor="ctr">
                    <a:lnL>
                      <a:noFill/>
                    </a:lnL>
                    <a:lnR w="12700" cap="flat" cmpd="sng" algn="ctr">
                      <a:solidFill>
                        <a:srgbClr val="000000"/>
                      </a:solidFill>
                      <a:prstDash val="solid"/>
                      <a:round/>
                      <a:headEnd type="none" w="med" len="med"/>
                      <a:tailEnd type="none" w="med" len="med"/>
                    </a:lnR>
                    <a:lnT>
                      <a:noFill/>
                    </a:lnT>
                    <a:lnB>
                      <a:noFill/>
                    </a:lnB>
                    <a:solidFill>
                      <a:srgbClr val="FF0000"/>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売上</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ctr">
                        <a:buNone/>
                      </a:pPr>
                      <a:r>
                        <a:rPr lang="it-IT" sz="800" b="0" i="0" u="none" strike="noStrike">
                          <a:solidFill>
                            <a:srgbClr val="000000"/>
                          </a:solidFill>
                          <a:effectLst/>
                          <a:latin typeface="游ゴシック" panose="020B0400000000000000" pitchFamily="50" charset="-128"/>
                          <a:ea typeface="游ゴシック" panose="020B0400000000000000" pitchFamily="50" charset="-128"/>
                        </a:rPr>
                        <a:t>N</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it-IT" sz="800" b="0" i="0" u="none" strike="noStrike">
                          <a:solidFill>
                            <a:srgbClr val="000000"/>
                          </a:solidFill>
                          <a:effectLst/>
                          <a:latin typeface="游ゴシック" panose="020B0400000000000000" pitchFamily="50" charset="-128"/>
                          <a:ea typeface="游ゴシック" panose="020B0400000000000000" pitchFamily="50" charset="-128"/>
                        </a:rPr>
                        <a:t>G</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7,026,901</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E1F2"/>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1,668,690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CE4D6"/>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8,695,591</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DEDED"/>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1,735,086</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2EFDA"/>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1,735,086</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10,430,677</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E1F2"/>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CE4D6"/>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DEDED"/>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2EFDA"/>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2326710226"/>
                  </a:ext>
                </a:extLst>
              </a:tr>
              <a:tr h="169326">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インセ</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値引き抜き後</a:t>
                      </a:r>
                    </a:p>
                  </a:txBody>
                  <a:tcPr marL="0" marR="0" marT="0" marB="0" anchor="ctr">
                    <a:lnL>
                      <a:noFill/>
                    </a:lnL>
                    <a:lnR w="12700" cap="flat" cmpd="sng" algn="ctr">
                      <a:solidFill>
                        <a:srgbClr val="000000"/>
                      </a:solidFill>
                      <a:prstDash val="solid"/>
                      <a:round/>
                      <a:headEnd type="none" w="med" len="med"/>
                      <a:tailEnd type="none" w="med" len="med"/>
                    </a:lnR>
                    <a:lnT>
                      <a:noFill/>
                    </a:lnT>
                    <a:lnB>
                      <a:noFill/>
                    </a:lnB>
                    <a:solidFill>
                      <a:srgbClr val="FF0000"/>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粗利</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ctr">
                        <a:buNone/>
                      </a:pPr>
                      <a:r>
                        <a:rPr lang="it-IT" sz="800" b="0" i="0" u="none" strike="noStrike">
                          <a:solidFill>
                            <a:srgbClr val="000000"/>
                          </a:solidFill>
                          <a:effectLst/>
                          <a:latin typeface="游ゴシック" panose="020B0400000000000000" pitchFamily="50" charset="-128"/>
                          <a:ea typeface="游ゴシック" panose="020B0400000000000000" pitchFamily="50" charset="-128"/>
                        </a:rPr>
                        <a:t>N</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it-IT" sz="800" b="0" i="0" u="none" strike="noStrike">
                          <a:solidFill>
                            <a:srgbClr val="000000"/>
                          </a:solidFill>
                          <a:effectLst/>
                          <a:latin typeface="游ゴシック" panose="020B0400000000000000" pitchFamily="50" charset="-128"/>
                          <a:ea typeface="游ゴシック" panose="020B0400000000000000" pitchFamily="50" charset="-128"/>
                        </a:rPr>
                        <a:t>G</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1,001,716</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E1F2"/>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229,725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CE4D6"/>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1,231,441</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DEDED"/>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333,000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2EFDA"/>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333,000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1,564,441</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E1F2"/>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CE4D6"/>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DEDED"/>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2EFDA"/>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1321296702"/>
                  </a:ext>
                </a:extLst>
              </a:tr>
              <a:tr h="169326">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インセ</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値引き抜き後</a:t>
                      </a:r>
                    </a:p>
                  </a:txBody>
                  <a:tcPr marL="0" marR="0" marT="0" marB="0" anchor="ctr">
                    <a:lnL>
                      <a:noFill/>
                    </a:lnL>
                    <a:lnR w="12700" cap="flat" cmpd="sng" algn="ctr">
                      <a:solidFill>
                        <a:srgbClr val="000000"/>
                      </a:solidFill>
                      <a:prstDash val="solid"/>
                      <a:round/>
                      <a:headEnd type="none" w="med" len="med"/>
                      <a:tailEnd type="none" w="med" len="med"/>
                    </a:lnR>
                    <a:lnT>
                      <a:noFill/>
                    </a:lnT>
                    <a:lnB>
                      <a:noFill/>
                    </a:lnB>
                    <a:solidFill>
                      <a:srgbClr val="FF0000"/>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単価</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ctr">
                        <a:buNone/>
                      </a:pPr>
                      <a:r>
                        <a:rPr lang="it-IT" sz="800" b="0" i="0" u="none" strike="noStrike">
                          <a:solidFill>
                            <a:srgbClr val="000000"/>
                          </a:solidFill>
                          <a:effectLst/>
                          <a:latin typeface="游ゴシック" panose="020B0400000000000000" pitchFamily="50" charset="-128"/>
                          <a:ea typeface="游ゴシック" panose="020B0400000000000000" pitchFamily="50" charset="-128"/>
                        </a:rPr>
                        <a:t>N</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it-IT" sz="800" b="0" i="0" u="none" strike="noStrike">
                          <a:solidFill>
                            <a:srgbClr val="000000"/>
                          </a:solidFill>
                          <a:effectLst/>
                          <a:latin typeface="游ゴシック" panose="020B0400000000000000" pitchFamily="50" charset="-128"/>
                          <a:ea typeface="游ゴシック" panose="020B0400000000000000" pitchFamily="50" charset="-128"/>
                        </a:rPr>
                        <a:t>G</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174</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E1F2"/>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169</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CE4D6"/>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173</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DEDED"/>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200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2EFDA"/>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200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177</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E1F2"/>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CE4D6"/>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DEDED"/>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2EFDA"/>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2912479619"/>
                  </a:ext>
                </a:extLst>
              </a:tr>
              <a:tr h="169326">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インセ</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値引き抜き後</a:t>
                      </a:r>
                    </a:p>
                  </a:txBody>
                  <a:tcPr marL="0" marR="0" marT="0" marB="0" anchor="ctr">
                    <a:lnL>
                      <a:noFill/>
                    </a:lnL>
                    <a:lnR w="12700" cap="flat" cmpd="sng" algn="ctr">
                      <a:solidFill>
                        <a:srgbClr val="000000"/>
                      </a:solidFill>
                      <a:prstDash val="solid"/>
                      <a:round/>
                      <a:headEnd type="none" w="med" len="med"/>
                      <a:tailEnd type="none" w="med" len="med"/>
                    </a:lnR>
                    <a:lnT>
                      <a:noFill/>
                    </a:lnT>
                    <a:lnB>
                      <a:noFill/>
                    </a:lnB>
                    <a:solidFill>
                      <a:srgbClr val="FF0000"/>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粗利率</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l" fontAlgn="ctr">
                        <a:buNone/>
                      </a:pPr>
                      <a:r>
                        <a:rPr lang="it-IT" sz="800" b="0" i="0" u="none" strike="noStrike">
                          <a:solidFill>
                            <a:srgbClr val="000000"/>
                          </a:solidFill>
                          <a:effectLst/>
                          <a:latin typeface="游ゴシック" panose="020B0400000000000000" pitchFamily="50" charset="-128"/>
                          <a:ea typeface="游ゴシック" panose="020B0400000000000000" pitchFamily="50" charset="-128"/>
                        </a:rPr>
                        <a:t>N</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it-IT" sz="800" b="0" i="0" u="none" strike="noStrike">
                          <a:solidFill>
                            <a:srgbClr val="000000"/>
                          </a:solidFill>
                          <a:effectLst/>
                          <a:latin typeface="游ゴシック" panose="020B0400000000000000" pitchFamily="50" charset="-128"/>
                          <a:ea typeface="游ゴシック" panose="020B0400000000000000" pitchFamily="50" charset="-128"/>
                        </a:rPr>
                        <a:t>G</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14.3%</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E1F2"/>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13.8%</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CE4D6"/>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14.2%</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DEDED"/>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19.2%</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2EFDA"/>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19.2%</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r" fontAlgn="ctr">
                        <a:buNone/>
                      </a:pP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15.0%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D9E1F2"/>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CE4D6"/>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DEDED"/>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2EFDA"/>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2CC"/>
                    </a:solidFill>
                  </a:tcPr>
                </a:tc>
                <a:tc>
                  <a:txBody>
                    <a:bodyPr/>
                    <a:lstStyle/>
                    <a:p>
                      <a:pPr algn="l" fontAlgn="ctr">
                        <a:buNone/>
                      </a:pP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0" marR="0" marT="0" marB="0" anchor="ctr">
                    <a:lnL w="6350" cap="flat" cmpd="sng" algn="ctr">
                      <a:solidFill>
                        <a:srgbClr val="000000"/>
                      </a:solidFill>
                      <a:prstDash val="dot"/>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4293035162"/>
                  </a:ext>
                </a:extLst>
              </a:tr>
            </a:tbl>
          </a:graphicData>
        </a:graphic>
      </p:graphicFrame>
      <p:sp>
        <p:nvSpPr>
          <p:cNvPr id="6" name="テキスト ボックス 5">
            <a:extLst>
              <a:ext uri="{FF2B5EF4-FFF2-40B4-BE49-F238E27FC236}">
                <a16:creationId xmlns:a16="http://schemas.microsoft.com/office/drawing/2014/main" id="{B9BD494E-9419-2DB3-08C2-C51656428827}"/>
              </a:ext>
            </a:extLst>
          </p:cNvPr>
          <p:cNvSpPr txBox="1"/>
          <p:nvPr/>
        </p:nvSpPr>
        <p:spPr>
          <a:xfrm>
            <a:off x="181160" y="3746008"/>
            <a:ext cx="3476440" cy="369332"/>
          </a:xfrm>
          <a:prstGeom prst="rect">
            <a:avLst/>
          </a:prstGeom>
          <a:noFill/>
        </p:spPr>
        <p:txBody>
          <a:bodyPr wrap="square" rtlCol="0">
            <a:spAutoFit/>
          </a:bodyPr>
          <a:lstStyle/>
          <a:p>
            <a:r>
              <a:rPr kumimoji="1" lang="en-US" altLang="ja-JP" b="1"/>
              <a:t>GALLERIA</a:t>
            </a:r>
            <a:r>
              <a:rPr kumimoji="1" lang="ja-JP" altLang="en-US" b="1"/>
              <a:t>ノート</a:t>
            </a:r>
            <a:r>
              <a:rPr kumimoji="1" lang="en-US" altLang="ja-JP" b="1"/>
              <a:t>43</a:t>
            </a:r>
            <a:r>
              <a:rPr kumimoji="1" lang="ja-JP" altLang="en-US" b="1"/>
              <a:t>期予算</a:t>
            </a:r>
            <a:endParaRPr kumimoji="1" lang="en-US" altLang="ja-JP" b="1"/>
          </a:p>
        </p:txBody>
      </p:sp>
    </p:spTree>
    <p:extLst>
      <p:ext uri="{BB962C8B-B14F-4D97-AF65-F5344CB8AC3E}">
        <p14:creationId xmlns:p14="http://schemas.microsoft.com/office/powerpoint/2010/main" val="11815350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E420155-E692-BAA5-938D-7D2B0F95C49B}"/>
              </a:ext>
            </a:extLst>
          </p:cNvPr>
          <p:cNvSpPr txBox="1"/>
          <p:nvPr/>
        </p:nvSpPr>
        <p:spPr>
          <a:xfrm>
            <a:off x="181160" y="133644"/>
            <a:ext cx="2259008" cy="369332"/>
          </a:xfrm>
          <a:prstGeom prst="rect">
            <a:avLst/>
          </a:prstGeom>
          <a:noFill/>
        </p:spPr>
        <p:txBody>
          <a:bodyPr wrap="square" rtlCol="0">
            <a:spAutoFit/>
          </a:bodyPr>
          <a:lstStyle/>
          <a:p>
            <a:r>
              <a:rPr lang="ja-JP" altLang="en-US" b="1"/>
              <a:t>直近計画</a:t>
            </a:r>
            <a:endParaRPr kumimoji="1" lang="ja-JP" altLang="en-US" b="1"/>
          </a:p>
        </p:txBody>
      </p:sp>
    </p:spTree>
    <p:extLst>
      <p:ext uri="{BB962C8B-B14F-4D97-AF65-F5344CB8AC3E}">
        <p14:creationId xmlns:p14="http://schemas.microsoft.com/office/powerpoint/2010/main" val="19260100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矢印: 五方向 30">
            <a:extLst>
              <a:ext uri="{FF2B5EF4-FFF2-40B4-BE49-F238E27FC236}">
                <a16:creationId xmlns:a16="http://schemas.microsoft.com/office/drawing/2014/main" id="{025315A2-B1B8-D918-B536-1BD397D1AFFB}"/>
              </a:ext>
            </a:extLst>
          </p:cNvPr>
          <p:cNvSpPr/>
          <p:nvPr/>
        </p:nvSpPr>
        <p:spPr>
          <a:xfrm>
            <a:off x="274917" y="4365169"/>
            <a:ext cx="11622619" cy="2331190"/>
          </a:xfrm>
          <a:prstGeom prst="rect">
            <a:avLst/>
          </a:prstGeom>
          <a:solidFill>
            <a:schemeClr val="tx1">
              <a:lumMod val="50000"/>
              <a:lumOff val="50000"/>
              <a:alpha val="6980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kumimoji="1" lang="en-US" altLang="ja-JP" b="1" u="sng">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0" name="矢印: 五方向 30">
            <a:extLst>
              <a:ext uri="{FF2B5EF4-FFF2-40B4-BE49-F238E27FC236}">
                <a16:creationId xmlns:a16="http://schemas.microsoft.com/office/drawing/2014/main" id="{35A010CE-6ACF-03B3-EA9C-4678C059CF3F}"/>
              </a:ext>
            </a:extLst>
          </p:cNvPr>
          <p:cNvSpPr/>
          <p:nvPr/>
        </p:nvSpPr>
        <p:spPr>
          <a:xfrm>
            <a:off x="274917" y="2136121"/>
            <a:ext cx="11622619" cy="2110951"/>
          </a:xfrm>
          <a:prstGeom prst="rect">
            <a:avLst/>
          </a:prstGeom>
          <a:solidFill>
            <a:srgbClr val="00B0F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kumimoji="1" lang="en-US" altLang="ja-JP" b="1" u="sng">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3" name="矢印: 五方向 30">
            <a:extLst>
              <a:ext uri="{FF2B5EF4-FFF2-40B4-BE49-F238E27FC236}">
                <a16:creationId xmlns:a16="http://schemas.microsoft.com/office/drawing/2014/main" id="{4EE1534C-30B2-6894-EC06-D324DCE0367E}"/>
              </a:ext>
            </a:extLst>
          </p:cNvPr>
          <p:cNvSpPr/>
          <p:nvPr/>
        </p:nvSpPr>
        <p:spPr>
          <a:xfrm>
            <a:off x="294461" y="990594"/>
            <a:ext cx="11603075" cy="1070748"/>
          </a:xfrm>
          <a:prstGeom prst="rect">
            <a:avLst/>
          </a:prstGeom>
          <a:solidFill>
            <a:schemeClr val="accent4">
              <a:lumMod val="20000"/>
              <a:lumOff val="80000"/>
              <a:alpha val="6980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kumimoji="1" lang="en-US" altLang="ja-JP" b="1" u="sng">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5" name="直線コネクタ 4">
            <a:extLst>
              <a:ext uri="{FF2B5EF4-FFF2-40B4-BE49-F238E27FC236}">
                <a16:creationId xmlns:a16="http://schemas.microsoft.com/office/drawing/2014/main" id="{8B37E29D-7857-737F-0E9E-E45E3905800A}"/>
              </a:ext>
            </a:extLst>
          </p:cNvPr>
          <p:cNvCxnSpPr>
            <a:cxnSpLocks/>
          </p:cNvCxnSpPr>
          <p:nvPr/>
        </p:nvCxnSpPr>
        <p:spPr>
          <a:xfrm>
            <a:off x="6096000" y="810487"/>
            <a:ext cx="0" cy="598747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BDD60AF6-7F58-E400-B063-529C53E85583}"/>
              </a:ext>
            </a:extLst>
          </p:cNvPr>
          <p:cNvCxnSpPr>
            <a:cxnSpLocks/>
          </p:cNvCxnSpPr>
          <p:nvPr/>
        </p:nvCxnSpPr>
        <p:spPr>
          <a:xfrm flipH="1">
            <a:off x="274917" y="4310148"/>
            <a:ext cx="11642166" cy="0"/>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EDC3F158-5C11-31AE-EA9C-EE0376E0FFB5}"/>
              </a:ext>
            </a:extLst>
          </p:cNvPr>
          <p:cNvCxnSpPr>
            <a:cxnSpLocks/>
          </p:cNvCxnSpPr>
          <p:nvPr/>
        </p:nvCxnSpPr>
        <p:spPr>
          <a:xfrm flipH="1">
            <a:off x="294461" y="2078179"/>
            <a:ext cx="11603075" cy="0"/>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9044BDBE-3744-4B53-79AF-E4DBD68593E8}"/>
              </a:ext>
            </a:extLst>
          </p:cNvPr>
          <p:cNvSpPr txBox="1"/>
          <p:nvPr/>
        </p:nvSpPr>
        <p:spPr>
          <a:xfrm>
            <a:off x="10039928" y="109721"/>
            <a:ext cx="1877155" cy="461665"/>
          </a:xfrm>
          <a:prstGeom prst="rect">
            <a:avLst/>
          </a:prstGeom>
          <a:solidFill>
            <a:schemeClr val="bg1"/>
          </a:solidFill>
          <a:ln w="19050">
            <a:noFill/>
          </a:ln>
        </p:spPr>
        <p:txBody>
          <a:bodyPr wrap="square" rtlCol="0">
            <a:spAutoFit/>
          </a:bodyPr>
          <a:lstStyle/>
          <a:p>
            <a:pPr algn="r"/>
            <a:r>
              <a:rPr lang="en-US" altLang="ja-JP" sz="2400" b="1">
                <a:latin typeface="メイリオ" panose="020B0604030504040204" pitchFamily="50" charset="-128"/>
                <a:ea typeface="メイリオ" panose="020B0604030504040204" pitchFamily="50" charset="-128"/>
              </a:rPr>
              <a:t>CREATE</a:t>
            </a:r>
            <a:endParaRPr kumimoji="1" lang="en-US" altLang="ja-JP" sz="2400" b="1">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ECBE743E-DC9F-6256-3CD8-13959B165FE4}"/>
              </a:ext>
            </a:extLst>
          </p:cNvPr>
          <p:cNvSpPr txBox="1"/>
          <p:nvPr/>
        </p:nvSpPr>
        <p:spPr>
          <a:xfrm>
            <a:off x="274917" y="109722"/>
            <a:ext cx="1710901" cy="461665"/>
          </a:xfrm>
          <a:prstGeom prst="rect">
            <a:avLst/>
          </a:prstGeom>
          <a:solidFill>
            <a:schemeClr val="bg1"/>
          </a:solidFill>
          <a:ln w="19050">
            <a:noFill/>
          </a:ln>
        </p:spPr>
        <p:txBody>
          <a:bodyPr wrap="square" rtlCol="0">
            <a:spAutoFit/>
          </a:bodyPr>
          <a:lstStyle/>
          <a:p>
            <a:r>
              <a:rPr lang="en-US" altLang="ja-JP" sz="2400" b="1">
                <a:latin typeface="メイリオ" panose="020B0604030504040204" pitchFamily="50" charset="-128"/>
                <a:ea typeface="メイリオ" panose="020B0604030504040204" pitchFamily="50" charset="-128"/>
              </a:rPr>
              <a:t>GAME</a:t>
            </a:r>
            <a:endParaRPr kumimoji="1" lang="en-US" altLang="ja-JP" sz="2400" b="1">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5E61A54D-6BCF-F3A9-FBE1-13378B502222}"/>
              </a:ext>
            </a:extLst>
          </p:cNvPr>
          <p:cNvSpPr txBox="1"/>
          <p:nvPr/>
        </p:nvSpPr>
        <p:spPr>
          <a:xfrm>
            <a:off x="294462" y="990593"/>
            <a:ext cx="1691356" cy="461665"/>
          </a:xfrm>
          <a:prstGeom prst="rect">
            <a:avLst/>
          </a:prstGeom>
          <a:noFill/>
          <a:ln w="19050">
            <a:noFill/>
          </a:ln>
        </p:spPr>
        <p:txBody>
          <a:bodyPr wrap="square" rtlCol="0">
            <a:spAutoFit/>
          </a:bodyPr>
          <a:lstStyle/>
          <a:p>
            <a:r>
              <a:rPr lang="en-US" altLang="ja-JP" sz="2400">
                <a:latin typeface="メイリオ" panose="020B0604030504040204" pitchFamily="50" charset="-128"/>
                <a:ea typeface="メイリオ" panose="020B0604030504040204" pitchFamily="50" charset="-128"/>
              </a:rPr>
              <a:t>MASTER</a:t>
            </a:r>
            <a:endParaRPr kumimoji="1" lang="en-US" altLang="ja-JP" sz="2400">
              <a:latin typeface="メイリオ" panose="020B0604030504040204" pitchFamily="50" charset="-128"/>
              <a:ea typeface="メイリオ" panose="020B0604030504040204" pitchFamily="50" charset="-128"/>
            </a:endParaRPr>
          </a:p>
        </p:txBody>
      </p:sp>
      <p:sp>
        <p:nvSpPr>
          <p:cNvPr id="23" name="テキスト ボックス 22">
            <a:extLst>
              <a:ext uri="{FF2B5EF4-FFF2-40B4-BE49-F238E27FC236}">
                <a16:creationId xmlns:a16="http://schemas.microsoft.com/office/drawing/2014/main" id="{17762F18-E1DA-C046-FF7D-8B0A4900F495}"/>
              </a:ext>
            </a:extLst>
          </p:cNvPr>
          <p:cNvSpPr txBox="1"/>
          <p:nvPr/>
        </p:nvSpPr>
        <p:spPr>
          <a:xfrm>
            <a:off x="294462" y="2156679"/>
            <a:ext cx="1691356" cy="461665"/>
          </a:xfrm>
          <a:prstGeom prst="rect">
            <a:avLst/>
          </a:prstGeom>
          <a:noFill/>
          <a:ln w="19050">
            <a:noFill/>
          </a:ln>
        </p:spPr>
        <p:txBody>
          <a:bodyPr wrap="square" rtlCol="0">
            <a:spAutoFit/>
          </a:bodyPr>
          <a:lstStyle/>
          <a:p>
            <a:r>
              <a:rPr lang="en-US" altLang="ja-JP" sz="2400">
                <a:latin typeface="メイリオ" panose="020B0604030504040204" pitchFamily="50" charset="-128"/>
                <a:ea typeface="メイリオ" panose="020B0604030504040204" pitchFamily="50" charset="-128"/>
              </a:rPr>
              <a:t>DIAMOND</a:t>
            </a:r>
            <a:endParaRPr kumimoji="1" lang="en-US" altLang="ja-JP" sz="2400">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4D4E4E46-62F7-7645-11EB-AF31DF4A9345}"/>
              </a:ext>
            </a:extLst>
          </p:cNvPr>
          <p:cNvSpPr txBox="1"/>
          <p:nvPr/>
        </p:nvSpPr>
        <p:spPr>
          <a:xfrm>
            <a:off x="201562" y="4400353"/>
            <a:ext cx="1877155" cy="461665"/>
          </a:xfrm>
          <a:prstGeom prst="rect">
            <a:avLst/>
          </a:prstGeom>
          <a:noFill/>
          <a:ln w="19050">
            <a:noFill/>
          </a:ln>
        </p:spPr>
        <p:txBody>
          <a:bodyPr wrap="square" rtlCol="0">
            <a:spAutoFit/>
          </a:bodyPr>
          <a:lstStyle/>
          <a:p>
            <a:r>
              <a:rPr kumimoji="1" lang="en-US" altLang="ja-JP" sz="2400">
                <a:latin typeface="メイリオ" panose="020B0604030504040204" pitchFamily="50" charset="-128"/>
                <a:ea typeface="メイリオ" panose="020B0604030504040204" pitchFamily="50" charset="-128"/>
              </a:rPr>
              <a:t>PL</a:t>
            </a:r>
            <a:r>
              <a:rPr lang="en-US" altLang="ja-JP" sz="2400">
                <a:latin typeface="メイリオ" panose="020B0604030504040204" pitchFamily="50" charset="-128"/>
                <a:ea typeface="メイリオ" panose="020B0604030504040204" pitchFamily="50" charset="-128"/>
              </a:rPr>
              <a:t>ATINUM</a:t>
            </a:r>
            <a:endParaRPr kumimoji="1" lang="en-US" altLang="ja-JP" sz="2400">
              <a:latin typeface="メイリオ" panose="020B0604030504040204" pitchFamily="50" charset="-128"/>
              <a:ea typeface="メイリオ" panose="020B0604030504040204" pitchFamily="50" charset="-128"/>
            </a:endParaRPr>
          </a:p>
        </p:txBody>
      </p:sp>
      <p:sp>
        <p:nvSpPr>
          <p:cNvPr id="25" name="テキスト ボックス 24">
            <a:extLst>
              <a:ext uri="{FF2B5EF4-FFF2-40B4-BE49-F238E27FC236}">
                <a16:creationId xmlns:a16="http://schemas.microsoft.com/office/drawing/2014/main" id="{E567F5EB-A825-FD25-F5E0-C0534972EA25}"/>
              </a:ext>
            </a:extLst>
          </p:cNvPr>
          <p:cNvSpPr txBox="1"/>
          <p:nvPr/>
        </p:nvSpPr>
        <p:spPr>
          <a:xfrm>
            <a:off x="10206180" y="1001975"/>
            <a:ext cx="1691356" cy="461665"/>
          </a:xfrm>
          <a:prstGeom prst="rect">
            <a:avLst/>
          </a:prstGeom>
          <a:noFill/>
          <a:ln w="19050">
            <a:noFill/>
          </a:ln>
        </p:spPr>
        <p:txBody>
          <a:bodyPr wrap="square" rtlCol="0">
            <a:spAutoFit/>
          </a:bodyPr>
          <a:lstStyle/>
          <a:p>
            <a:pPr algn="r"/>
            <a:r>
              <a:rPr kumimoji="1" lang="en-US" altLang="ja-JP" sz="2400">
                <a:latin typeface="メイリオ" panose="020B0604030504040204" pitchFamily="50" charset="-128"/>
                <a:ea typeface="メイリオ" panose="020B0604030504040204" pitchFamily="50" charset="-128"/>
              </a:rPr>
              <a:t>ULTIMATE</a:t>
            </a:r>
          </a:p>
        </p:txBody>
      </p:sp>
      <p:sp>
        <p:nvSpPr>
          <p:cNvPr id="26" name="テキスト ボックス 25">
            <a:extLst>
              <a:ext uri="{FF2B5EF4-FFF2-40B4-BE49-F238E27FC236}">
                <a16:creationId xmlns:a16="http://schemas.microsoft.com/office/drawing/2014/main" id="{AF6F9AD1-B945-F29B-4BAF-05E6102B8932}"/>
              </a:ext>
            </a:extLst>
          </p:cNvPr>
          <p:cNvSpPr txBox="1"/>
          <p:nvPr/>
        </p:nvSpPr>
        <p:spPr>
          <a:xfrm>
            <a:off x="10206180" y="2156679"/>
            <a:ext cx="1691356" cy="461665"/>
          </a:xfrm>
          <a:prstGeom prst="rect">
            <a:avLst/>
          </a:prstGeom>
          <a:noFill/>
          <a:ln w="19050">
            <a:noFill/>
          </a:ln>
        </p:spPr>
        <p:txBody>
          <a:bodyPr wrap="square" rtlCol="0">
            <a:spAutoFit/>
          </a:bodyPr>
          <a:lstStyle/>
          <a:p>
            <a:pPr algn="r"/>
            <a:r>
              <a:rPr kumimoji="1" lang="en-US" altLang="ja-JP" sz="2400">
                <a:latin typeface="メイリオ" panose="020B0604030504040204" pitchFamily="50" charset="-128"/>
                <a:ea typeface="メイリオ" panose="020B0604030504040204" pitchFamily="50" charset="-128"/>
              </a:rPr>
              <a:t>DELUXE</a:t>
            </a:r>
          </a:p>
        </p:txBody>
      </p:sp>
      <p:sp>
        <p:nvSpPr>
          <p:cNvPr id="27" name="テキスト ボックス 26">
            <a:extLst>
              <a:ext uri="{FF2B5EF4-FFF2-40B4-BE49-F238E27FC236}">
                <a16:creationId xmlns:a16="http://schemas.microsoft.com/office/drawing/2014/main" id="{0BD6D3A3-352E-89FC-8251-6FE437D70222}"/>
              </a:ext>
            </a:extLst>
          </p:cNvPr>
          <p:cNvSpPr txBox="1"/>
          <p:nvPr/>
        </p:nvSpPr>
        <p:spPr>
          <a:xfrm>
            <a:off x="10007984" y="4384653"/>
            <a:ext cx="1877155" cy="461665"/>
          </a:xfrm>
          <a:prstGeom prst="rect">
            <a:avLst/>
          </a:prstGeom>
          <a:noFill/>
          <a:ln w="19050">
            <a:noFill/>
          </a:ln>
        </p:spPr>
        <p:txBody>
          <a:bodyPr wrap="square" rtlCol="0">
            <a:spAutoFit/>
          </a:bodyPr>
          <a:lstStyle/>
          <a:p>
            <a:pPr algn="r"/>
            <a:r>
              <a:rPr kumimoji="1" lang="en-US" altLang="ja-JP" sz="2400">
                <a:latin typeface="メイリオ" panose="020B0604030504040204" pitchFamily="50" charset="-128"/>
                <a:ea typeface="メイリオ" panose="020B0604030504040204" pitchFamily="50" charset="-128"/>
              </a:rPr>
              <a:t>SELECTED</a:t>
            </a:r>
          </a:p>
        </p:txBody>
      </p:sp>
      <p:sp>
        <p:nvSpPr>
          <p:cNvPr id="28" name="矢印: 五方向 27">
            <a:extLst>
              <a:ext uri="{FF2B5EF4-FFF2-40B4-BE49-F238E27FC236}">
                <a16:creationId xmlns:a16="http://schemas.microsoft.com/office/drawing/2014/main" id="{E59CBD04-D10E-37B6-95A8-AE7BC110B0A7}"/>
              </a:ext>
            </a:extLst>
          </p:cNvPr>
          <p:cNvSpPr/>
          <p:nvPr/>
        </p:nvSpPr>
        <p:spPr>
          <a:xfrm>
            <a:off x="2235254" y="1194938"/>
            <a:ext cx="2743198" cy="323125"/>
          </a:xfrm>
          <a:prstGeom prst="homePlate">
            <a:avLst>
              <a:gd name="adj" fmla="val 0"/>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ja-JP" altLang="en-US" b="1">
                <a:latin typeface="メイリオ" panose="020B0604030504040204" pitchFamily="50" charset="-128"/>
                <a:ea typeface="メイリオ" panose="020B0604030504040204" pitchFamily="50" charset="-128"/>
              </a:rPr>
              <a:t>１：</a:t>
            </a:r>
            <a:r>
              <a:rPr lang="en-US" altLang="ja-JP" b="1">
                <a:latin typeface="メイリオ" panose="020B0604030504040204" pitchFamily="50" charset="-128"/>
                <a:ea typeface="メイリオ" panose="020B0604030504040204" pitchFamily="50" charset="-128"/>
              </a:rPr>
              <a:t>N</a:t>
            </a:r>
            <a:r>
              <a:rPr kumimoji="1" lang="en-US" altLang="ja-JP" b="1">
                <a:latin typeface="メイリオ" panose="020B0604030504040204" pitchFamily="50" charset="-128"/>
                <a:ea typeface="メイリオ" panose="020B0604030504040204" pitchFamily="50" charset="-128"/>
              </a:rPr>
              <a:t>MC9L-R59-G</a:t>
            </a:r>
            <a:r>
              <a:rPr lang="en-US" altLang="ja-JP" b="1">
                <a:latin typeface="メイリオ" panose="020B0604030504040204" pitchFamily="50" charset="-128"/>
                <a:ea typeface="メイリオ" panose="020B0604030504040204" pitchFamily="50" charset="-128"/>
              </a:rPr>
              <a:t>8</a:t>
            </a:r>
            <a:endParaRPr kumimoji="1" lang="en-US" altLang="ja-JP" b="1">
              <a:latin typeface="メイリオ" panose="020B0604030504040204" pitchFamily="50" charset="-128"/>
              <a:ea typeface="メイリオ" panose="020B0604030504040204" pitchFamily="50" charset="-128"/>
            </a:endParaRPr>
          </a:p>
          <a:p>
            <a:pPr algn="l"/>
            <a:r>
              <a:rPr kumimoji="1" lang="en-US" altLang="ja-JP" sz="700">
                <a:latin typeface="メイリオ" panose="020B0604030504040204" pitchFamily="50" charset="-128"/>
                <a:ea typeface="メイリオ" panose="020B0604030504040204" pitchFamily="50" charset="-128"/>
              </a:rPr>
              <a:t>CLE X58</a:t>
            </a:r>
            <a:r>
              <a:rPr kumimoji="1" lang="ja-JP" altLang="en-US" sz="700">
                <a:latin typeface="メイリオ" panose="020B0604030504040204" pitchFamily="50" charset="-128"/>
                <a:ea typeface="メイリオ" panose="020B0604030504040204" pitchFamily="50" charset="-128"/>
              </a:rPr>
              <a:t>：</a:t>
            </a:r>
            <a:r>
              <a:rPr kumimoji="1" lang="en-US" altLang="ja-JP" sz="700">
                <a:latin typeface="メイリオ" panose="020B0604030504040204" pitchFamily="50" charset="-128"/>
                <a:ea typeface="メイリオ" panose="020B0604030504040204" pitchFamily="50" charset="-128"/>
              </a:rPr>
              <a:t>18” ARL-HX R Core U9</a:t>
            </a:r>
            <a:r>
              <a:rPr kumimoji="1" lang="ja-JP" altLang="en-US" sz="700">
                <a:latin typeface="メイリオ" panose="020B0604030504040204" pitchFamily="50" charset="-128"/>
                <a:ea typeface="メイリオ" panose="020B0604030504040204" pitchFamily="50" charset="-128"/>
              </a:rPr>
              <a:t>＋</a:t>
            </a:r>
            <a:r>
              <a:rPr kumimoji="1" lang="en-US" altLang="ja-JP" sz="700">
                <a:latin typeface="メイリオ" panose="020B0604030504040204" pitchFamily="50" charset="-128"/>
                <a:ea typeface="メイリオ" panose="020B0604030504040204" pitchFamily="50" charset="-128"/>
              </a:rPr>
              <a:t>RTX 5090 </a:t>
            </a:r>
          </a:p>
        </p:txBody>
      </p:sp>
      <p:sp>
        <p:nvSpPr>
          <p:cNvPr id="29" name="矢印: 五方向 28">
            <a:extLst>
              <a:ext uri="{FF2B5EF4-FFF2-40B4-BE49-F238E27FC236}">
                <a16:creationId xmlns:a16="http://schemas.microsoft.com/office/drawing/2014/main" id="{9C1677FB-F3FC-3F85-20E1-834120A12BF9}"/>
              </a:ext>
            </a:extLst>
          </p:cNvPr>
          <p:cNvSpPr/>
          <p:nvPr/>
        </p:nvSpPr>
        <p:spPr>
          <a:xfrm>
            <a:off x="2232769" y="1581752"/>
            <a:ext cx="2743198" cy="323125"/>
          </a:xfrm>
          <a:prstGeom prst="homePlate">
            <a:avLst>
              <a:gd name="adj" fmla="val 0"/>
            </a:avLst>
          </a:prstGeom>
          <a:solidFill>
            <a:schemeClr val="accent5">
              <a:lumMod val="50000"/>
            </a:schemeClr>
          </a:solidFill>
          <a:ln w="12700">
            <a:solidFill>
              <a:srgbClr val="172C5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ja-JP" altLang="en-US" b="1">
                <a:latin typeface="メイリオ" panose="020B0604030504040204" pitchFamily="50" charset="-128"/>
                <a:ea typeface="メイリオ" panose="020B0604030504040204" pitchFamily="50" charset="-128"/>
              </a:rPr>
              <a:t>２：</a:t>
            </a:r>
            <a:r>
              <a:rPr lang="en-US" altLang="ja-JP" b="1">
                <a:latin typeface="メイリオ" panose="020B0604030504040204" pitchFamily="50" charset="-128"/>
                <a:ea typeface="メイリオ" panose="020B0604030504040204" pitchFamily="50" charset="-128"/>
              </a:rPr>
              <a:t>NMC9L-R58-H6</a:t>
            </a:r>
            <a:endParaRPr lang="en-US" altLang="ja-JP" sz="900" b="1">
              <a:latin typeface="メイリオ" panose="020B0604030504040204" pitchFamily="50" charset="-128"/>
              <a:ea typeface="メイリオ" panose="020B0604030504040204" pitchFamily="50" charset="-128"/>
            </a:endParaRPr>
          </a:p>
          <a:p>
            <a:r>
              <a:rPr lang="en-US" altLang="ja-JP" sz="700">
                <a:latin typeface="メイリオ" panose="020B0604030504040204" pitchFamily="50" charset="-128"/>
                <a:ea typeface="メイリオ" panose="020B0604030504040204" pitchFamily="50" charset="-128"/>
              </a:rPr>
              <a:t>UNW IDY</a:t>
            </a:r>
            <a:r>
              <a:rPr lang="ja-JP" altLang="en-US" sz="700">
                <a:latin typeface="メイリオ" panose="020B0604030504040204" pitchFamily="50" charset="-128"/>
                <a:ea typeface="メイリオ" panose="020B0604030504040204" pitchFamily="50" charset="-128"/>
              </a:rPr>
              <a:t>：</a:t>
            </a:r>
            <a:r>
              <a:rPr lang="en-US" altLang="ja-JP" sz="700">
                <a:latin typeface="メイリオ" panose="020B0604030504040204" pitchFamily="50" charset="-128"/>
                <a:ea typeface="メイリオ" panose="020B0604030504040204" pitchFamily="50" charset="-128"/>
              </a:rPr>
              <a:t>16” ARL-HX R Core U9</a:t>
            </a:r>
            <a:r>
              <a:rPr lang="ja-JP" altLang="en-US" sz="700">
                <a:latin typeface="メイリオ" panose="020B0604030504040204" pitchFamily="50" charset="-128"/>
                <a:ea typeface="メイリオ" panose="020B0604030504040204" pitchFamily="50" charset="-128"/>
              </a:rPr>
              <a:t>＋</a:t>
            </a:r>
            <a:r>
              <a:rPr lang="en-US" altLang="ja-JP" sz="700">
                <a:latin typeface="メイリオ" panose="020B0604030504040204" pitchFamily="50" charset="-128"/>
                <a:ea typeface="メイリオ" panose="020B0604030504040204" pitchFamily="50" charset="-128"/>
              </a:rPr>
              <a:t>RTX 5080 </a:t>
            </a:r>
            <a:endParaRPr lang="en-US" altLang="ja-JP" sz="700" b="1">
              <a:latin typeface="メイリオ" panose="020B0604030504040204" pitchFamily="50" charset="-128"/>
              <a:ea typeface="メイリオ" panose="020B0604030504040204" pitchFamily="50" charset="-128"/>
            </a:endParaRPr>
          </a:p>
        </p:txBody>
      </p:sp>
      <p:sp>
        <p:nvSpPr>
          <p:cNvPr id="34" name="矢印: 五方向 33">
            <a:extLst>
              <a:ext uri="{FF2B5EF4-FFF2-40B4-BE49-F238E27FC236}">
                <a16:creationId xmlns:a16="http://schemas.microsoft.com/office/drawing/2014/main" id="{CB67C07F-3060-A180-D706-F572D3C0FEC1}"/>
              </a:ext>
            </a:extLst>
          </p:cNvPr>
          <p:cNvSpPr/>
          <p:nvPr/>
        </p:nvSpPr>
        <p:spPr>
          <a:xfrm>
            <a:off x="2207731" y="3139075"/>
            <a:ext cx="2756813" cy="323125"/>
          </a:xfrm>
          <a:prstGeom prst="homePlate">
            <a:avLst>
              <a:gd name="adj" fmla="val 0"/>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ja-JP" altLang="en-US" b="1">
                <a:latin typeface="メイリオ" panose="020B0604030504040204" pitchFamily="50" charset="-128"/>
                <a:ea typeface="メイリオ" panose="020B0604030504040204" pitchFamily="50" charset="-128"/>
              </a:rPr>
              <a:t>４：</a:t>
            </a:r>
            <a:r>
              <a:rPr lang="it-IT" altLang="ja-JP" b="1">
                <a:latin typeface="メイリオ" panose="020B0604030504040204" pitchFamily="50" charset="-128"/>
                <a:ea typeface="メイリオ" panose="020B0604030504040204" pitchFamily="50" charset="-128"/>
              </a:rPr>
              <a:t>ZL9</a:t>
            </a:r>
            <a:r>
              <a:rPr lang="en-US" altLang="ja-JP" b="1">
                <a:latin typeface="メイリオ" panose="020B0604030504040204" pitchFamily="50" charset="-128"/>
                <a:ea typeface="メイリオ" panose="020B0604030504040204" pitchFamily="50" charset="-128"/>
              </a:rPr>
              <a:t>C</a:t>
            </a:r>
            <a:r>
              <a:rPr lang="it-IT" altLang="ja-JP" b="1">
                <a:latin typeface="メイリオ" panose="020B0604030504040204" pitchFamily="50" charset="-128"/>
                <a:ea typeface="メイリオ" panose="020B0604030504040204" pitchFamily="50" charset="-128"/>
              </a:rPr>
              <a:t>-R57T-6</a:t>
            </a:r>
            <a:r>
              <a:rPr lang="en-US" altLang="ja-JP" b="1">
                <a:latin typeface="メイリオ" panose="020B0604030504040204" pitchFamily="50" charset="-128"/>
                <a:ea typeface="メイリオ" panose="020B0604030504040204" pitchFamily="50" charset="-128"/>
              </a:rPr>
              <a:t>A</a:t>
            </a:r>
            <a:endParaRPr lang="en-US" altLang="ja-JP" sz="900" b="1">
              <a:latin typeface="メイリオ" panose="020B0604030504040204" pitchFamily="50" charset="-128"/>
              <a:ea typeface="メイリオ" panose="020B0604030504040204" pitchFamily="50" charset="-128"/>
            </a:endParaRPr>
          </a:p>
          <a:p>
            <a:r>
              <a:rPr lang="en-US" altLang="ja-JP" sz="700">
                <a:latin typeface="メイリオ" panose="020B0604030504040204" pitchFamily="50" charset="-128"/>
                <a:ea typeface="メイリオ" panose="020B0604030504040204" pitchFamily="50" charset="-128"/>
              </a:rPr>
              <a:t>UNW IDK</a:t>
            </a:r>
            <a:r>
              <a:rPr lang="ja-JP" altLang="en-US" sz="700">
                <a:latin typeface="メイリオ" panose="020B0604030504040204" pitchFamily="50" charset="-128"/>
                <a:ea typeface="メイリオ" panose="020B0604030504040204" pitchFamily="50" charset="-128"/>
              </a:rPr>
              <a:t>：</a:t>
            </a:r>
            <a:r>
              <a:rPr lang="en-US" altLang="ja-JP" sz="700">
                <a:latin typeface="メイリオ" panose="020B0604030504040204" pitchFamily="50" charset="-128"/>
                <a:ea typeface="メイリオ" panose="020B0604030504040204" pitchFamily="50" charset="-128"/>
              </a:rPr>
              <a:t>16” 275HX</a:t>
            </a:r>
            <a:r>
              <a:rPr lang="ja-JP" altLang="en-US" sz="700">
                <a:latin typeface="メイリオ" panose="020B0604030504040204" pitchFamily="50" charset="-128"/>
                <a:ea typeface="メイリオ" panose="020B0604030504040204" pitchFamily="50" charset="-128"/>
              </a:rPr>
              <a:t>＋</a:t>
            </a:r>
            <a:r>
              <a:rPr lang="en-US" altLang="ja-JP" sz="700">
                <a:latin typeface="メイリオ" panose="020B0604030504040204" pitchFamily="50" charset="-128"/>
                <a:ea typeface="メイリオ" panose="020B0604030504040204" pitchFamily="50" charset="-128"/>
              </a:rPr>
              <a:t>RTX</a:t>
            </a:r>
            <a:r>
              <a:rPr lang="ja-JP" altLang="en-US" sz="700">
                <a:latin typeface="メイリオ" panose="020B0604030504040204" pitchFamily="50" charset="-128"/>
                <a:ea typeface="メイリオ" panose="020B0604030504040204" pitchFamily="50" charset="-128"/>
              </a:rPr>
              <a:t> </a:t>
            </a:r>
            <a:r>
              <a:rPr lang="en-US" altLang="ja-JP" sz="700">
                <a:latin typeface="メイリオ" panose="020B0604030504040204" pitchFamily="50" charset="-128"/>
                <a:ea typeface="メイリオ" panose="020B0604030504040204" pitchFamily="50" charset="-128"/>
              </a:rPr>
              <a:t>5070T</a:t>
            </a:r>
            <a:endParaRPr kumimoji="1" lang="en-US" altLang="ja-JP" sz="700">
              <a:latin typeface="メイリオ" panose="020B0604030504040204" pitchFamily="50" charset="-128"/>
              <a:ea typeface="メイリオ" panose="020B0604030504040204" pitchFamily="50" charset="-128"/>
            </a:endParaRPr>
          </a:p>
        </p:txBody>
      </p:sp>
      <p:sp>
        <p:nvSpPr>
          <p:cNvPr id="35" name="矢印: 五方向 34">
            <a:extLst>
              <a:ext uri="{FF2B5EF4-FFF2-40B4-BE49-F238E27FC236}">
                <a16:creationId xmlns:a16="http://schemas.microsoft.com/office/drawing/2014/main" id="{E5CBEE5F-2023-7144-C4B2-07F5C097D3ED}"/>
              </a:ext>
            </a:extLst>
          </p:cNvPr>
          <p:cNvSpPr/>
          <p:nvPr/>
        </p:nvSpPr>
        <p:spPr>
          <a:xfrm>
            <a:off x="2219155" y="3598047"/>
            <a:ext cx="2756813" cy="323125"/>
          </a:xfrm>
          <a:prstGeom prst="homePlate">
            <a:avLst>
              <a:gd name="adj" fmla="val 0"/>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ja-JP" altLang="en-US" b="1">
                <a:latin typeface="メイリオ" panose="020B0604030504040204" pitchFamily="50" charset="-128"/>
                <a:ea typeface="メイリオ" panose="020B0604030504040204" pitchFamily="50" charset="-128"/>
              </a:rPr>
              <a:t>５：</a:t>
            </a:r>
            <a:r>
              <a:rPr lang="en-US" altLang="ja-JP" b="1">
                <a:latin typeface="メイリオ" panose="020B0604030504040204" pitchFamily="50" charset="-128"/>
                <a:ea typeface="メイリオ" panose="020B0604030504040204" pitchFamily="50" charset="-128"/>
              </a:rPr>
              <a:t> ZL7C-R57-6A</a:t>
            </a:r>
          </a:p>
          <a:p>
            <a:r>
              <a:rPr lang="en-US" altLang="ja-JP" sz="700"/>
              <a:t>UNW IDK</a:t>
            </a:r>
            <a:r>
              <a:rPr lang="ja-JP" altLang="en-US" sz="700"/>
              <a:t>：</a:t>
            </a:r>
            <a:r>
              <a:rPr lang="en-US" altLang="ja-JP" sz="700"/>
              <a:t>16” 255HX</a:t>
            </a:r>
            <a:r>
              <a:rPr lang="ja-JP" altLang="en-US" sz="700"/>
              <a:t>＋</a:t>
            </a:r>
            <a:r>
              <a:rPr lang="en-US" altLang="ja-JP" sz="700"/>
              <a:t>RTX</a:t>
            </a:r>
            <a:r>
              <a:rPr lang="ja-JP" altLang="en-US" sz="700"/>
              <a:t> </a:t>
            </a:r>
            <a:r>
              <a:rPr lang="en-US" altLang="ja-JP" sz="700"/>
              <a:t>5070</a:t>
            </a:r>
            <a:endParaRPr kumimoji="1" lang="en-US" altLang="ja-JP" sz="700">
              <a:latin typeface="メイリオ" panose="020B0604030504040204" pitchFamily="50" charset="-128"/>
              <a:ea typeface="メイリオ" panose="020B0604030504040204" pitchFamily="50" charset="-128"/>
            </a:endParaRPr>
          </a:p>
        </p:txBody>
      </p:sp>
      <p:sp>
        <p:nvSpPr>
          <p:cNvPr id="44" name="矢印: 五方向 43">
            <a:extLst>
              <a:ext uri="{FF2B5EF4-FFF2-40B4-BE49-F238E27FC236}">
                <a16:creationId xmlns:a16="http://schemas.microsoft.com/office/drawing/2014/main" id="{CD81A142-AE30-E8E4-3EAF-6F5622C3F347}"/>
              </a:ext>
            </a:extLst>
          </p:cNvPr>
          <p:cNvSpPr/>
          <p:nvPr/>
        </p:nvSpPr>
        <p:spPr>
          <a:xfrm>
            <a:off x="2219154" y="5303046"/>
            <a:ext cx="2756812" cy="314577"/>
          </a:xfrm>
          <a:prstGeom prst="homePlate">
            <a:avLst>
              <a:gd name="adj" fmla="val 0"/>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kumimoji="1" lang="ja-JP" altLang="en-US" b="1">
                <a:latin typeface="メイリオ" panose="020B0604030504040204" pitchFamily="50" charset="-128"/>
                <a:ea typeface="メイリオ" panose="020B0604030504040204" pitchFamily="50" charset="-128"/>
              </a:rPr>
              <a:t>１２：</a:t>
            </a:r>
            <a:r>
              <a:rPr kumimoji="1" lang="en-US" altLang="ja-JP" b="1">
                <a:latin typeface="メイリオ" panose="020B0604030504040204" pitchFamily="50" charset="-128"/>
                <a:ea typeface="メイリオ" panose="020B0604030504040204" pitchFamily="50" charset="-128"/>
              </a:rPr>
              <a:t>NPC7L-R56-G5</a:t>
            </a:r>
          </a:p>
          <a:p>
            <a:r>
              <a:rPr lang="en-US" altLang="ja-JP" sz="700">
                <a:latin typeface="メイリオ" panose="020B0604030504040204" pitchFamily="50" charset="-128"/>
                <a:ea typeface="メイリオ" panose="020B0604030504040204" pitchFamily="50" charset="-128"/>
              </a:rPr>
              <a:t>UNW ID2</a:t>
            </a:r>
            <a:r>
              <a:rPr lang="ja-JP" altLang="en-US" sz="700">
                <a:latin typeface="メイリオ" panose="020B0604030504040204" pitchFamily="50" charset="-128"/>
                <a:ea typeface="メイリオ" panose="020B0604030504040204" pitchFamily="50" charset="-128"/>
              </a:rPr>
              <a:t>：</a:t>
            </a:r>
            <a:r>
              <a:rPr lang="en-US" altLang="ja-JP" sz="700">
                <a:latin typeface="メイリオ" panose="020B0604030504040204" pitchFamily="50" charset="-128"/>
                <a:ea typeface="メイリオ" panose="020B0604030504040204" pitchFamily="50" charset="-128"/>
              </a:rPr>
              <a:t>15.3” Core i7 14650HX + RTX 5060 </a:t>
            </a:r>
          </a:p>
        </p:txBody>
      </p:sp>
      <p:sp>
        <p:nvSpPr>
          <p:cNvPr id="45" name="矢印: 五方向 44">
            <a:extLst>
              <a:ext uri="{FF2B5EF4-FFF2-40B4-BE49-F238E27FC236}">
                <a16:creationId xmlns:a16="http://schemas.microsoft.com/office/drawing/2014/main" id="{4FE15D67-1203-3C2F-BA3C-3CFEFA2168FD}"/>
              </a:ext>
            </a:extLst>
          </p:cNvPr>
          <p:cNvSpPr/>
          <p:nvPr/>
        </p:nvSpPr>
        <p:spPr>
          <a:xfrm>
            <a:off x="2200169" y="5660368"/>
            <a:ext cx="2756812" cy="313074"/>
          </a:xfrm>
          <a:prstGeom prst="homePlate">
            <a:avLst>
              <a:gd name="adj" fmla="val 0"/>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ja-JP" altLang="en-US" b="1">
                <a:latin typeface="メイリオ" panose="020B0604030504040204" pitchFamily="50" charset="-128"/>
                <a:ea typeface="メイリオ" panose="020B0604030504040204" pitchFamily="50" charset="-128"/>
              </a:rPr>
              <a:t>１３：</a:t>
            </a:r>
            <a:r>
              <a:rPr lang="en-US" altLang="ja-JP" b="1">
                <a:latin typeface="メイリオ" panose="020B0604030504040204" pitchFamily="50" charset="-128"/>
                <a:ea typeface="メイリオ" panose="020B0604030504040204" pitchFamily="50" charset="-128"/>
              </a:rPr>
              <a:t>NPC5L-R55-G5</a:t>
            </a:r>
            <a:endParaRPr lang="en-US" altLang="ja-JP" sz="900" b="1">
              <a:latin typeface="メイリオ" panose="020B0604030504040204" pitchFamily="50" charset="-128"/>
              <a:ea typeface="メイリオ" panose="020B0604030504040204" pitchFamily="50" charset="-128"/>
            </a:endParaRPr>
          </a:p>
          <a:p>
            <a:r>
              <a:rPr lang="en-US" altLang="ja-JP" sz="700">
                <a:latin typeface="メイリオ" panose="020B0604030504040204" pitchFamily="50" charset="-128"/>
                <a:ea typeface="メイリオ" panose="020B0604030504040204" pitchFamily="50" charset="-128"/>
              </a:rPr>
              <a:t>UNW IDE</a:t>
            </a:r>
            <a:r>
              <a:rPr lang="ja-JP" altLang="en-US" sz="700">
                <a:latin typeface="メイリオ" panose="020B0604030504040204" pitchFamily="50" charset="-128"/>
                <a:ea typeface="メイリオ" panose="020B0604030504040204" pitchFamily="50" charset="-128"/>
              </a:rPr>
              <a:t>：</a:t>
            </a:r>
            <a:r>
              <a:rPr lang="en-US" altLang="ja-JP" sz="700">
                <a:latin typeface="メイリオ" panose="020B0604030504040204" pitchFamily="50" charset="-128"/>
                <a:ea typeface="メイリオ" panose="020B0604030504040204" pitchFamily="50" charset="-128"/>
              </a:rPr>
              <a:t>15.6” Core i5 14450HX + RTX 5050 </a:t>
            </a:r>
          </a:p>
        </p:txBody>
      </p:sp>
      <p:sp>
        <p:nvSpPr>
          <p:cNvPr id="46" name="矢印: 五方向 45">
            <a:extLst>
              <a:ext uri="{FF2B5EF4-FFF2-40B4-BE49-F238E27FC236}">
                <a16:creationId xmlns:a16="http://schemas.microsoft.com/office/drawing/2014/main" id="{49154D82-1838-EA9C-DCF8-A15B5FD8DD55}"/>
              </a:ext>
            </a:extLst>
          </p:cNvPr>
          <p:cNvSpPr/>
          <p:nvPr/>
        </p:nvSpPr>
        <p:spPr>
          <a:xfrm>
            <a:off x="2219154" y="4928412"/>
            <a:ext cx="2756813" cy="314577"/>
          </a:xfrm>
          <a:prstGeom prst="homePlate">
            <a:avLst>
              <a:gd name="adj" fmla="val 0"/>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kumimoji="1" lang="ja-JP" altLang="en-US" b="1">
                <a:latin typeface="メイリオ" panose="020B0604030504040204" pitchFamily="50" charset="-128"/>
                <a:ea typeface="メイリオ" panose="020B0604030504040204" pitchFamily="50" charset="-128"/>
              </a:rPr>
              <a:t>１１：</a:t>
            </a:r>
            <a:r>
              <a:rPr kumimoji="1" lang="en-US" altLang="ja-JP" b="1">
                <a:latin typeface="メイリオ" panose="020B0604030504040204" pitchFamily="50" charset="-128"/>
                <a:ea typeface="メイリオ" panose="020B0604030504040204" pitchFamily="50" charset="-128"/>
              </a:rPr>
              <a:t>NPC7L-R57-G5</a:t>
            </a:r>
          </a:p>
          <a:p>
            <a:r>
              <a:rPr lang="en-US" altLang="ja-JP" sz="700">
                <a:latin typeface="メイリオ" panose="020B0604030504040204" pitchFamily="50" charset="-128"/>
                <a:ea typeface="メイリオ" panose="020B0604030504040204" pitchFamily="50" charset="-128"/>
              </a:rPr>
              <a:t>UNW ID2</a:t>
            </a:r>
            <a:r>
              <a:rPr lang="ja-JP" altLang="en-US" sz="700">
                <a:latin typeface="メイリオ" panose="020B0604030504040204" pitchFamily="50" charset="-128"/>
                <a:ea typeface="メイリオ" panose="020B0604030504040204" pitchFamily="50" charset="-128"/>
              </a:rPr>
              <a:t>：</a:t>
            </a:r>
            <a:r>
              <a:rPr lang="en-US" altLang="ja-JP" sz="700">
                <a:latin typeface="メイリオ" panose="020B0604030504040204" pitchFamily="50" charset="-128"/>
                <a:ea typeface="メイリオ" panose="020B0604030504040204" pitchFamily="50" charset="-128"/>
              </a:rPr>
              <a:t>15.3” Core i7 14650HX + RTX 5070 </a:t>
            </a:r>
            <a:endParaRPr kumimoji="1" lang="en-US" altLang="ja-JP" sz="700">
              <a:latin typeface="メイリオ" panose="020B0604030504040204" pitchFamily="50" charset="-128"/>
              <a:ea typeface="メイリオ" panose="020B0604030504040204" pitchFamily="50" charset="-128"/>
            </a:endParaRPr>
          </a:p>
        </p:txBody>
      </p:sp>
      <p:sp>
        <p:nvSpPr>
          <p:cNvPr id="58" name="矢印: 五方向 57">
            <a:extLst>
              <a:ext uri="{FF2B5EF4-FFF2-40B4-BE49-F238E27FC236}">
                <a16:creationId xmlns:a16="http://schemas.microsoft.com/office/drawing/2014/main" id="{8D560CA6-1C16-FCEF-00C3-768670C446A1}"/>
              </a:ext>
            </a:extLst>
          </p:cNvPr>
          <p:cNvSpPr/>
          <p:nvPr/>
        </p:nvSpPr>
        <p:spPr>
          <a:xfrm>
            <a:off x="6870387" y="3685556"/>
            <a:ext cx="2724498" cy="323124"/>
          </a:xfrm>
          <a:prstGeom prst="homePlate">
            <a:avLst>
              <a:gd name="adj" fmla="val 0"/>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ja-JP" altLang="en-US" b="1">
                <a:latin typeface="メイリオ" panose="020B0604030504040204" pitchFamily="50" charset="-128"/>
                <a:ea typeface="メイリオ" panose="020B0604030504040204" pitchFamily="50" charset="-128"/>
              </a:rPr>
              <a:t>１０：</a:t>
            </a:r>
            <a:r>
              <a:rPr lang="en-US" altLang="ja-JP" b="1">
                <a:latin typeface="メイリオ" panose="020B0604030504040204" pitchFamily="50" charset="-128"/>
                <a:ea typeface="メイリオ" panose="020B0604030504040204" pitchFamily="50" charset="-128"/>
              </a:rPr>
              <a:t>NDR9L-IG-C4</a:t>
            </a:r>
            <a:endParaRPr lang="en-US" altLang="ja-JP" sz="800" b="1">
              <a:latin typeface="メイリオ" panose="020B0604030504040204" pitchFamily="50" charset="-128"/>
              <a:ea typeface="メイリオ" panose="020B0604030504040204" pitchFamily="50" charset="-128"/>
            </a:endParaRPr>
          </a:p>
          <a:p>
            <a:pPr algn="l"/>
            <a:r>
              <a:rPr lang="en-US" altLang="ja-JP" sz="700">
                <a:latin typeface="メイリオ" panose="020B0604030504040204" pitchFamily="50" charset="-128"/>
                <a:ea typeface="メイリオ" panose="020B0604030504040204" pitchFamily="50" charset="-128"/>
              </a:rPr>
              <a:t>CLE V54: 14” Ryzen AI 9 HX470 + </a:t>
            </a:r>
            <a:r>
              <a:rPr lang="en-US" altLang="ja-JP" sz="700" err="1">
                <a:latin typeface="メイリオ" panose="020B0604030504040204" pitchFamily="50" charset="-128"/>
                <a:ea typeface="メイリオ" panose="020B0604030504040204" pitchFamily="50" charset="-128"/>
              </a:rPr>
              <a:t>iGPU</a:t>
            </a:r>
            <a:endParaRPr kumimoji="1" lang="en-US" altLang="ja-JP" sz="700">
              <a:latin typeface="メイリオ" panose="020B0604030504040204" pitchFamily="50" charset="-128"/>
              <a:ea typeface="メイリオ" panose="020B0604030504040204" pitchFamily="50" charset="-128"/>
            </a:endParaRPr>
          </a:p>
        </p:txBody>
      </p:sp>
      <p:sp>
        <p:nvSpPr>
          <p:cNvPr id="60" name="矢印: 五方向 59">
            <a:extLst>
              <a:ext uri="{FF2B5EF4-FFF2-40B4-BE49-F238E27FC236}">
                <a16:creationId xmlns:a16="http://schemas.microsoft.com/office/drawing/2014/main" id="{6A2DD5E6-4166-6F70-29B6-635A7A12215C}"/>
              </a:ext>
            </a:extLst>
          </p:cNvPr>
          <p:cNvSpPr/>
          <p:nvPr/>
        </p:nvSpPr>
        <p:spPr>
          <a:xfrm>
            <a:off x="6867613" y="3311884"/>
            <a:ext cx="2745264" cy="323125"/>
          </a:xfrm>
          <a:prstGeom prst="homePlate">
            <a:avLst>
              <a:gd name="adj" fmla="val 0"/>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ja-JP" altLang="en-US" b="1">
                <a:latin typeface="メイリオ" panose="020B0604030504040204" pitchFamily="50" charset="-128"/>
                <a:ea typeface="メイリオ" panose="020B0604030504040204" pitchFamily="50" charset="-128"/>
              </a:rPr>
              <a:t>９：</a:t>
            </a:r>
            <a:r>
              <a:rPr lang="en-US" altLang="ja-JP" b="1">
                <a:latin typeface="メイリオ" panose="020B0604030504040204" pitchFamily="50" charset="-128"/>
                <a:ea typeface="メイリオ" panose="020B0604030504040204" pitchFamily="50" charset="-128"/>
              </a:rPr>
              <a:t>NDR9L-R56-C6</a:t>
            </a:r>
          </a:p>
          <a:p>
            <a:pPr algn="l"/>
            <a:r>
              <a:rPr kumimoji="1" lang="en-US" altLang="ja-JP" sz="700">
                <a:latin typeface="メイリオ" panose="020B0604030504040204" pitchFamily="50" charset="-128"/>
                <a:ea typeface="メイリオ" panose="020B0604030504040204" pitchFamily="50" charset="-128"/>
              </a:rPr>
              <a:t>CLE V56: 16” Ryzen AI 9 HX470 + RTX 5060</a:t>
            </a:r>
          </a:p>
        </p:txBody>
      </p:sp>
      <p:sp>
        <p:nvSpPr>
          <p:cNvPr id="64" name="矢印: 五方向 63">
            <a:extLst>
              <a:ext uri="{FF2B5EF4-FFF2-40B4-BE49-F238E27FC236}">
                <a16:creationId xmlns:a16="http://schemas.microsoft.com/office/drawing/2014/main" id="{070E8748-5353-5423-A984-708A769B3891}"/>
              </a:ext>
            </a:extLst>
          </p:cNvPr>
          <p:cNvSpPr/>
          <p:nvPr/>
        </p:nvSpPr>
        <p:spPr>
          <a:xfrm>
            <a:off x="6834770" y="5968857"/>
            <a:ext cx="2765450" cy="325361"/>
          </a:xfrm>
          <a:prstGeom prst="homePlate">
            <a:avLst>
              <a:gd name="adj" fmla="val 0"/>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ja-JP" altLang="en-US" b="1">
                <a:latin typeface="メイリオ" panose="020B0604030504040204" pitchFamily="50" charset="-128"/>
                <a:ea typeface="メイリオ" panose="020B0604030504040204" pitchFamily="50" charset="-128"/>
              </a:rPr>
              <a:t>２０：</a:t>
            </a:r>
            <a:r>
              <a:rPr lang="en-US" altLang="ja-JP" b="1">
                <a:latin typeface="メイリオ" panose="020B0604030504040204" pitchFamily="50" charset="-128"/>
                <a:ea typeface="メイリオ" panose="020B0604030504040204" pitchFamily="50" charset="-128"/>
              </a:rPr>
              <a:t>N</a:t>
            </a:r>
            <a:r>
              <a:rPr kumimoji="1" lang="en-US" altLang="ja-JP" b="1">
                <a:latin typeface="メイリオ" panose="020B0604030504040204" pitchFamily="50" charset="-128"/>
                <a:ea typeface="メイリオ" panose="020B0604030504040204" pitchFamily="50" charset="-128"/>
              </a:rPr>
              <a:t>SC5L-IG-C4</a:t>
            </a:r>
            <a:endParaRPr kumimoji="1" lang="en-US" altLang="ja-JP" sz="700" b="1">
              <a:latin typeface="メイリオ" panose="020B0604030504040204" pitchFamily="50" charset="-128"/>
              <a:ea typeface="メイリオ" panose="020B0604030504040204" pitchFamily="50" charset="-128"/>
            </a:endParaRPr>
          </a:p>
          <a:p>
            <a:r>
              <a:rPr lang="en-US" altLang="ja-JP" sz="700">
                <a:latin typeface="メイリオ" panose="020B0604030504040204" pitchFamily="50" charset="-128"/>
                <a:ea typeface="メイリオ" panose="020B0604030504040204" pitchFamily="50" charset="-128"/>
              </a:rPr>
              <a:t>WZN </a:t>
            </a:r>
            <a:r>
              <a:rPr lang="ja-JP" altLang="en-US" sz="700">
                <a:latin typeface="メイリオ" panose="020B0604030504040204" pitchFamily="50" charset="-128"/>
                <a:ea typeface="メイリオ" panose="020B0604030504040204" pitchFamily="50" charset="-128"/>
              </a:rPr>
              <a:t> </a:t>
            </a:r>
            <a:r>
              <a:rPr lang="en-US" altLang="ja-JP" sz="700">
                <a:latin typeface="メイリオ" panose="020B0604030504040204" pitchFamily="50" charset="-128"/>
                <a:ea typeface="メイリオ" panose="020B0604030504040204" pitchFamily="50" charset="-128"/>
              </a:rPr>
              <a:t>A14JG</a:t>
            </a:r>
            <a:r>
              <a:rPr lang="ja-JP" altLang="en-US" sz="700">
                <a:latin typeface="メイリオ" panose="020B0604030504040204" pitchFamily="50" charset="-128"/>
                <a:ea typeface="メイリオ" panose="020B0604030504040204" pitchFamily="50" charset="-128"/>
              </a:rPr>
              <a:t>：</a:t>
            </a:r>
            <a:r>
              <a:rPr lang="en-US" altLang="ja-JP" sz="700">
                <a:latin typeface="メイリオ" panose="020B0604030504040204" pitchFamily="50" charset="-128"/>
                <a:ea typeface="メイリオ" panose="020B0604030504040204" pitchFamily="50" charset="-128"/>
              </a:rPr>
              <a:t>14”</a:t>
            </a:r>
            <a:r>
              <a:rPr lang="ja-JP" altLang="en-US" sz="700">
                <a:latin typeface="メイリオ" panose="020B0604030504040204" pitchFamily="50" charset="-128"/>
                <a:ea typeface="メイリオ" panose="020B0604030504040204" pitchFamily="50" charset="-128"/>
              </a:rPr>
              <a:t> </a:t>
            </a:r>
            <a:r>
              <a:rPr lang="en-US" altLang="ja-JP" sz="700">
                <a:latin typeface="メイリオ" panose="020B0604030504040204" pitchFamily="50" charset="-128"/>
                <a:ea typeface="メイリオ" panose="020B0604030504040204" pitchFamily="50" charset="-128"/>
              </a:rPr>
              <a:t>Core</a:t>
            </a:r>
            <a:r>
              <a:rPr lang="ja-JP" altLang="en-US" sz="700">
                <a:latin typeface="メイリオ" panose="020B0604030504040204" pitchFamily="50" charset="-128"/>
                <a:ea typeface="メイリオ" panose="020B0604030504040204" pitchFamily="50" charset="-128"/>
              </a:rPr>
              <a:t> </a:t>
            </a:r>
            <a:r>
              <a:rPr lang="en-US" altLang="ja-JP" sz="700">
                <a:latin typeface="メイリオ" panose="020B0604030504040204" pitchFamily="50" charset="-128"/>
                <a:ea typeface="メイリオ" panose="020B0604030504040204" pitchFamily="50" charset="-128"/>
              </a:rPr>
              <a:t>5</a:t>
            </a:r>
            <a:r>
              <a:rPr lang="ja-JP" altLang="en-US" sz="700">
                <a:latin typeface="メイリオ" panose="020B0604030504040204" pitchFamily="50" charset="-128"/>
                <a:ea typeface="メイリオ" panose="020B0604030504040204" pitchFamily="50" charset="-128"/>
              </a:rPr>
              <a:t> </a:t>
            </a:r>
            <a:r>
              <a:rPr lang="en-US" altLang="ja-JP" sz="700">
                <a:latin typeface="メイリオ" panose="020B0604030504040204" pitchFamily="50" charset="-128"/>
                <a:ea typeface="メイリオ" panose="020B0604030504040204" pitchFamily="50" charset="-128"/>
              </a:rPr>
              <a:t>2xxU + </a:t>
            </a:r>
            <a:r>
              <a:rPr lang="en-US" altLang="ja-JP" sz="700" err="1">
                <a:latin typeface="メイリオ" panose="020B0604030504040204" pitchFamily="50" charset="-128"/>
                <a:ea typeface="メイリオ" panose="020B0604030504040204" pitchFamily="50" charset="-128"/>
              </a:rPr>
              <a:t>iGPU</a:t>
            </a:r>
            <a:endParaRPr kumimoji="1" lang="en-US" altLang="ja-JP" sz="800" b="1">
              <a:latin typeface="メイリオ" panose="020B0604030504040204" pitchFamily="50" charset="-128"/>
              <a:ea typeface="メイリオ" panose="020B0604030504040204" pitchFamily="50" charset="-128"/>
            </a:endParaRPr>
          </a:p>
        </p:txBody>
      </p:sp>
      <p:sp>
        <p:nvSpPr>
          <p:cNvPr id="70" name="楕円 69">
            <a:extLst>
              <a:ext uri="{FF2B5EF4-FFF2-40B4-BE49-F238E27FC236}">
                <a16:creationId xmlns:a16="http://schemas.microsoft.com/office/drawing/2014/main" id="{000B96FF-816D-5225-B06F-DA24A32DC76D}"/>
              </a:ext>
            </a:extLst>
          </p:cNvPr>
          <p:cNvSpPr/>
          <p:nvPr/>
        </p:nvSpPr>
        <p:spPr>
          <a:xfrm>
            <a:off x="349357" y="1391237"/>
            <a:ext cx="1664239" cy="672439"/>
          </a:xfrm>
          <a:prstGeom prst="ellipse">
            <a:avLst/>
          </a:prstGeom>
          <a:solidFill>
            <a:schemeClr val="accent4">
              <a:lumMod val="20000"/>
              <a:lumOff val="80000"/>
            </a:schemeClr>
          </a:solidFill>
          <a:ln w="28575">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a:solidFill>
                  <a:schemeClr val="tx1">
                    <a:lumMod val="75000"/>
                    <a:lumOff val="25000"/>
                  </a:schemeClr>
                </a:solidFill>
              </a:rPr>
              <a:t>2%</a:t>
            </a:r>
          </a:p>
          <a:p>
            <a:pPr algn="ctr"/>
            <a:r>
              <a:rPr kumimoji="1" lang="en-US" altLang="ja-JP" sz="1600" b="1">
                <a:solidFill>
                  <a:schemeClr val="tx1">
                    <a:lumMod val="75000"/>
                    <a:lumOff val="25000"/>
                  </a:schemeClr>
                </a:solidFill>
              </a:rPr>
              <a:t>600</a:t>
            </a:r>
            <a:r>
              <a:rPr kumimoji="1" lang="ja-JP" altLang="en-US" sz="1600" b="1">
                <a:solidFill>
                  <a:schemeClr val="tx1">
                    <a:lumMod val="75000"/>
                    <a:lumOff val="25000"/>
                  </a:schemeClr>
                </a:solidFill>
              </a:rPr>
              <a:t>台</a:t>
            </a:r>
          </a:p>
        </p:txBody>
      </p:sp>
      <p:sp>
        <p:nvSpPr>
          <p:cNvPr id="71" name="楕円 70">
            <a:extLst>
              <a:ext uri="{FF2B5EF4-FFF2-40B4-BE49-F238E27FC236}">
                <a16:creationId xmlns:a16="http://schemas.microsoft.com/office/drawing/2014/main" id="{5D9A1E4F-6498-2D88-EE80-D5B6EE22D392}"/>
              </a:ext>
            </a:extLst>
          </p:cNvPr>
          <p:cNvSpPr/>
          <p:nvPr/>
        </p:nvSpPr>
        <p:spPr>
          <a:xfrm>
            <a:off x="294461" y="2784617"/>
            <a:ext cx="1671144" cy="726778"/>
          </a:xfrm>
          <a:prstGeom prst="ellipse">
            <a:avLst/>
          </a:prstGeom>
          <a:solidFill>
            <a:srgbClr val="00B0F0"/>
          </a:solidFill>
          <a:ln w="28575">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a:solidFill>
                  <a:schemeClr val="tx1">
                    <a:lumMod val="75000"/>
                    <a:lumOff val="25000"/>
                  </a:schemeClr>
                </a:solidFill>
              </a:rPr>
              <a:t>7</a:t>
            </a:r>
            <a:r>
              <a:rPr kumimoji="1" lang="ja-JP" altLang="en-US" sz="1600" b="1">
                <a:solidFill>
                  <a:schemeClr val="tx1">
                    <a:lumMod val="75000"/>
                    <a:lumOff val="25000"/>
                  </a:schemeClr>
                </a:solidFill>
              </a:rPr>
              <a:t>％</a:t>
            </a:r>
            <a:endParaRPr kumimoji="1" lang="en-US" altLang="ja-JP" sz="1600" b="1">
              <a:solidFill>
                <a:schemeClr val="tx1">
                  <a:lumMod val="75000"/>
                  <a:lumOff val="25000"/>
                </a:schemeClr>
              </a:solidFill>
            </a:endParaRPr>
          </a:p>
          <a:p>
            <a:pPr algn="ctr"/>
            <a:r>
              <a:rPr lang="en-US" altLang="ja-JP" sz="1600" b="1">
                <a:solidFill>
                  <a:schemeClr val="tx1">
                    <a:lumMod val="75000"/>
                    <a:lumOff val="25000"/>
                  </a:schemeClr>
                </a:solidFill>
              </a:rPr>
              <a:t>2,100</a:t>
            </a:r>
            <a:r>
              <a:rPr lang="ja-JP" altLang="en-US" sz="1600" b="1">
                <a:solidFill>
                  <a:schemeClr val="tx1">
                    <a:lumMod val="75000"/>
                    <a:lumOff val="25000"/>
                  </a:schemeClr>
                </a:solidFill>
              </a:rPr>
              <a:t>台</a:t>
            </a:r>
            <a:endParaRPr kumimoji="1" lang="ja-JP" altLang="en-US" sz="1600" b="1">
              <a:solidFill>
                <a:schemeClr val="tx1">
                  <a:lumMod val="75000"/>
                  <a:lumOff val="25000"/>
                </a:schemeClr>
              </a:solidFill>
            </a:endParaRPr>
          </a:p>
        </p:txBody>
      </p:sp>
      <p:sp>
        <p:nvSpPr>
          <p:cNvPr id="72" name="楕円 71">
            <a:extLst>
              <a:ext uri="{FF2B5EF4-FFF2-40B4-BE49-F238E27FC236}">
                <a16:creationId xmlns:a16="http://schemas.microsoft.com/office/drawing/2014/main" id="{72A3B851-F4BE-D75C-7554-424F15F3FE32}"/>
              </a:ext>
            </a:extLst>
          </p:cNvPr>
          <p:cNvSpPr/>
          <p:nvPr/>
        </p:nvSpPr>
        <p:spPr>
          <a:xfrm>
            <a:off x="304177" y="5212165"/>
            <a:ext cx="1651711" cy="689275"/>
          </a:xfrm>
          <a:prstGeom prst="ellipse">
            <a:avLst/>
          </a:prstGeom>
          <a:solidFill>
            <a:schemeClr val="bg2">
              <a:lumMod val="90000"/>
            </a:schemeClr>
          </a:solidFill>
          <a:ln w="28575">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a:solidFill>
                  <a:schemeClr val="tx1">
                    <a:lumMod val="75000"/>
                    <a:lumOff val="25000"/>
                  </a:schemeClr>
                </a:solidFill>
              </a:rPr>
              <a:t>91%</a:t>
            </a:r>
          </a:p>
          <a:p>
            <a:pPr algn="ctr"/>
            <a:r>
              <a:rPr kumimoji="1" lang="en-US" altLang="ja-JP" sz="1600" b="1">
                <a:solidFill>
                  <a:schemeClr val="tx1">
                    <a:lumMod val="75000"/>
                    <a:lumOff val="25000"/>
                  </a:schemeClr>
                </a:solidFill>
              </a:rPr>
              <a:t>27,300</a:t>
            </a:r>
            <a:r>
              <a:rPr kumimoji="1" lang="ja-JP" altLang="en-US" sz="1600" b="1">
                <a:solidFill>
                  <a:schemeClr val="tx1">
                    <a:lumMod val="75000"/>
                    <a:lumOff val="25000"/>
                  </a:schemeClr>
                </a:solidFill>
              </a:rPr>
              <a:t>台</a:t>
            </a:r>
          </a:p>
        </p:txBody>
      </p:sp>
      <p:sp>
        <p:nvSpPr>
          <p:cNvPr id="77" name="テキスト ボックス 76">
            <a:extLst>
              <a:ext uri="{FF2B5EF4-FFF2-40B4-BE49-F238E27FC236}">
                <a16:creationId xmlns:a16="http://schemas.microsoft.com/office/drawing/2014/main" id="{316D2D06-81AE-19E8-C6CC-7275C4594A03}"/>
              </a:ext>
            </a:extLst>
          </p:cNvPr>
          <p:cNvSpPr txBox="1"/>
          <p:nvPr/>
        </p:nvSpPr>
        <p:spPr>
          <a:xfrm>
            <a:off x="1474271" y="121535"/>
            <a:ext cx="2928753" cy="830997"/>
          </a:xfrm>
          <a:prstGeom prst="rect">
            <a:avLst/>
          </a:prstGeom>
          <a:noFill/>
        </p:spPr>
        <p:txBody>
          <a:bodyPr wrap="square" rtlCol="0">
            <a:spAutoFit/>
          </a:bodyPr>
          <a:lstStyle/>
          <a:p>
            <a:r>
              <a:rPr lang="ja-JP" altLang="en-US" sz="1600" b="1">
                <a:latin typeface="メイリオ" panose="020B0604030504040204" pitchFamily="50" charset="-128"/>
                <a:ea typeface="メイリオ" panose="020B0604030504040204" pitchFamily="50" charset="-128"/>
              </a:rPr>
              <a:t>約</a:t>
            </a:r>
            <a:r>
              <a:rPr lang="en-US" altLang="ja-JP" sz="1600" b="1">
                <a:latin typeface="メイリオ" panose="020B0604030504040204" pitchFamily="50" charset="-128"/>
                <a:ea typeface="メイリオ" panose="020B0604030504040204" pitchFamily="50" charset="-128"/>
              </a:rPr>
              <a:t>30,000</a:t>
            </a:r>
            <a:r>
              <a:rPr lang="ja-JP" altLang="en-US" sz="1600" b="1">
                <a:latin typeface="メイリオ" panose="020B0604030504040204" pitchFamily="50" charset="-128"/>
                <a:ea typeface="メイリオ" panose="020B0604030504040204" pitchFamily="50" charset="-128"/>
              </a:rPr>
              <a:t>台 </a:t>
            </a:r>
            <a:r>
              <a:rPr lang="en-US" altLang="ja-JP" sz="1600" b="1">
                <a:latin typeface="メイリオ" panose="020B0604030504040204" pitchFamily="50" charset="-128"/>
                <a:ea typeface="メイリオ" panose="020B0604030504040204" pitchFamily="50" charset="-128"/>
              </a:rPr>
              <a:t>/ </a:t>
            </a:r>
            <a:r>
              <a:rPr lang="ja-JP" altLang="en-US" sz="1600" b="1">
                <a:latin typeface="メイリオ" panose="020B0604030504040204" pitchFamily="50" charset="-128"/>
                <a:ea typeface="メイリオ" panose="020B0604030504040204" pitchFamily="50" charset="-128"/>
              </a:rPr>
              <a:t>年</a:t>
            </a:r>
            <a:endParaRPr lang="en-US" altLang="ja-JP" sz="1600" b="1">
              <a:latin typeface="メイリオ" panose="020B0604030504040204" pitchFamily="50" charset="-128"/>
              <a:ea typeface="メイリオ" panose="020B0604030504040204" pitchFamily="50" charset="-128"/>
            </a:endParaRPr>
          </a:p>
          <a:p>
            <a:r>
              <a:rPr kumimoji="1" lang="ja-JP" altLang="en-US" sz="1600" b="1">
                <a:latin typeface="メイリオ" panose="020B0604030504040204" pitchFamily="50" charset="-128"/>
                <a:ea typeface="メイリオ" panose="020B0604030504040204" pitchFamily="50" charset="-128"/>
              </a:rPr>
              <a:t>約</a:t>
            </a:r>
            <a:r>
              <a:rPr lang="en-US" altLang="ja-JP" sz="1600" b="1">
                <a:latin typeface="メイリオ" panose="020B0604030504040204" pitchFamily="50" charset="-128"/>
                <a:ea typeface="メイリオ" panose="020B0604030504040204" pitchFamily="50" charset="-128"/>
              </a:rPr>
              <a:t>2</a:t>
            </a:r>
            <a:r>
              <a:rPr kumimoji="1" lang="en-US" altLang="ja-JP" sz="1600" b="1">
                <a:latin typeface="メイリオ" panose="020B0604030504040204" pitchFamily="50" charset="-128"/>
                <a:ea typeface="メイリオ" panose="020B0604030504040204" pitchFamily="50" charset="-128"/>
              </a:rPr>
              <a:t>,500</a:t>
            </a:r>
            <a:r>
              <a:rPr kumimoji="1" lang="ja-JP" altLang="en-US" sz="1600" b="1">
                <a:latin typeface="メイリオ" panose="020B0604030504040204" pitchFamily="50" charset="-128"/>
                <a:ea typeface="メイリオ" panose="020B0604030504040204" pitchFamily="50" charset="-128"/>
              </a:rPr>
              <a:t>台 </a:t>
            </a:r>
            <a:r>
              <a:rPr kumimoji="1" lang="en-US" altLang="ja-JP" sz="1600" b="1">
                <a:latin typeface="メイリオ" panose="020B0604030504040204" pitchFamily="50" charset="-128"/>
                <a:ea typeface="メイリオ" panose="020B0604030504040204" pitchFamily="50" charset="-128"/>
              </a:rPr>
              <a:t>/ </a:t>
            </a:r>
            <a:r>
              <a:rPr kumimoji="1" lang="ja-JP" altLang="en-US" sz="1600" b="1">
                <a:latin typeface="メイリオ" panose="020B0604030504040204" pitchFamily="50" charset="-128"/>
                <a:ea typeface="メイリオ" panose="020B0604030504040204" pitchFamily="50" charset="-128"/>
              </a:rPr>
              <a:t>月</a:t>
            </a:r>
            <a:endParaRPr kumimoji="1" lang="en-US" altLang="ja-JP" sz="1600" b="1">
              <a:latin typeface="メイリオ" panose="020B0604030504040204" pitchFamily="50" charset="-128"/>
              <a:ea typeface="メイリオ" panose="020B0604030504040204" pitchFamily="50" charset="-128"/>
            </a:endParaRPr>
          </a:p>
          <a:p>
            <a:r>
              <a:rPr lang="ja-JP" altLang="en-US" sz="1600" b="1">
                <a:latin typeface="メイリオ" panose="020B0604030504040204" pitchFamily="50" charset="-128"/>
                <a:ea typeface="メイリオ" panose="020B0604030504040204" pitchFamily="50" charset="-128"/>
              </a:rPr>
              <a:t>約</a:t>
            </a:r>
            <a:r>
              <a:rPr lang="en-US" altLang="ja-JP" sz="1600" b="1">
                <a:latin typeface="メイリオ" panose="020B0604030504040204" pitchFamily="50" charset="-128"/>
                <a:ea typeface="メイリオ" panose="020B0604030504040204" pitchFamily="50" charset="-128"/>
              </a:rPr>
              <a:t>580</a:t>
            </a:r>
            <a:r>
              <a:rPr lang="ja-JP" altLang="en-US" sz="1600" b="1">
                <a:latin typeface="メイリオ" panose="020B0604030504040204" pitchFamily="50" charset="-128"/>
                <a:ea typeface="メイリオ" panose="020B0604030504040204" pitchFamily="50" charset="-128"/>
              </a:rPr>
              <a:t>台 </a:t>
            </a:r>
            <a:r>
              <a:rPr lang="en-US" altLang="ja-JP" sz="1600" b="1">
                <a:latin typeface="メイリオ" panose="020B0604030504040204" pitchFamily="50" charset="-128"/>
                <a:ea typeface="メイリオ" panose="020B0604030504040204" pitchFamily="50" charset="-128"/>
              </a:rPr>
              <a:t>/ </a:t>
            </a:r>
            <a:r>
              <a:rPr lang="ja-JP" altLang="en-US" sz="1600" b="1">
                <a:latin typeface="メイリオ" panose="020B0604030504040204" pitchFamily="50" charset="-128"/>
                <a:ea typeface="メイリオ" panose="020B0604030504040204" pitchFamily="50" charset="-128"/>
              </a:rPr>
              <a:t>週</a:t>
            </a:r>
            <a:endParaRPr kumimoji="1" lang="ja-JP" altLang="en-US" sz="1600" b="1">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9F870AAC-398B-B8B5-CDA7-85DF6BDD8E15}"/>
              </a:ext>
            </a:extLst>
          </p:cNvPr>
          <p:cNvSpPr txBox="1"/>
          <p:nvPr/>
        </p:nvSpPr>
        <p:spPr>
          <a:xfrm>
            <a:off x="7622722" y="111433"/>
            <a:ext cx="2928753" cy="830997"/>
          </a:xfrm>
          <a:prstGeom prst="rect">
            <a:avLst/>
          </a:prstGeom>
          <a:noFill/>
        </p:spPr>
        <p:txBody>
          <a:bodyPr wrap="square" rtlCol="0">
            <a:spAutoFit/>
          </a:bodyPr>
          <a:lstStyle/>
          <a:p>
            <a:pPr algn="r"/>
            <a:r>
              <a:rPr lang="ja-JP" altLang="en-US" sz="1600" b="1">
                <a:latin typeface="メイリオ" panose="020B0604030504040204" pitchFamily="50" charset="-128"/>
                <a:ea typeface="メイリオ" panose="020B0604030504040204" pitchFamily="50" charset="-128"/>
              </a:rPr>
              <a:t>約</a:t>
            </a:r>
            <a:r>
              <a:rPr lang="en-US" altLang="ja-JP" sz="1600" b="1">
                <a:latin typeface="メイリオ" panose="020B0604030504040204" pitchFamily="50" charset="-128"/>
                <a:ea typeface="メイリオ" panose="020B0604030504040204" pitchFamily="50" charset="-128"/>
              </a:rPr>
              <a:t>15,000</a:t>
            </a:r>
            <a:r>
              <a:rPr lang="ja-JP" altLang="en-US" sz="1600" b="1">
                <a:latin typeface="メイリオ" panose="020B0604030504040204" pitchFamily="50" charset="-128"/>
                <a:ea typeface="メイリオ" panose="020B0604030504040204" pitchFamily="50" charset="-128"/>
              </a:rPr>
              <a:t>台 </a:t>
            </a:r>
            <a:r>
              <a:rPr lang="en-US" altLang="ja-JP" sz="1600" b="1">
                <a:latin typeface="メイリオ" panose="020B0604030504040204" pitchFamily="50" charset="-128"/>
                <a:ea typeface="メイリオ" panose="020B0604030504040204" pitchFamily="50" charset="-128"/>
              </a:rPr>
              <a:t>/ </a:t>
            </a:r>
            <a:r>
              <a:rPr lang="ja-JP" altLang="en-US" sz="1600" b="1">
                <a:latin typeface="メイリオ" panose="020B0604030504040204" pitchFamily="50" charset="-128"/>
                <a:ea typeface="メイリオ" panose="020B0604030504040204" pitchFamily="50" charset="-128"/>
              </a:rPr>
              <a:t>年</a:t>
            </a:r>
            <a:endParaRPr lang="en-US" altLang="ja-JP" sz="1600" b="1">
              <a:latin typeface="メイリオ" panose="020B0604030504040204" pitchFamily="50" charset="-128"/>
              <a:ea typeface="メイリオ" panose="020B0604030504040204" pitchFamily="50" charset="-128"/>
            </a:endParaRPr>
          </a:p>
          <a:p>
            <a:pPr algn="r"/>
            <a:r>
              <a:rPr kumimoji="1" lang="ja-JP" altLang="en-US" sz="1600" b="1">
                <a:latin typeface="メイリオ" panose="020B0604030504040204" pitchFamily="50" charset="-128"/>
                <a:ea typeface="メイリオ" panose="020B0604030504040204" pitchFamily="50" charset="-128"/>
              </a:rPr>
              <a:t>約</a:t>
            </a:r>
            <a:r>
              <a:rPr kumimoji="1" lang="en-US" altLang="ja-JP" sz="1600" b="1">
                <a:latin typeface="メイリオ" panose="020B0604030504040204" pitchFamily="50" charset="-128"/>
                <a:ea typeface="メイリオ" panose="020B0604030504040204" pitchFamily="50" charset="-128"/>
              </a:rPr>
              <a:t>1,250</a:t>
            </a:r>
            <a:r>
              <a:rPr kumimoji="1" lang="ja-JP" altLang="en-US" sz="1600" b="1">
                <a:latin typeface="メイリオ" panose="020B0604030504040204" pitchFamily="50" charset="-128"/>
                <a:ea typeface="メイリオ" panose="020B0604030504040204" pitchFamily="50" charset="-128"/>
              </a:rPr>
              <a:t>台 </a:t>
            </a:r>
            <a:r>
              <a:rPr kumimoji="1" lang="en-US" altLang="ja-JP" sz="1600" b="1">
                <a:latin typeface="メイリオ" panose="020B0604030504040204" pitchFamily="50" charset="-128"/>
                <a:ea typeface="メイリオ" panose="020B0604030504040204" pitchFamily="50" charset="-128"/>
              </a:rPr>
              <a:t>/ </a:t>
            </a:r>
            <a:r>
              <a:rPr kumimoji="1" lang="ja-JP" altLang="en-US" sz="1600" b="1">
                <a:latin typeface="メイリオ" panose="020B0604030504040204" pitchFamily="50" charset="-128"/>
                <a:ea typeface="メイリオ" panose="020B0604030504040204" pitchFamily="50" charset="-128"/>
              </a:rPr>
              <a:t>月</a:t>
            </a:r>
            <a:endParaRPr kumimoji="1" lang="en-US" altLang="ja-JP" sz="1600" b="1">
              <a:latin typeface="メイリオ" panose="020B0604030504040204" pitchFamily="50" charset="-128"/>
              <a:ea typeface="メイリオ" panose="020B0604030504040204" pitchFamily="50" charset="-128"/>
            </a:endParaRPr>
          </a:p>
          <a:p>
            <a:pPr algn="r"/>
            <a:r>
              <a:rPr lang="ja-JP" altLang="en-US" sz="1600" b="1">
                <a:latin typeface="メイリオ" panose="020B0604030504040204" pitchFamily="50" charset="-128"/>
                <a:ea typeface="メイリオ" panose="020B0604030504040204" pitchFamily="50" charset="-128"/>
              </a:rPr>
              <a:t>約</a:t>
            </a:r>
            <a:r>
              <a:rPr lang="en-US" altLang="ja-JP" sz="1600" b="1">
                <a:latin typeface="メイリオ" panose="020B0604030504040204" pitchFamily="50" charset="-128"/>
                <a:ea typeface="メイリオ" panose="020B0604030504040204" pitchFamily="50" charset="-128"/>
              </a:rPr>
              <a:t>290</a:t>
            </a:r>
            <a:r>
              <a:rPr lang="ja-JP" altLang="en-US" sz="1600" b="1">
                <a:latin typeface="メイリオ" panose="020B0604030504040204" pitchFamily="50" charset="-128"/>
                <a:ea typeface="メイリオ" panose="020B0604030504040204" pitchFamily="50" charset="-128"/>
              </a:rPr>
              <a:t>台 </a:t>
            </a:r>
            <a:r>
              <a:rPr lang="en-US" altLang="ja-JP" sz="1600" b="1">
                <a:latin typeface="メイリオ" panose="020B0604030504040204" pitchFamily="50" charset="-128"/>
                <a:ea typeface="メイリオ" panose="020B0604030504040204" pitchFamily="50" charset="-128"/>
              </a:rPr>
              <a:t>/ </a:t>
            </a:r>
            <a:r>
              <a:rPr lang="ja-JP" altLang="en-US" sz="1600" b="1">
                <a:latin typeface="メイリオ" panose="020B0604030504040204" pitchFamily="50" charset="-128"/>
                <a:ea typeface="メイリオ" panose="020B0604030504040204" pitchFamily="50" charset="-128"/>
              </a:rPr>
              <a:t>週</a:t>
            </a:r>
            <a:endParaRPr kumimoji="1" lang="ja-JP" altLang="en-US" sz="1600" b="1">
              <a:latin typeface="メイリオ" panose="020B0604030504040204" pitchFamily="50" charset="-128"/>
              <a:ea typeface="メイリオ" panose="020B0604030504040204" pitchFamily="50" charset="-128"/>
            </a:endParaRPr>
          </a:p>
        </p:txBody>
      </p:sp>
      <p:sp>
        <p:nvSpPr>
          <p:cNvPr id="79" name="四角形: 角を丸くする 78">
            <a:extLst>
              <a:ext uri="{FF2B5EF4-FFF2-40B4-BE49-F238E27FC236}">
                <a16:creationId xmlns:a16="http://schemas.microsoft.com/office/drawing/2014/main" id="{39F71F75-E8C5-83EF-4FFE-B573B7D9EAC7}"/>
              </a:ext>
            </a:extLst>
          </p:cNvPr>
          <p:cNvSpPr/>
          <p:nvPr/>
        </p:nvSpPr>
        <p:spPr>
          <a:xfrm>
            <a:off x="3667975" y="86695"/>
            <a:ext cx="5035193" cy="912350"/>
          </a:xfrm>
          <a:prstGeom prst="round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ja-JP" altLang="en-US" sz="60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600">
                <a:solidFill>
                  <a:schemeClr val="tx1">
                    <a:lumMod val="65000"/>
                    <a:lumOff val="35000"/>
                  </a:schemeClr>
                </a:solidFill>
                <a:latin typeface="メイリオ" panose="020B0604030504040204" pitchFamily="50" charset="-128"/>
                <a:ea typeface="メイリオ" panose="020B0604030504040204" pitchFamily="50" charset="-128"/>
              </a:rPr>
              <a:t>Intel</a:t>
            </a:r>
            <a:r>
              <a:rPr lang="ja-JP" altLang="en-US" sz="600">
                <a:solidFill>
                  <a:schemeClr val="tx1">
                    <a:lumMod val="65000"/>
                    <a:lumOff val="35000"/>
                  </a:schemeClr>
                </a:solidFill>
                <a:latin typeface="メイリオ" panose="020B0604030504040204" pitchFamily="50" charset="-128"/>
                <a:ea typeface="メイリオ" panose="020B0604030504040204" pitchFamily="50" charset="-128"/>
              </a:rPr>
              <a:t>と</a:t>
            </a:r>
            <a:r>
              <a:rPr lang="en-US" altLang="ja-JP" sz="600">
                <a:solidFill>
                  <a:schemeClr val="tx1">
                    <a:lumMod val="65000"/>
                    <a:lumOff val="35000"/>
                  </a:schemeClr>
                </a:solidFill>
                <a:latin typeface="メイリオ" panose="020B0604030504040204" pitchFamily="50" charset="-128"/>
                <a:ea typeface="メイリオ" panose="020B0604030504040204" pitchFamily="50" charset="-128"/>
              </a:rPr>
              <a:t>AMD</a:t>
            </a:r>
            <a:r>
              <a:rPr lang="ja-JP" altLang="en-US" sz="600">
                <a:solidFill>
                  <a:schemeClr val="tx1">
                    <a:lumMod val="65000"/>
                    <a:lumOff val="35000"/>
                  </a:schemeClr>
                </a:solidFill>
                <a:latin typeface="メイリオ" panose="020B0604030504040204" pitchFamily="50" charset="-128"/>
                <a:ea typeface="メイリオ" panose="020B0604030504040204" pitchFamily="50" charset="-128"/>
              </a:rPr>
              <a:t>比率　・</a:t>
            </a:r>
            <a:r>
              <a:rPr lang="en-US" altLang="ja-JP" sz="600">
                <a:solidFill>
                  <a:schemeClr val="tx1">
                    <a:lumMod val="65000"/>
                    <a:lumOff val="35000"/>
                  </a:schemeClr>
                </a:solidFill>
                <a:latin typeface="メイリオ" panose="020B0604030504040204" pitchFamily="50" charset="-128"/>
                <a:ea typeface="メイリオ" panose="020B0604030504040204" pitchFamily="50" charset="-128"/>
              </a:rPr>
              <a:t>CLEVO/UNW</a:t>
            </a:r>
            <a:r>
              <a:rPr lang="ja-JP" altLang="en-US" sz="600">
                <a:solidFill>
                  <a:schemeClr val="tx1">
                    <a:lumMod val="65000"/>
                    <a:lumOff val="35000"/>
                  </a:schemeClr>
                </a:solidFill>
                <a:latin typeface="メイリオ" panose="020B0604030504040204" pitchFamily="50" charset="-128"/>
                <a:ea typeface="メイリオ" panose="020B0604030504040204" pitchFamily="50" charset="-128"/>
              </a:rPr>
              <a:t>比率</a:t>
            </a:r>
            <a:endParaRPr lang="en-US" altLang="ja-JP" sz="60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60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600">
                <a:solidFill>
                  <a:schemeClr val="tx1">
                    <a:lumMod val="65000"/>
                    <a:lumOff val="35000"/>
                  </a:schemeClr>
                </a:solidFill>
                <a:latin typeface="メイリオ" panose="020B0604030504040204" pitchFamily="50" charset="-128"/>
                <a:ea typeface="メイリオ" panose="020B0604030504040204" pitchFamily="50" charset="-128"/>
              </a:rPr>
              <a:t>MASTER/ULTIMATE</a:t>
            </a:r>
            <a:r>
              <a:rPr lang="ja-JP" altLang="en-US" sz="600">
                <a:solidFill>
                  <a:schemeClr val="tx1">
                    <a:lumMod val="65000"/>
                    <a:lumOff val="35000"/>
                  </a:schemeClr>
                </a:solidFill>
                <a:latin typeface="メイリオ" panose="020B0604030504040204" pitchFamily="50" charset="-128"/>
                <a:ea typeface="メイリオ" panose="020B0604030504040204" pitchFamily="50" charset="-128"/>
              </a:rPr>
              <a:t>で</a:t>
            </a:r>
            <a:r>
              <a:rPr lang="en-US" altLang="ja-JP" sz="600">
                <a:solidFill>
                  <a:schemeClr val="tx1">
                    <a:lumMod val="65000"/>
                    <a:lumOff val="35000"/>
                  </a:schemeClr>
                </a:solidFill>
                <a:latin typeface="メイリオ" panose="020B0604030504040204" pitchFamily="50" charset="-128"/>
                <a:ea typeface="メイリオ" panose="020B0604030504040204" pitchFamily="50" charset="-128"/>
              </a:rPr>
              <a:t>Ryzen</a:t>
            </a:r>
            <a:r>
              <a:rPr lang="ja-JP" altLang="en-US" sz="600">
                <a:solidFill>
                  <a:schemeClr val="tx1">
                    <a:lumMod val="65000"/>
                    <a:lumOff val="35000"/>
                  </a:schemeClr>
                </a:solidFill>
                <a:latin typeface="メイリオ" panose="020B0604030504040204" pitchFamily="50" charset="-128"/>
                <a:ea typeface="メイリオ" panose="020B0604030504040204" pitchFamily="50" charset="-128"/>
              </a:rPr>
              <a:t>は採用するか。</a:t>
            </a:r>
            <a:endParaRPr lang="en-US" altLang="ja-JP" sz="60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600">
                <a:solidFill>
                  <a:schemeClr val="tx1">
                    <a:lumMod val="65000"/>
                    <a:lumOff val="35000"/>
                  </a:schemeClr>
                </a:solidFill>
                <a:highlight>
                  <a:srgbClr val="FFFF00"/>
                </a:highlight>
                <a:latin typeface="メイリオ" panose="020B0604030504040204" pitchFamily="50" charset="-128"/>
                <a:ea typeface="メイリオ" panose="020B0604030504040204" pitchFamily="50" charset="-128"/>
              </a:rPr>
              <a:t>・</a:t>
            </a:r>
            <a:r>
              <a:rPr lang="en-US" altLang="ja-JP" sz="600">
                <a:solidFill>
                  <a:schemeClr val="tx1">
                    <a:lumMod val="65000"/>
                    <a:lumOff val="35000"/>
                  </a:schemeClr>
                </a:solidFill>
                <a:highlight>
                  <a:srgbClr val="FFFF00"/>
                </a:highlight>
                <a:latin typeface="メイリオ" panose="020B0604030504040204" pitchFamily="50" charset="-128"/>
                <a:ea typeface="メイリオ" panose="020B0604030504040204" pitchFamily="50" charset="-128"/>
              </a:rPr>
              <a:t>GPU</a:t>
            </a:r>
            <a:r>
              <a:rPr lang="ja-JP" altLang="en-US" sz="600">
                <a:solidFill>
                  <a:schemeClr val="tx1">
                    <a:lumMod val="65000"/>
                    <a:lumOff val="35000"/>
                  </a:schemeClr>
                </a:solidFill>
                <a:highlight>
                  <a:srgbClr val="FFFF00"/>
                </a:highlight>
                <a:latin typeface="メイリオ" panose="020B0604030504040204" pitchFamily="50" charset="-128"/>
                <a:ea typeface="メイリオ" panose="020B0604030504040204" pitchFamily="50" charset="-128"/>
              </a:rPr>
              <a:t>ありデザインオリエンテッド</a:t>
            </a:r>
            <a:r>
              <a:rPr lang="en-US" altLang="ja-JP" sz="600">
                <a:solidFill>
                  <a:schemeClr val="tx1">
                    <a:lumMod val="65000"/>
                    <a:lumOff val="35000"/>
                  </a:schemeClr>
                </a:solidFill>
                <a:highlight>
                  <a:srgbClr val="FFFF00"/>
                </a:highlight>
                <a:latin typeface="メイリオ" panose="020B0604030504040204" pitchFamily="50" charset="-128"/>
                <a:ea typeface="メイリオ" panose="020B0604030504040204" pitchFamily="50" charset="-128"/>
              </a:rPr>
              <a:t>(45th Q1(2026</a:t>
            </a:r>
            <a:r>
              <a:rPr lang="ja-JP" altLang="en-US" sz="600">
                <a:solidFill>
                  <a:schemeClr val="tx1">
                    <a:lumMod val="65000"/>
                    <a:lumOff val="35000"/>
                  </a:schemeClr>
                </a:solidFill>
                <a:highlight>
                  <a:srgbClr val="FFFF00"/>
                </a:highlight>
                <a:latin typeface="メイリオ" panose="020B0604030504040204" pitchFamily="50" charset="-128"/>
                <a:ea typeface="メイリオ" panose="020B0604030504040204" pitchFamily="50" charset="-128"/>
              </a:rPr>
              <a:t>年</a:t>
            </a:r>
            <a:r>
              <a:rPr lang="en-US" altLang="ja-JP" sz="600">
                <a:solidFill>
                  <a:schemeClr val="tx1">
                    <a:lumMod val="65000"/>
                    <a:lumOff val="35000"/>
                  </a:schemeClr>
                </a:solidFill>
                <a:highlight>
                  <a:srgbClr val="FFFF00"/>
                </a:highlight>
                <a:latin typeface="メイリオ" panose="020B0604030504040204" pitchFamily="50" charset="-128"/>
                <a:ea typeface="メイリオ" panose="020B0604030504040204" pitchFamily="50" charset="-128"/>
              </a:rPr>
              <a:t>8</a:t>
            </a:r>
            <a:r>
              <a:rPr lang="ja-JP" altLang="en-US" sz="600">
                <a:solidFill>
                  <a:schemeClr val="tx1">
                    <a:lumMod val="65000"/>
                    <a:lumOff val="35000"/>
                  </a:schemeClr>
                </a:solidFill>
                <a:highlight>
                  <a:srgbClr val="FFFF00"/>
                </a:highlight>
                <a:latin typeface="メイリオ" panose="020B0604030504040204" pitchFamily="50" charset="-128"/>
                <a:ea typeface="メイリオ" panose="020B0604030504040204" pitchFamily="50" charset="-128"/>
              </a:rPr>
              <a:t>月くらい</a:t>
            </a:r>
            <a:endParaRPr lang="en-US" altLang="ja-JP" sz="600">
              <a:solidFill>
                <a:schemeClr val="tx1">
                  <a:lumMod val="65000"/>
                  <a:lumOff val="35000"/>
                </a:schemeClr>
              </a:solidFill>
              <a:highlight>
                <a:srgbClr val="FFFF00"/>
              </a:highlight>
              <a:latin typeface="メイリオ" panose="020B0604030504040204" pitchFamily="50" charset="-128"/>
              <a:ea typeface="メイリオ" panose="020B0604030504040204" pitchFamily="50" charset="-128"/>
            </a:endParaRPr>
          </a:p>
          <a:p>
            <a:r>
              <a:rPr lang="ja-JP" altLang="en-US" sz="60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600">
                <a:solidFill>
                  <a:schemeClr val="tx1">
                    <a:lumMod val="65000"/>
                    <a:lumOff val="35000"/>
                  </a:schemeClr>
                </a:solidFill>
                <a:latin typeface="メイリオ" panose="020B0604030504040204" pitchFamily="50" charset="-128"/>
                <a:ea typeface="メイリオ" panose="020B0604030504040204" pitchFamily="50" charset="-128"/>
              </a:rPr>
              <a:t>3050/4050</a:t>
            </a:r>
            <a:r>
              <a:rPr lang="ja-JP" altLang="en-US" sz="600">
                <a:solidFill>
                  <a:schemeClr val="tx1">
                    <a:lumMod val="65000"/>
                    <a:lumOff val="35000"/>
                  </a:schemeClr>
                </a:solidFill>
                <a:latin typeface="メイリオ" panose="020B0604030504040204" pitchFamily="50" charset="-128"/>
                <a:ea typeface="メイリオ" panose="020B0604030504040204" pitchFamily="50" charset="-128"/>
              </a:rPr>
              <a:t>代替モデルの条件</a:t>
            </a:r>
            <a:r>
              <a:rPr lang="en-US" altLang="ja-JP" sz="600">
                <a:solidFill>
                  <a:schemeClr val="tx1">
                    <a:lumMod val="65000"/>
                    <a:lumOff val="35000"/>
                  </a:schemeClr>
                </a:solidFill>
                <a:latin typeface="メイリオ" panose="020B0604030504040204" pitchFamily="50" charset="-128"/>
                <a:ea typeface="メイリオ" panose="020B0604030504040204" pitchFamily="50" charset="-128"/>
              </a:rPr>
              <a:t>(GeForce</a:t>
            </a:r>
            <a:r>
              <a:rPr lang="ja-JP" altLang="en-US" sz="600">
                <a:solidFill>
                  <a:schemeClr val="tx1">
                    <a:lumMod val="65000"/>
                    <a:lumOff val="35000"/>
                  </a:schemeClr>
                </a:solidFill>
                <a:latin typeface="メイリオ" panose="020B0604030504040204" pitchFamily="50" charset="-128"/>
                <a:ea typeface="メイリオ" panose="020B0604030504040204" pitchFamily="50" charset="-128"/>
              </a:rPr>
              <a:t>相当でどれくらいまで要求するか</a:t>
            </a:r>
            <a:r>
              <a:rPr lang="en-US" altLang="ja-JP" sz="600">
                <a:solidFill>
                  <a:schemeClr val="tx1">
                    <a:lumMod val="65000"/>
                    <a:lumOff val="35000"/>
                  </a:schemeClr>
                </a:solidFill>
                <a:latin typeface="メイリオ" panose="020B0604030504040204" pitchFamily="50" charset="-128"/>
                <a:ea typeface="メイリオ" panose="020B0604030504040204" pitchFamily="50" charset="-128"/>
              </a:rPr>
              <a:t>)</a:t>
            </a:r>
          </a:p>
          <a:p>
            <a:r>
              <a:rPr lang="ja-JP" altLang="en-US" sz="60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600">
                <a:solidFill>
                  <a:schemeClr val="tx1">
                    <a:lumMod val="65000"/>
                    <a:lumOff val="35000"/>
                  </a:schemeClr>
                </a:solidFill>
                <a:latin typeface="メイリオ" panose="020B0604030504040204" pitchFamily="50" charset="-128"/>
                <a:ea typeface="メイリオ" panose="020B0604030504040204" pitchFamily="50" charset="-128"/>
              </a:rPr>
              <a:t>5070 12G</a:t>
            </a:r>
            <a:r>
              <a:rPr lang="ja-JP" altLang="en-US" sz="600">
                <a:solidFill>
                  <a:schemeClr val="tx1">
                    <a:lumMod val="65000"/>
                    <a:lumOff val="35000"/>
                  </a:schemeClr>
                </a:solidFill>
                <a:latin typeface="メイリオ" panose="020B0604030504040204" pitchFamily="50" charset="-128"/>
                <a:ea typeface="メイリオ" panose="020B0604030504040204" pitchFamily="50" charset="-128"/>
              </a:rPr>
              <a:t>が白紙化したらしい</a:t>
            </a:r>
            <a:r>
              <a:rPr lang="en-US" altLang="ja-JP" sz="600">
                <a:solidFill>
                  <a:schemeClr val="tx1">
                    <a:lumMod val="65000"/>
                    <a:lumOff val="35000"/>
                  </a:schemeClr>
                </a:solidFill>
                <a:latin typeface="メイリオ" panose="020B0604030504040204" pitchFamily="50" charset="-128"/>
                <a:ea typeface="メイリオ" panose="020B0604030504040204" pitchFamily="50" charset="-128"/>
              </a:rPr>
              <a:t>(12/3</a:t>
            </a:r>
            <a:r>
              <a:rPr lang="ja-JP" altLang="en-US" sz="600">
                <a:solidFill>
                  <a:schemeClr val="tx1">
                    <a:lumMod val="65000"/>
                    <a:lumOff val="35000"/>
                  </a:schemeClr>
                </a:solidFill>
                <a:latin typeface="メイリオ" panose="020B0604030504040204" pitchFamily="50" charset="-128"/>
                <a:ea typeface="メイリオ" panose="020B0604030504040204" pitchFamily="50" charset="-128"/>
              </a:rPr>
              <a:t>情報</a:t>
            </a:r>
            <a:r>
              <a:rPr lang="en-US" altLang="ja-JP" sz="60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600">
                <a:solidFill>
                  <a:schemeClr val="tx1">
                    <a:lumMod val="65000"/>
                    <a:lumOff val="35000"/>
                  </a:schemeClr>
                </a:solidFill>
                <a:latin typeface="メイリオ" panose="020B0604030504040204" pitchFamily="50" charset="-128"/>
                <a:ea typeface="メイリオ" panose="020B0604030504040204" pitchFamily="50" charset="-128"/>
              </a:rPr>
              <a:t>ので見直し必要</a:t>
            </a:r>
            <a:endParaRPr lang="en-US" altLang="ja-JP" sz="60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60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600">
                <a:solidFill>
                  <a:schemeClr val="tx1">
                    <a:lumMod val="65000"/>
                    <a:lumOff val="35000"/>
                  </a:schemeClr>
                </a:solidFill>
                <a:latin typeface="メイリオ" panose="020B0604030504040204" pitchFamily="50" charset="-128"/>
                <a:ea typeface="メイリオ" panose="020B0604030504040204" pitchFamily="50" charset="-128"/>
              </a:rPr>
              <a:t>ID2</a:t>
            </a:r>
            <a:r>
              <a:rPr lang="ja-JP" altLang="en-US" sz="600">
                <a:solidFill>
                  <a:schemeClr val="tx1">
                    <a:lumMod val="65000"/>
                    <a:lumOff val="35000"/>
                  </a:schemeClr>
                </a:solidFill>
                <a:latin typeface="メイリオ" panose="020B0604030504040204" pitchFamily="50" charset="-128"/>
                <a:ea typeface="メイリオ" panose="020B0604030504040204" pitchFamily="50" charset="-128"/>
              </a:rPr>
              <a:t>コストバリューモデルとして</a:t>
            </a:r>
            <a:r>
              <a:rPr lang="en-US" altLang="ja-JP" sz="600">
                <a:solidFill>
                  <a:schemeClr val="tx1">
                    <a:lumMod val="65000"/>
                    <a:lumOff val="35000"/>
                  </a:schemeClr>
                </a:solidFill>
                <a:latin typeface="メイリオ" panose="020B0604030504040204" pitchFamily="50" charset="-128"/>
                <a:ea typeface="メイリオ" panose="020B0604030504040204" pitchFamily="50" charset="-128"/>
              </a:rPr>
              <a:t>Hawk</a:t>
            </a:r>
            <a:r>
              <a:rPr lang="ja-JP" altLang="en-US" sz="600">
                <a:solidFill>
                  <a:schemeClr val="tx1">
                    <a:lumMod val="65000"/>
                    <a:lumOff val="35000"/>
                  </a:schemeClr>
                </a:solidFill>
                <a:latin typeface="メイリオ" panose="020B0604030504040204" pitchFamily="50" charset="-128"/>
                <a:ea typeface="メイリオ" panose="020B0604030504040204" pitchFamily="50" charset="-128"/>
              </a:rPr>
              <a:t>も考える。これは</a:t>
            </a:r>
            <a:r>
              <a:rPr lang="en-US" altLang="ja-JP" sz="600">
                <a:solidFill>
                  <a:schemeClr val="tx1">
                    <a:lumMod val="65000"/>
                    <a:lumOff val="35000"/>
                  </a:schemeClr>
                </a:solidFill>
                <a:latin typeface="メイリオ" panose="020B0604030504040204" pitchFamily="50" charset="-128"/>
                <a:ea typeface="メイリオ" panose="020B0604030504040204" pitchFamily="50" charset="-128"/>
              </a:rPr>
              <a:t>TW</a:t>
            </a:r>
            <a:r>
              <a:rPr lang="ja-JP" altLang="en-US" sz="600">
                <a:solidFill>
                  <a:schemeClr val="tx1">
                    <a:lumMod val="65000"/>
                    <a:lumOff val="35000"/>
                  </a:schemeClr>
                </a:solidFill>
                <a:latin typeface="メイリオ" panose="020B0604030504040204" pitchFamily="50" charset="-128"/>
                <a:ea typeface="メイリオ" panose="020B0604030504040204" pitchFamily="50" charset="-128"/>
              </a:rPr>
              <a:t>でやる可能性も考慮。</a:t>
            </a:r>
            <a:endParaRPr lang="en-US" altLang="ja-JP" sz="60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60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600">
                <a:solidFill>
                  <a:schemeClr val="tx1">
                    <a:lumMod val="65000"/>
                    <a:lumOff val="35000"/>
                  </a:schemeClr>
                </a:solidFill>
                <a:latin typeface="メイリオ" panose="020B0604030504040204" pitchFamily="50" charset="-128"/>
                <a:ea typeface="メイリオ" panose="020B0604030504040204" pitchFamily="50" charset="-128"/>
              </a:rPr>
              <a:t>Radeon </a:t>
            </a:r>
            <a:r>
              <a:rPr lang="en-US" altLang="ja-JP" sz="600" err="1">
                <a:solidFill>
                  <a:schemeClr val="tx1">
                    <a:lumMod val="65000"/>
                    <a:lumOff val="35000"/>
                  </a:schemeClr>
                </a:solidFill>
                <a:latin typeface="メイリオ" panose="020B0604030504040204" pitchFamily="50" charset="-128"/>
                <a:ea typeface="メイリオ" panose="020B0604030504040204" pitchFamily="50" charset="-128"/>
              </a:rPr>
              <a:t>dGPU</a:t>
            </a:r>
            <a:r>
              <a:rPr lang="ja-JP" altLang="en-US" sz="600">
                <a:solidFill>
                  <a:schemeClr val="tx1">
                    <a:lumMod val="65000"/>
                    <a:lumOff val="35000"/>
                  </a:schemeClr>
                </a:solidFill>
                <a:latin typeface="メイリオ" panose="020B0604030504040204" pitchFamily="50" charset="-128"/>
                <a:ea typeface="メイリオ" panose="020B0604030504040204" pitchFamily="50" charset="-128"/>
              </a:rPr>
              <a:t>モデル調査</a:t>
            </a:r>
            <a:endParaRPr lang="en-US" altLang="ja-JP" sz="60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60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600">
                <a:solidFill>
                  <a:schemeClr val="tx1">
                    <a:lumMod val="65000"/>
                    <a:lumOff val="35000"/>
                  </a:schemeClr>
                </a:solidFill>
                <a:latin typeface="メイリオ" panose="020B0604030504040204" pitchFamily="50" charset="-128"/>
                <a:ea typeface="メイリオ" panose="020B0604030504040204" pitchFamily="50" charset="-128"/>
              </a:rPr>
              <a:t>TW</a:t>
            </a:r>
            <a:r>
              <a:rPr lang="ja-JP" altLang="en-US" sz="600">
                <a:solidFill>
                  <a:schemeClr val="tx1">
                    <a:lumMod val="65000"/>
                    <a:lumOff val="35000"/>
                  </a:schemeClr>
                </a:solidFill>
                <a:latin typeface="メイリオ" panose="020B0604030504040204" pitchFamily="50" charset="-128"/>
                <a:ea typeface="メイリオ" panose="020B0604030504040204" pitchFamily="50" charset="-128"/>
              </a:rPr>
              <a:t>は</a:t>
            </a:r>
            <a:r>
              <a:rPr lang="en-US" altLang="ja-JP" sz="600">
                <a:solidFill>
                  <a:schemeClr val="tx1">
                    <a:lumMod val="65000"/>
                    <a:lumOff val="35000"/>
                  </a:schemeClr>
                </a:solidFill>
                <a:latin typeface="メイリオ" panose="020B0604030504040204" pitchFamily="50" charset="-128"/>
                <a:ea typeface="メイリオ" panose="020B0604030504040204" pitchFamily="50" charset="-128"/>
              </a:rPr>
              <a:t>TW</a:t>
            </a:r>
            <a:r>
              <a:rPr lang="ja-JP" altLang="en-US" sz="600">
                <a:solidFill>
                  <a:schemeClr val="tx1">
                    <a:lumMod val="65000"/>
                    <a:lumOff val="35000"/>
                  </a:schemeClr>
                </a:solidFill>
                <a:latin typeface="メイリオ" panose="020B0604030504040204" pitchFamily="50" charset="-128"/>
                <a:ea typeface="メイリオ" panose="020B0604030504040204" pitchFamily="50" charset="-128"/>
              </a:rPr>
              <a:t>で</a:t>
            </a:r>
            <a:r>
              <a:rPr lang="en-US" altLang="ja-JP" sz="600">
                <a:solidFill>
                  <a:schemeClr val="tx1">
                    <a:lumMod val="65000"/>
                    <a:lumOff val="35000"/>
                  </a:schemeClr>
                </a:solidFill>
                <a:latin typeface="メイリオ" panose="020B0604030504040204" pitchFamily="50" charset="-128"/>
                <a:ea typeface="メイリオ" panose="020B0604030504040204" pitchFamily="50" charset="-128"/>
              </a:rPr>
              <a:t>GALLERIA</a:t>
            </a:r>
            <a:r>
              <a:rPr lang="ja-JP" altLang="en-US" sz="600">
                <a:solidFill>
                  <a:schemeClr val="tx1">
                    <a:lumMod val="65000"/>
                    <a:lumOff val="35000"/>
                  </a:schemeClr>
                </a:solidFill>
                <a:latin typeface="メイリオ" panose="020B0604030504040204" pitchFamily="50" charset="-128"/>
                <a:ea typeface="メイリオ" panose="020B0604030504040204" pitchFamily="50" charset="-128"/>
              </a:rPr>
              <a:t>ではやらないような</a:t>
            </a:r>
            <a:r>
              <a:rPr lang="en-US" altLang="ja-JP" sz="600">
                <a:solidFill>
                  <a:schemeClr val="tx1">
                    <a:lumMod val="65000"/>
                    <a:lumOff val="35000"/>
                  </a:schemeClr>
                </a:solidFill>
                <a:latin typeface="メイリオ" panose="020B0604030504040204" pitchFamily="50" charset="-128"/>
                <a:ea typeface="メイリオ" panose="020B0604030504040204" pitchFamily="50" charset="-128"/>
              </a:rPr>
              <a:t>GPU</a:t>
            </a:r>
            <a:r>
              <a:rPr lang="ja-JP" altLang="en-US" sz="600">
                <a:solidFill>
                  <a:schemeClr val="tx1">
                    <a:lumMod val="65000"/>
                    <a:lumOff val="35000"/>
                  </a:schemeClr>
                </a:solidFill>
                <a:latin typeface="メイリオ" panose="020B0604030504040204" pitchFamily="50" charset="-128"/>
                <a:ea typeface="メイリオ" panose="020B0604030504040204" pitchFamily="50" charset="-128"/>
              </a:rPr>
              <a:t>搭載やる。</a:t>
            </a:r>
            <a:endParaRPr lang="en-US" altLang="ja-JP" sz="600">
              <a:solidFill>
                <a:schemeClr val="tx1">
                  <a:lumMod val="65000"/>
                  <a:lumOff val="35000"/>
                </a:schemeClr>
              </a:solidFill>
              <a:latin typeface="メイリオ" panose="020B0604030504040204" pitchFamily="50" charset="-128"/>
              <a:ea typeface="メイリオ" panose="020B0604030504040204" pitchFamily="50" charset="-128"/>
            </a:endParaRPr>
          </a:p>
          <a:p>
            <a:pPr algn="l"/>
            <a:endParaRPr lang="ja-JP" altLang="en-US" sz="800">
              <a:solidFill>
                <a:schemeClr val="tx1">
                  <a:lumMod val="65000"/>
                  <a:lumOff val="35000"/>
                </a:schemeClr>
              </a:solidFill>
              <a:latin typeface="メイリオ" panose="020B0604030504040204" pitchFamily="50" charset="-128"/>
              <a:ea typeface="メイリオ" panose="020B0604030504040204" pitchFamily="50" charset="-128"/>
            </a:endParaRPr>
          </a:p>
          <a:p>
            <a:pPr algn="l"/>
            <a:endParaRPr lang="en-US" altLang="ja-JP" sz="105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 name="矢印: 五方向 1">
            <a:extLst>
              <a:ext uri="{FF2B5EF4-FFF2-40B4-BE49-F238E27FC236}">
                <a16:creationId xmlns:a16="http://schemas.microsoft.com/office/drawing/2014/main" id="{E516CB48-8D75-3ECA-2A03-B2DF56A20748}"/>
              </a:ext>
            </a:extLst>
          </p:cNvPr>
          <p:cNvSpPr/>
          <p:nvPr/>
        </p:nvSpPr>
        <p:spPr>
          <a:xfrm>
            <a:off x="2197448" y="6036517"/>
            <a:ext cx="2756813" cy="323125"/>
          </a:xfrm>
          <a:prstGeom prst="homePlate">
            <a:avLst>
              <a:gd name="adj" fmla="val 0"/>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ja-JP" altLang="en-US" b="1">
                <a:latin typeface="メイリオ" panose="020B0604030504040204" pitchFamily="50" charset="-128"/>
                <a:ea typeface="メイリオ" panose="020B0604030504040204" pitchFamily="50" charset="-128"/>
              </a:rPr>
              <a:t>１４：</a:t>
            </a:r>
            <a:r>
              <a:rPr lang="en-US" altLang="ja-JP" b="1">
                <a:latin typeface="メイリオ" panose="020B0604030504040204" pitchFamily="50" charset="-128"/>
                <a:ea typeface="メイリオ" panose="020B0604030504040204" pitchFamily="50" charset="-128"/>
              </a:rPr>
              <a:t>NPR7L-R55-H5</a:t>
            </a:r>
            <a:endParaRPr lang="en-US" altLang="ja-JP" sz="900" b="1">
              <a:latin typeface="メイリオ" panose="020B0604030504040204" pitchFamily="50" charset="-128"/>
              <a:ea typeface="メイリオ" panose="020B0604030504040204" pitchFamily="50" charset="-128"/>
            </a:endParaRPr>
          </a:p>
          <a:p>
            <a:r>
              <a:rPr lang="en-US" altLang="ja-JP" sz="700">
                <a:latin typeface="メイリオ" panose="020B0604030504040204" pitchFamily="50" charset="-128"/>
                <a:ea typeface="メイリオ" panose="020B0604030504040204" pitchFamily="50" charset="-128"/>
              </a:rPr>
              <a:t>UNW ID2</a:t>
            </a:r>
            <a:r>
              <a:rPr lang="ja-JP" altLang="en-US" sz="700">
                <a:latin typeface="メイリオ" panose="020B0604030504040204" pitchFamily="50" charset="-128"/>
                <a:ea typeface="メイリオ" panose="020B0604030504040204" pitchFamily="50" charset="-128"/>
              </a:rPr>
              <a:t> </a:t>
            </a:r>
            <a:r>
              <a:rPr lang="en-US" altLang="ja-JP" sz="700">
                <a:latin typeface="メイリオ" panose="020B0604030504040204" pitchFamily="50" charset="-128"/>
                <a:ea typeface="メイリオ" panose="020B0604030504040204" pitchFamily="50" charset="-128"/>
              </a:rPr>
              <a:t>:</a:t>
            </a:r>
            <a:r>
              <a:rPr lang="ja-JP" altLang="en-US" sz="700">
                <a:latin typeface="メイリオ" panose="020B0604030504040204" pitchFamily="50" charset="-128"/>
                <a:ea typeface="メイリオ" panose="020B0604030504040204" pitchFamily="50" charset="-128"/>
              </a:rPr>
              <a:t> </a:t>
            </a:r>
            <a:r>
              <a:rPr lang="en-US" altLang="ja-JP" sz="700">
                <a:latin typeface="メイリオ" panose="020B0604030504040204" pitchFamily="50" charset="-128"/>
                <a:ea typeface="メイリオ" panose="020B0604030504040204" pitchFamily="50" charset="-128"/>
              </a:rPr>
              <a:t>15.3” Hawk Point R7 + RTX 5050</a:t>
            </a:r>
            <a:endParaRPr kumimoji="1" lang="en-US" altLang="ja-JP" sz="700">
              <a:latin typeface="メイリオ" panose="020B0604030504040204" pitchFamily="50" charset="-128"/>
              <a:ea typeface="メイリオ" panose="020B0604030504040204" pitchFamily="50" charset="-128"/>
            </a:endParaRPr>
          </a:p>
        </p:txBody>
      </p:sp>
      <p:sp>
        <p:nvSpPr>
          <p:cNvPr id="9" name="矢印: 五方向 8">
            <a:extLst>
              <a:ext uri="{FF2B5EF4-FFF2-40B4-BE49-F238E27FC236}">
                <a16:creationId xmlns:a16="http://schemas.microsoft.com/office/drawing/2014/main" id="{DD70ECE2-5915-C246-B43A-935636C8D2F1}"/>
              </a:ext>
            </a:extLst>
          </p:cNvPr>
          <p:cNvSpPr/>
          <p:nvPr/>
        </p:nvSpPr>
        <p:spPr>
          <a:xfrm>
            <a:off x="6888826" y="2567597"/>
            <a:ext cx="2745264" cy="323125"/>
          </a:xfrm>
          <a:prstGeom prst="homePlate">
            <a:avLst>
              <a:gd name="adj" fmla="val 0"/>
            </a:avLst>
          </a:prstGeom>
          <a:solidFill>
            <a:srgbClr val="7F7F7F">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ja-JP" altLang="en-US" b="1">
                <a:latin typeface="メイリオ" panose="020B0604030504040204" pitchFamily="50" charset="-128"/>
                <a:ea typeface="メイリオ" panose="020B0604030504040204" pitchFamily="50" charset="-128"/>
              </a:rPr>
              <a:t>７：</a:t>
            </a:r>
            <a:r>
              <a:rPr lang="en-US" altLang="ja-JP" b="1">
                <a:latin typeface="メイリオ" panose="020B0604030504040204" pitchFamily="50" charset="-128"/>
                <a:ea typeface="メイリオ" panose="020B0604030504040204" pitchFamily="50" charset="-128"/>
              </a:rPr>
              <a:t>NDC7L-R57Z-C6</a:t>
            </a:r>
            <a:r>
              <a:rPr lang="en-US" altLang="ja-JP" sz="700" b="1">
                <a:latin typeface="メイリオ" panose="020B0604030504040204" pitchFamily="50" charset="-128"/>
                <a:ea typeface="メイリオ" panose="020B0604030504040204" pitchFamily="50" charset="-128"/>
              </a:rPr>
              <a:t> </a:t>
            </a:r>
          </a:p>
          <a:p>
            <a:pPr algn="l"/>
            <a:r>
              <a:rPr lang="en-US" altLang="ja-JP" sz="700">
                <a:latin typeface="メイリオ" panose="020B0604030504040204" pitchFamily="50" charset="-128"/>
                <a:ea typeface="メイリオ" panose="020B0604030504040204" pitchFamily="50" charset="-128"/>
              </a:rPr>
              <a:t>MSH: xx” ARL-HX R Core U7 + RTX 5070</a:t>
            </a:r>
            <a:endParaRPr kumimoji="1" lang="en-US" altLang="ja-JP" sz="700">
              <a:latin typeface="メイリオ" panose="020B0604030504040204" pitchFamily="50" charset="-128"/>
              <a:ea typeface="メイリオ" panose="020B0604030504040204" pitchFamily="50" charset="-128"/>
            </a:endParaRPr>
          </a:p>
        </p:txBody>
      </p:sp>
      <p:sp>
        <p:nvSpPr>
          <p:cNvPr id="18" name="楕円 17">
            <a:extLst>
              <a:ext uri="{FF2B5EF4-FFF2-40B4-BE49-F238E27FC236}">
                <a16:creationId xmlns:a16="http://schemas.microsoft.com/office/drawing/2014/main" id="{E3087BC0-132E-4716-9F10-C76546171FF2}"/>
              </a:ext>
            </a:extLst>
          </p:cNvPr>
          <p:cNvSpPr/>
          <p:nvPr/>
        </p:nvSpPr>
        <p:spPr>
          <a:xfrm>
            <a:off x="10252844" y="1336262"/>
            <a:ext cx="1664239" cy="672439"/>
          </a:xfrm>
          <a:prstGeom prst="ellipse">
            <a:avLst/>
          </a:prstGeom>
          <a:solidFill>
            <a:schemeClr val="accent4">
              <a:lumMod val="20000"/>
              <a:lumOff val="80000"/>
            </a:schemeClr>
          </a:solidFill>
          <a:ln w="28575">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a:solidFill>
                  <a:schemeClr val="tx1">
                    <a:lumMod val="75000"/>
                    <a:lumOff val="25000"/>
                  </a:schemeClr>
                </a:solidFill>
              </a:rPr>
              <a:t>2%</a:t>
            </a:r>
          </a:p>
          <a:p>
            <a:pPr algn="ctr"/>
            <a:r>
              <a:rPr lang="en-US" altLang="ja-JP" sz="1600" b="1">
                <a:solidFill>
                  <a:schemeClr val="tx1">
                    <a:lumMod val="75000"/>
                    <a:lumOff val="25000"/>
                  </a:schemeClr>
                </a:solidFill>
              </a:rPr>
              <a:t>3</a:t>
            </a:r>
            <a:r>
              <a:rPr kumimoji="1" lang="en-US" altLang="ja-JP" sz="1600" b="1">
                <a:solidFill>
                  <a:schemeClr val="tx1">
                    <a:lumMod val="75000"/>
                    <a:lumOff val="25000"/>
                  </a:schemeClr>
                </a:solidFill>
              </a:rPr>
              <a:t>00</a:t>
            </a:r>
            <a:r>
              <a:rPr kumimoji="1" lang="ja-JP" altLang="en-US" sz="1600" b="1">
                <a:solidFill>
                  <a:schemeClr val="tx1">
                    <a:lumMod val="75000"/>
                    <a:lumOff val="25000"/>
                  </a:schemeClr>
                </a:solidFill>
              </a:rPr>
              <a:t>台</a:t>
            </a:r>
          </a:p>
        </p:txBody>
      </p:sp>
      <p:sp>
        <p:nvSpPr>
          <p:cNvPr id="19" name="楕円 18">
            <a:extLst>
              <a:ext uri="{FF2B5EF4-FFF2-40B4-BE49-F238E27FC236}">
                <a16:creationId xmlns:a16="http://schemas.microsoft.com/office/drawing/2014/main" id="{8C5DAFC3-391A-8CF3-DC48-9E265A893EE7}"/>
              </a:ext>
            </a:extLst>
          </p:cNvPr>
          <p:cNvSpPr/>
          <p:nvPr/>
        </p:nvSpPr>
        <p:spPr>
          <a:xfrm>
            <a:off x="10226396" y="2784617"/>
            <a:ext cx="1671144" cy="726778"/>
          </a:xfrm>
          <a:prstGeom prst="ellipse">
            <a:avLst/>
          </a:prstGeom>
          <a:solidFill>
            <a:srgbClr val="00B0F0"/>
          </a:solidFill>
          <a:ln w="28575">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a:solidFill>
                  <a:schemeClr val="tx1">
                    <a:lumMod val="75000"/>
                    <a:lumOff val="25000"/>
                  </a:schemeClr>
                </a:solidFill>
              </a:rPr>
              <a:t>18</a:t>
            </a:r>
            <a:r>
              <a:rPr kumimoji="1" lang="ja-JP" altLang="en-US" sz="1600" b="1">
                <a:solidFill>
                  <a:schemeClr val="tx1">
                    <a:lumMod val="75000"/>
                    <a:lumOff val="25000"/>
                  </a:schemeClr>
                </a:solidFill>
              </a:rPr>
              <a:t>％</a:t>
            </a:r>
            <a:endParaRPr kumimoji="1" lang="en-US" altLang="ja-JP" sz="1600" b="1">
              <a:solidFill>
                <a:schemeClr val="tx1">
                  <a:lumMod val="75000"/>
                  <a:lumOff val="25000"/>
                </a:schemeClr>
              </a:solidFill>
            </a:endParaRPr>
          </a:p>
          <a:p>
            <a:pPr algn="ctr"/>
            <a:r>
              <a:rPr lang="en-US" altLang="ja-JP" sz="1600" b="1">
                <a:solidFill>
                  <a:schemeClr val="tx1">
                    <a:lumMod val="75000"/>
                    <a:lumOff val="25000"/>
                  </a:schemeClr>
                </a:solidFill>
              </a:rPr>
              <a:t>2,700</a:t>
            </a:r>
            <a:r>
              <a:rPr lang="ja-JP" altLang="en-US" sz="1600" b="1">
                <a:solidFill>
                  <a:schemeClr val="tx1">
                    <a:lumMod val="75000"/>
                    <a:lumOff val="25000"/>
                  </a:schemeClr>
                </a:solidFill>
              </a:rPr>
              <a:t>台</a:t>
            </a:r>
            <a:endParaRPr kumimoji="1" lang="ja-JP" altLang="en-US" sz="1600" b="1">
              <a:solidFill>
                <a:schemeClr val="tx1">
                  <a:lumMod val="75000"/>
                  <a:lumOff val="25000"/>
                </a:schemeClr>
              </a:solidFill>
            </a:endParaRPr>
          </a:p>
        </p:txBody>
      </p:sp>
      <p:sp>
        <p:nvSpPr>
          <p:cNvPr id="30" name="楕円 29">
            <a:extLst>
              <a:ext uri="{FF2B5EF4-FFF2-40B4-BE49-F238E27FC236}">
                <a16:creationId xmlns:a16="http://schemas.microsoft.com/office/drawing/2014/main" id="{F29530AE-D28D-B8F8-993F-A98D493117FD}"/>
              </a:ext>
            </a:extLst>
          </p:cNvPr>
          <p:cNvSpPr/>
          <p:nvPr/>
        </p:nvSpPr>
        <p:spPr>
          <a:xfrm>
            <a:off x="10226396" y="5035570"/>
            <a:ext cx="1651711" cy="689275"/>
          </a:xfrm>
          <a:prstGeom prst="ellipse">
            <a:avLst/>
          </a:prstGeom>
          <a:solidFill>
            <a:schemeClr val="bg2">
              <a:lumMod val="90000"/>
            </a:schemeClr>
          </a:solidFill>
          <a:ln w="28575">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a:solidFill>
                  <a:schemeClr val="tx1">
                    <a:lumMod val="75000"/>
                    <a:lumOff val="25000"/>
                  </a:schemeClr>
                </a:solidFill>
              </a:rPr>
              <a:t>80%</a:t>
            </a:r>
          </a:p>
          <a:p>
            <a:pPr algn="ctr"/>
            <a:r>
              <a:rPr kumimoji="1" lang="en-US" altLang="ja-JP" sz="1600" b="1">
                <a:solidFill>
                  <a:schemeClr val="tx1">
                    <a:lumMod val="75000"/>
                    <a:lumOff val="25000"/>
                  </a:schemeClr>
                </a:solidFill>
              </a:rPr>
              <a:t>12,000</a:t>
            </a:r>
            <a:r>
              <a:rPr kumimoji="1" lang="ja-JP" altLang="en-US" sz="1600" b="1">
                <a:solidFill>
                  <a:schemeClr val="tx1">
                    <a:lumMod val="75000"/>
                    <a:lumOff val="25000"/>
                  </a:schemeClr>
                </a:solidFill>
              </a:rPr>
              <a:t>台</a:t>
            </a:r>
          </a:p>
        </p:txBody>
      </p:sp>
      <p:sp>
        <p:nvSpPr>
          <p:cNvPr id="6" name="四角形: 角を丸くする 5">
            <a:extLst>
              <a:ext uri="{FF2B5EF4-FFF2-40B4-BE49-F238E27FC236}">
                <a16:creationId xmlns:a16="http://schemas.microsoft.com/office/drawing/2014/main" id="{32E2260A-936D-261B-C8A9-8980891C56E8}"/>
              </a:ext>
            </a:extLst>
          </p:cNvPr>
          <p:cNvSpPr/>
          <p:nvPr/>
        </p:nvSpPr>
        <p:spPr>
          <a:xfrm>
            <a:off x="5914414" y="43180"/>
            <a:ext cx="2845623" cy="13892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l"/>
            <a:r>
              <a:rPr kumimoji="1" lang="en-US" altLang="ja-JP" sz="1100" b="1">
                <a:latin typeface="メイリオ" panose="020B0604030504040204" pitchFamily="50" charset="-128"/>
                <a:ea typeface="メイリオ" panose="020B0604030504040204" pitchFamily="50" charset="-128"/>
              </a:rPr>
              <a:t>2026</a:t>
            </a:r>
            <a:r>
              <a:rPr kumimoji="1" lang="ja-JP" altLang="en-US" sz="1100" b="1">
                <a:latin typeface="メイリオ" panose="020B0604030504040204" pitchFamily="50" charset="-128"/>
                <a:ea typeface="メイリオ" panose="020B0604030504040204" pitchFamily="50" charset="-128"/>
              </a:rPr>
              <a:t>年</a:t>
            </a:r>
            <a:r>
              <a:rPr kumimoji="1" lang="en-US" altLang="ja-JP" sz="1100" b="1">
                <a:latin typeface="メイリオ" panose="020B0604030504040204" pitchFamily="50" charset="-128"/>
                <a:ea typeface="メイリオ" panose="020B0604030504040204" pitchFamily="50" charset="-128"/>
              </a:rPr>
              <a:t>TTM</a:t>
            </a:r>
            <a:r>
              <a:rPr kumimoji="1" lang="ja-JP" altLang="en-US" sz="1100" b="1">
                <a:latin typeface="メイリオ" panose="020B0604030504040204" pitchFamily="50" charset="-128"/>
                <a:ea typeface="メイリオ" panose="020B0604030504040204" pitchFamily="50" charset="-128"/>
              </a:rPr>
              <a:t>案件</a:t>
            </a:r>
            <a:endParaRPr kumimoji="1" lang="en-US" altLang="ja-JP" sz="1100" b="1">
              <a:latin typeface="メイリオ" panose="020B0604030504040204" pitchFamily="50" charset="-128"/>
              <a:ea typeface="メイリオ" panose="020B0604030504040204" pitchFamily="50" charset="-128"/>
            </a:endParaRPr>
          </a:p>
          <a:p>
            <a:pPr algn="l"/>
            <a:r>
              <a:rPr lang="ja-JP" altLang="en-US" sz="1100" b="1">
                <a:latin typeface="メイリオ" panose="020B0604030504040204" pitchFamily="50" charset="-128"/>
                <a:ea typeface="メイリオ" panose="020B0604030504040204" pitchFamily="50" charset="-128"/>
              </a:rPr>
              <a:t>１</a:t>
            </a:r>
            <a:r>
              <a:rPr lang="ja-JP" altLang="en-US" sz="1100">
                <a:latin typeface="メイリオ" panose="020B0604030504040204" pitchFamily="50" charset="-128"/>
                <a:ea typeface="メイリオ" panose="020B0604030504040204" pitchFamily="50" charset="-128"/>
              </a:rPr>
              <a:t>：</a:t>
            </a:r>
            <a:r>
              <a:rPr lang="en-US" altLang="ja-JP" sz="1100">
                <a:latin typeface="メイリオ" panose="020B0604030504040204" pitchFamily="50" charset="-128"/>
                <a:ea typeface="メイリオ" panose="020B0604030504040204" pitchFamily="50" charset="-128"/>
              </a:rPr>
              <a:t>ARL-HX R</a:t>
            </a:r>
          </a:p>
          <a:p>
            <a:pPr algn="l"/>
            <a:r>
              <a:rPr lang="ja-JP" altLang="en-US" sz="1100" b="1">
                <a:latin typeface="メイリオ" panose="020B0604030504040204" pitchFamily="50" charset="-128"/>
                <a:ea typeface="メイリオ" panose="020B0604030504040204" pitchFamily="50" charset="-128"/>
              </a:rPr>
              <a:t>６．８</a:t>
            </a:r>
            <a:r>
              <a:rPr lang="ja-JP" altLang="en-US" sz="1100">
                <a:latin typeface="メイリオ" panose="020B0604030504040204" pitchFamily="50" charset="-128"/>
                <a:ea typeface="メイリオ" panose="020B0604030504040204" pitchFamily="50" charset="-128"/>
              </a:rPr>
              <a:t>：</a:t>
            </a:r>
            <a:r>
              <a:rPr lang="en-US" altLang="ja-JP" sz="1100">
                <a:latin typeface="メイリオ" panose="020B0604030504040204" pitchFamily="50" charset="-128"/>
                <a:ea typeface="メイリオ" panose="020B0604030504040204" pitchFamily="50" charset="-128"/>
              </a:rPr>
              <a:t>RTX5070 12G</a:t>
            </a:r>
          </a:p>
          <a:p>
            <a:pPr algn="l"/>
            <a:endParaRPr lang="en-US" altLang="ja-JP" sz="1100">
              <a:latin typeface="メイリオ" panose="020B0604030504040204" pitchFamily="50" charset="-128"/>
              <a:ea typeface="メイリオ" panose="020B0604030504040204" pitchFamily="50" charset="-128"/>
            </a:endParaRPr>
          </a:p>
          <a:p>
            <a:pPr algn="l"/>
            <a:r>
              <a:rPr lang="en-US" altLang="ja-JP" sz="1100" b="1">
                <a:latin typeface="メイリオ" panose="020B0604030504040204" pitchFamily="50" charset="-128"/>
                <a:ea typeface="メイリオ" panose="020B0604030504040204" pitchFamily="50" charset="-128"/>
              </a:rPr>
              <a:t>2027</a:t>
            </a:r>
            <a:r>
              <a:rPr lang="ja-JP" altLang="en-US" sz="1100" b="1">
                <a:latin typeface="メイリオ" panose="020B0604030504040204" pitchFamily="50" charset="-128"/>
                <a:ea typeface="メイリオ" panose="020B0604030504040204" pitchFamily="50" charset="-128"/>
              </a:rPr>
              <a:t>年</a:t>
            </a:r>
            <a:r>
              <a:rPr lang="en-US" altLang="ja-JP" sz="1100" b="1">
                <a:latin typeface="メイリオ" panose="020B0604030504040204" pitchFamily="50" charset="-128"/>
                <a:ea typeface="メイリオ" panose="020B0604030504040204" pitchFamily="50" charset="-128"/>
              </a:rPr>
              <a:t>TTM</a:t>
            </a:r>
            <a:r>
              <a:rPr lang="ja-JP" altLang="en-US" sz="1100" b="1">
                <a:latin typeface="メイリオ" panose="020B0604030504040204" pitchFamily="50" charset="-128"/>
                <a:ea typeface="メイリオ" panose="020B0604030504040204" pitchFamily="50" charset="-128"/>
              </a:rPr>
              <a:t>候補</a:t>
            </a:r>
            <a:endParaRPr lang="en-US" altLang="ja-JP" sz="1100" b="1">
              <a:latin typeface="メイリオ" panose="020B0604030504040204" pitchFamily="50" charset="-128"/>
              <a:ea typeface="メイリオ" panose="020B0604030504040204" pitchFamily="50" charset="-128"/>
            </a:endParaRPr>
          </a:p>
          <a:p>
            <a:pPr algn="l"/>
            <a:r>
              <a:rPr lang="ja-JP" altLang="en-US" sz="1100">
                <a:latin typeface="メイリオ" panose="020B0604030504040204" pitchFamily="50" charset="-128"/>
                <a:ea typeface="メイリオ" panose="020B0604030504040204" pitchFamily="50" charset="-128"/>
              </a:rPr>
              <a:t>・</a:t>
            </a:r>
            <a:r>
              <a:rPr lang="en-US" altLang="ja-JP" sz="1100">
                <a:latin typeface="メイリオ" panose="020B0604030504040204" pitchFamily="50" charset="-128"/>
                <a:ea typeface="メイリオ" panose="020B0604030504040204" pitchFamily="50" charset="-128"/>
              </a:rPr>
              <a:t>Intel Nova Lake</a:t>
            </a:r>
          </a:p>
          <a:p>
            <a:pPr algn="l"/>
            <a:r>
              <a:rPr lang="ja-JP" altLang="en-US" sz="1100">
                <a:latin typeface="メイリオ" panose="020B0604030504040204" pitchFamily="50" charset="-128"/>
                <a:ea typeface="メイリオ" panose="020B0604030504040204" pitchFamily="50" charset="-128"/>
              </a:rPr>
              <a:t>・</a:t>
            </a:r>
            <a:r>
              <a:rPr lang="en-US" altLang="ja-JP" sz="1100">
                <a:latin typeface="メイリオ" panose="020B0604030504040204" pitchFamily="50" charset="-128"/>
                <a:ea typeface="メイリオ" panose="020B0604030504040204" pitchFamily="50" charset="-128"/>
              </a:rPr>
              <a:t>NVIDIA GeForce RTX6000?</a:t>
            </a:r>
            <a:endParaRPr lang="en-US" altLang="ja-JP" sz="1400">
              <a:latin typeface="メイリオ" panose="020B0604030504040204" pitchFamily="50" charset="-128"/>
              <a:ea typeface="メイリオ" panose="020B0604030504040204" pitchFamily="50" charset="-128"/>
            </a:endParaRPr>
          </a:p>
          <a:p>
            <a:pPr algn="l"/>
            <a:endParaRPr kumimoji="1" lang="ja-JP" altLang="en-US" sz="1600">
              <a:latin typeface="メイリオ" panose="020B0604030504040204" pitchFamily="50" charset="-128"/>
              <a:ea typeface="メイリオ" panose="020B0604030504040204" pitchFamily="50" charset="-128"/>
            </a:endParaRPr>
          </a:p>
        </p:txBody>
      </p:sp>
      <p:sp>
        <p:nvSpPr>
          <p:cNvPr id="14" name="矢印: 五方向 13">
            <a:extLst>
              <a:ext uri="{FF2B5EF4-FFF2-40B4-BE49-F238E27FC236}">
                <a16:creationId xmlns:a16="http://schemas.microsoft.com/office/drawing/2014/main" id="{07228FDA-D98C-F9D3-CDEE-7F4013EE807D}"/>
              </a:ext>
            </a:extLst>
          </p:cNvPr>
          <p:cNvSpPr/>
          <p:nvPr/>
        </p:nvSpPr>
        <p:spPr>
          <a:xfrm>
            <a:off x="6888826" y="1567261"/>
            <a:ext cx="2743198" cy="323125"/>
          </a:xfrm>
          <a:prstGeom prst="homePlate">
            <a:avLst>
              <a:gd name="adj" fmla="val 0"/>
            </a:avLst>
          </a:prstGeom>
          <a:solidFill>
            <a:schemeClr val="accent5">
              <a:lumMod val="50000"/>
            </a:schemeClr>
          </a:solidFill>
          <a:ln w="12700">
            <a:solidFill>
              <a:srgbClr val="172C5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ja-JP" altLang="en-US" b="1">
                <a:latin typeface="メイリオ" panose="020B0604030504040204" pitchFamily="50" charset="-128"/>
                <a:ea typeface="メイリオ" panose="020B0604030504040204" pitchFamily="50" charset="-128"/>
              </a:rPr>
              <a:t>２：</a:t>
            </a:r>
            <a:r>
              <a:rPr lang="en-US" altLang="ja-JP" b="1">
                <a:latin typeface="メイリオ" panose="020B0604030504040204" pitchFamily="50" charset="-128"/>
                <a:ea typeface="メイリオ" panose="020B0604030504040204" pitchFamily="50" charset="-128"/>
              </a:rPr>
              <a:t>NMC9L-R58-H6</a:t>
            </a:r>
            <a:endParaRPr lang="en-US" altLang="ja-JP" sz="900" b="1">
              <a:latin typeface="メイリオ" panose="020B0604030504040204" pitchFamily="50" charset="-128"/>
              <a:ea typeface="メイリオ" panose="020B0604030504040204" pitchFamily="50" charset="-128"/>
            </a:endParaRPr>
          </a:p>
          <a:p>
            <a:r>
              <a:rPr lang="en-US" altLang="ja-JP" sz="700">
                <a:latin typeface="メイリオ" panose="020B0604030504040204" pitchFamily="50" charset="-128"/>
                <a:ea typeface="メイリオ" panose="020B0604030504040204" pitchFamily="50" charset="-128"/>
              </a:rPr>
              <a:t>UNW IDY</a:t>
            </a:r>
            <a:r>
              <a:rPr lang="ja-JP" altLang="en-US" sz="700">
                <a:latin typeface="メイリオ" panose="020B0604030504040204" pitchFamily="50" charset="-128"/>
                <a:ea typeface="メイリオ" panose="020B0604030504040204" pitchFamily="50" charset="-128"/>
              </a:rPr>
              <a:t>：</a:t>
            </a:r>
            <a:r>
              <a:rPr lang="en-US" altLang="ja-JP" sz="700">
                <a:latin typeface="メイリオ" panose="020B0604030504040204" pitchFamily="50" charset="-128"/>
                <a:ea typeface="メイリオ" panose="020B0604030504040204" pitchFamily="50" charset="-128"/>
              </a:rPr>
              <a:t>16” ARL-HX R Core U9</a:t>
            </a:r>
            <a:r>
              <a:rPr lang="ja-JP" altLang="en-US" sz="700">
                <a:latin typeface="メイリオ" panose="020B0604030504040204" pitchFamily="50" charset="-128"/>
                <a:ea typeface="メイリオ" panose="020B0604030504040204" pitchFamily="50" charset="-128"/>
              </a:rPr>
              <a:t>＋</a:t>
            </a:r>
            <a:r>
              <a:rPr lang="en-US" altLang="ja-JP" sz="700">
                <a:latin typeface="メイリオ" panose="020B0604030504040204" pitchFamily="50" charset="-128"/>
                <a:ea typeface="メイリオ" panose="020B0604030504040204" pitchFamily="50" charset="-128"/>
              </a:rPr>
              <a:t>RTX 5080 </a:t>
            </a:r>
            <a:endParaRPr lang="en-US" altLang="ja-JP" sz="700" b="1">
              <a:latin typeface="メイリオ" panose="020B0604030504040204" pitchFamily="50" charset="-128"/>
              <a:ea typeface="メイリオ" panose="020B0604030504040204" pitchFamily="50" charset="-128"/>
            </a:endParaRPr>
          </a:p>
        </p:txBody>
      </p:sp>
      <p:cxnSp>
        <p:nvCxnSpPr>
          <p:cNvPr id="16" name="直線矢印コネクタ 15">
            <a:extLst>
              <a:ext uri="{FF2B5EF4-FFF2-40B4-BE49-F238E27FC236}">
                <a16:creationId xmlns:a16="http://schemas.microsoft.com/office/drawing/2014/main" id="{933CEAED-5923-C3CC-FFA8-79E16F7CA502}"/>
              </a:ext>
            </a:extLst>
          </p:cNvPr>
          <p:cNvCxnSpPr>
            <a:stCxn id="29" idx="3"/>
            <a:endCxn id="14" idx="1"/>
          </p:cNvCxnSpPr>
          <p:nvPr/>
        </p:nvCxnSpPr>
        <p:spPr>
          <a:xfrm flipV="1">
            <a:off x="4975967" y="1728824"/>
            <a:ext cx="1912859" cy="1449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2" name="矢印: 五方向 31">
            <a:extLst>
              <a:ext uri="{FF2B5EF4-FFF2-40B4-BE49-F238E27FC236}">
                <a16:creationId xmlns:a16="http://schemas.microsoft.com/office/drawing/2014/main" id="{3428B6D8-5E5C-FF69-12EF-08E3FE7FD7A5}"/>
              </a:ext>
            </a:extLst>
          </p:cNvPr>
          <p:cNvSpPr/>
          <p:nvPr/>
        </p:nvSpPr>
        <p:spPr>
          <a:xfrm>
            <a:off x="6867613" y="2929125"/>
            <a:ext cx="2745264" cy="323125"/>
          </a:xfrm>
          <a:prstGeom prst="homePlate">
            <a:avLst>
              <a:gd name="adj" fmla="val 0"/>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ja-JP" altLang="en-US" b="1">
                <a:latin typeface="メイリオ" panose="020B0604030504040204" pitchFamily="50" charset="-128"/>
                <a:ea typeface="メイリオ" panose="020B0604030504040204" pitchFamily="50" charset="-128"/>
              </a:rPr>
              <a:t>８：</a:t>
            </a:r>
            <a:r>
              <a:rPr lang="en-US" altLang="ja-JP" b="1">
                <a:latin typeface="メイリオ" panose="020B0604030504040204" pitchFamily="50" charset="-128"/>
                <a:ea typeface="メイリオ" panose="020B0604030504040204" pitchFamily="50" charset="-128"/>
              </a:rPr>
              <a:t>ZL9C-R57-C7</a:t>
            </a:r>
          </a:p>
          <a:p>
            <a:pPr algn="l"/>
            <a:r>
              <a:rPr kumimoji="1" lang="en-US" altLang="ja-JP" sz="700">
                <a:latin typeface="メイリオ" panose="020B0604030504040204" pitchFamily="50" charset="-128"/>
                <a:ea typeface="メイリオ" panose="020B0604030504040204" pitchFamily="50" charset="-128"/>
              </a:rPr>
              <a:t>CLE V37: 14900HX + RTX 5070</a:t>
            </a:r>
          </a:p>
        </p:txBody>
      </p:sp>
      <p:sp>
        <p:nvSpPr>
          <p:cNvPr id="36" name="矢印: 五方向 35">
            <a:extLst>
              <a:ext uri="{FF2B5EF4-FFF2-40B4-BE49-F238E27FC236}">
                <a16:creationId xmlns:a16="http://schemas.microsoft.com/office/drawing/2014/main" id="{0932180D-BA2D-CBAB-3673-BC1F3550A6A4}"/>
              </a:ext>
            </a:extLst>
          </p:cNvPr>
          <p:cNvSpPr/>
          <p:nvPr/>
        </p:nvSpPr>
        <p:spPr>
          <a:xfrm>
            <a:off x="6834770" y="5576715"/>
            <a:ext cx="2756813" cy="323125"/>
          </a:xfrm>
          <a:prstGeom prst="homePlate">
            <a:avLst>
              <a:gd name="adj" fmla="val 0"/>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ja-JP" altLang="en-US" b="1">
                <a:latin typeface="メイリオ" panose="020B0604030504040204" pitchFamily="50" charset="-128"/>
                <a:ea typeface="メイリオ" panose="020B0604030504040204" pitchFamily="50" charset="-128"/>
              </a:rPr>
              <a:t>１９：</a:t>
            </a:r>
            <a:r>
              <a:rPr lang="en-US" altLang="ja-JP" b="1">
                <a:latin typeface="メイリオ" panose="020B0604030504040204" pitchFamily="50" charset="-128"/>
                <a:ea typeface="メイリオ" panose="020B0604030504040204" pitchFamily="50" charset="-128"/>
              </a:rPr>
              <a:t>NSC7L-R55-C6</a:t>
            </a:r>
            <a:endParaRPr lang="en-US" altLang="ja-JP" sz="900" b="1">
              <a:latin typeface="メイリオ" panose="020B0604030504040204" pitchFamily="50" charset="-128"/>
              <a:ea typeface="メイリオ" panose="020B0604030504040204" pitchFamily="50" charset="-128"/>
            </a:endParaRPr>
          </a:p>
          <a:p>
            <a:r>
              <a:rPr lang="en-US" altLang="ja-JP" sz="700">
                <a:latin typeface="メイリオ" panose="020B0604030504040204" pitchFamily="50" charset="-128"/>
                <a:ea typeface="メイリオ" panose="020B0604030504040204" pitchFamily="50" charset="-128"/>
              </a:rPr>
              <a:t>QNT NLT</a:t>
            </a:r>
            <a:r>
              <a:rPr lang="ja-JP" altLang="en-US" sz="700">
                <a:latin typeface="メイリオ" panose="020B0604030504040204" pitchFamily="50" charset="-128"/>
                <a:ea typeface="メイリオ" panose="020B0604030504040204" pitchFamily="50" charset="-128"/>
              </a:rPr>
              <a:t> </a:t>
            </a:r>
            <a:r>
              <a:rPr lang="en-US" altLang="ja-JP" sz="700">
                <a:latin typeface="メイリオ" panose="020B0604030504040204" pitchFamily="50" charset="-128"/>
                <a:ea typeface="メイリオ" panose="020B0604030504040204" pitchFamily="50" charset="-128"/>
              </a:rPr>
              <a:t>:240H + RTX 5050</a:t>
            </a:r>
            <a:endParaRPr kumimoji="1" lang="en-US" altLang="ja-JP" sz="700">
              <a:latin typeface="メイリオ" panose="020B0604030504040204" pitchFamily="50" charset="-128"/>
              <a:ea typeface="メイリオ" panose="020B0604030504040204" pitchFamily="50" charset="-128"/>
            </a:endParaRPr>
          </a:p>
        </p:txBody>
      </p:sp>
      <p:sp>
        <p:nvSpPr>
          <p:cNvPr id="3" name="矢印: 五方向 2">
            <a:extLst>
              <a:ext uri="{FF2B5EF4-FFF2-40B4-BE49-F238E27FC236}">
                <a16:creationId xmlns:a16="http://schemas.microsoft.com/office/drawing/2014/main" id="{0787AADD-F110-2245-1113-50029D9171AB}"/>
              </a:ext>
            </a:extLst>
          </p:cNvPr>
          <p:cNvSpPr/>
          <p:nvPr/>
        </p:nvSpPr>
        <p:spPr>
          <a:xfrm>
            <a:off x="6843407" y="5174574"/>
            <a:ext cx="2756813" cy="323125"/>
          </a:xfrm>
          <a:prstGeom prst="homePlate">
            <a:avLst>
              <a:gd name="adj" fmla="val 0"/>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ja-JP" altLang="en-US" b="1">
                <a:latin typeface="メイリオ" panose="020B0604030504040204" pitchFamily="50" charset="-128"/>
                <a:ea typeface="メイリオ" panose="020B0604030504040204" pitchFamily="50" charset="-128"/>
              </a:rPr>
              <a:t>１８：</a:t>
            </a:r>
            <a:r>
              <a:rPr lang="en-US" altLang="ja-JP" b="1">
                <a:latin typeface="メイリオ" panose="020B0604030504040204" pitchFamily="50" charset="-128"/>
                <a:ea typeface="メイリオ" panose="020B0604030504040204" pitchFamily="50" charset="-128"/>
              </a:rPr>
              <a:t>NSC7L-R56-C6</a:t>
            </a:r>
            <a:endParaRPr lang="en-US" altLang="ja-JP" sz="900" b="1">
              <a:latin typeface="メイリオ" panose="020B0604030504040204" pitchFamily="50" charset="-128"/>
              <a:ea typeface="メイリオ" panose="020B0604030504040204" pitchFamily="50" charset="-128"/>
            </a:endParaRPr>
          </a:p>
          <a:p>
            <a:r>
              <a:rPr lang="en-US" altLang="ja-JP" sz="700">
                <a:latin typeface="メイリオ" panose="020B0604030504040204" pitchFamily="50" charset="-128"/>
                <a:ea typeface="メイリオ" panose="020B0604030504040204" pitchFamily="50" charset="-128"/>
              </a:rPr>
              <a:t>QNT NLT</a:t>
            </a:r>
            <a:r>
              <a:rPr lang="ja-JP" altLang="en-US" sz="700">
                <a:latin typeface="メイリオ" panose="020B0604030504040204" pitchFamily="50" charset="-128"/>
                <a:ea typeface="メイリオ" panose="020B0604030504040204" pitchFamily="50" charset="-128"/>
              </a:rPr>
              <a:t> </a:t>
            </a:r>
            <a:r>
              <a:rPr lang="en-US" altLang="ja-JP" sz="700">
                <a:latin typeface="メイリオ" panose="020B0604030504040204" pitchFamily="50" charset="-128"/>
                <a:ea typeface="メイリオ" panose="020B0604030504040204" pitchFamily="50" charset="-128"/>
              </a:rPr>
              <a:t>:240H + RTX 5060</a:t>
            </a:r>
            <a:endParaRPr kumimoji="1" lang="en-US" altLang="ja-JP" sz="700">
              <a:latin typeface="メイリオ" panose="020B0604030504040204" pitchFamily="50" charset="-128"/>
              <a:ea typeface="メイリオ" panose="020B0604030504040204" pitchFamily="50" charset="-128"/>
            </a:endParaRPr>
          </a:p>
        </p:txBody>
      </p:sp>
      <p:sp>
        <p:nvSpPr>
          <p:cNvPr id="4" name="四角形: 角を丸くする 3">
            <a:extLst>
              <a:ext uri="{FF2B5EF4-FFF2-40B4-BE49-F238E27FC236}">
                <a16:creationId xmlns:a16="http://schemas.microsoft.com/office/drawing/2014/main" id="{AA54C58D-398F-F48C-7BBC-5E0D4A70946C}"/>
              </a:ext>
            </a:extLst>
          </p:cNvPr>
          <p:cNvSpPr/>
          <p:nvPr/>
        </p:nvSpPr>
        <p:spPr>
          <a:xfrm>
            <a:off x="294461" y="471037"/>
            <a:ext cx="1920821" cy="3811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l"/>
            <a:r>
              <a:rPr lang="en-US" altLang="ja-JP" sz="1600">
                <a:latin typeface="メイリオ" panose="020B0604030504040204" pitchFamily="50" charset="-128"/>
                <a:ea typeface="メイリオ" panose="020B0604030504040204" pitchFamily="50" charset="-128"/>
              </a:rPr>
              <a:t>2025-2026</a:t>
            </a:r>
            <a:r>
              <a:rPr lang="ja-JP" altLang="en-US" sz="1600">
                <a:latin typeface="メイリオ" panose="020B0604030504040204" pitchFamily="50" charset="-128"/>
                <a:ea typeface="メイリオ" panose="020B0604030504040204" pitchFamily="50" charset="-128"/>
              </a:rPr>
              <a:t>現行</a:t>
            </a:r>
            <a:endParaRPr kumimoji="1" lang="ja-JP" altLang="en-US" sz="16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1506686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矢印: 五方向 30">
            <a:extLst>
              <a:ext uri="{FF2B5EF4-FFF2-40B4-BE49-F238E27FC236}">
                <a16:creationId xmlns:a16="http://schemas.microsoft.com/office/drawing/2014/main" id="{E05242C8-C902-5444-9477-F20DFC4ABDCB}"/>
              </a:ext>
            </a:extLst>
          </p:cNvPr>
          <p:cNvSpPr/>
          <p:nvPr/>
        </p:nvSpPr>
        <p:spPr>
          <a:xfrm>
            <a:off x="321221" y="4434257"/>
            <a:ext cx="11622619" cy="2254757"/>
          </a:xfrm>
          <a:prstGeom prst="rect">
            <a:avLst/>
          </a:prstGeom>
          <a:solidFill>
            <a:schemeClr val="tx1">
              <a:lumMod val="50000"/>
              <a:lumOff val="50000"/>
              <a:alpha val="6980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kumimoji="1" lang="en-US" altLang="ja-JP" b="1" u="sng">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 name="矢印: 五方向 30">
            <a:extLst>
              <a:ext uri="{FF2B5EF4-FFF2-40B4-BE49-F238E27FC236}">
                <a16:creationId xmlns:a16="http://schemas.microsoft.com/office/drawing/2014/main" id="{3A960DBE-1D8C-9BC9-696F-8E62FB9AC1B7}"/>
              </a:ext>
            </a:extLst>
          </p:cNvPr>
          <p:cNvSpPr/>
          <p:nvPr/>
        </p:nvSpPr>
        <p:spPr>
          <a:xfrm>
            <a:off x="321221" y="2459677"/>
            <a:ext cx="11622619" cy="1923129"/>
          </a:xfrm>
          <a:prstGeom prst="rect">
            <a:avLst/>
          </a:prstGeom>
          <a:solidFill>
            <a:srgbClr val="00B0F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kumimoji="1" lang="en-US" altLang="ja-JP" b="1" u="sng">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4" name="直線コネクタ 3">
            <a:extLst>
              <a:ext uri="{FF2B5EF4-FFF2-40B4-BE49-F238E27FC236}">
                <a16:creationId xmlns:a16="http://schemas.microsoft.com/office/drawing/2014/main" id="{BF30592C-193C-FF11-848A-DA32BE0F8BCE}"/>
              </a:ext>
            </a:extLst>
          </p:cNvPr>
          <p:cNvCxnSpPr>
            <a:cxnSpLocks/>
          </p:cNvCxnSpPr>
          <p:nvPr/>
        </p:nvCxnSpPr>
        <p:spPr>
          <a:xfrm>
            <a:off x="11750921" y="1470026"/>
            <a:ext cx="0" cy="5164801"/>
          </a:xfrm>
          <a:prstGeom prst="line">
            <a:avLst/>
          </a:prstGeom>
          <a:ln w="38100">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6F2D839A-0F9A-9354-1B09-0671586D90C3}"/>
              </a:ext>
            </a:extLst>
          </p:cNvPr>
          <p:cNvSpPr/>
          <p:nvPr/>
        </p:nvSpPr>
        <p:spPr>
          <a:xfrm>
            <a:off x="9683965" y="75251"/>
            <a:ext cx="678938" cy="260475"/>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latin typeface="メイリオ" panose="020B0604030504040204" pitchFamily="50" charset="-128"/>
                <a:ea typeface="メイリオ" panose="020B0604030504040204" pitchFamily="50" charset="-128"/>
                <a:cs typeface="メイリオ" panose="020B0604030504040204" pitchFamily="50" charset="-128"/>
              </a:rPr>
              <a:t>現行品</a:t>
            </a:r>
            <a:endParaRPr kumimoji="1" lang="ja-JP" altLang="en-US" sz="900" b="1">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D3781B44-8E54-B084-F112-39F52F5AB1FA}"/>
              </a:ext>
            </a:extLst>
          </p:cNvPr>
          <p:cNvSpPr/>
          <p:nvPr/>
        </p:nvSpPr>
        <p:spPr>
          <a:xfrm>
            <a:off x="10463808" y="80633"/>
            <a:ext cx="617722" cy="260475"/>
          </a:xfrm>
          <a:prstGeom prst="rect">
            <a:avLst/>
          </a:prstGeom>
          <a:solidFill>
            <a:srgbClr val="ED7D3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latin typeface="メイリオ" panose="020B0604030504040204" pitchFamily="50" charset="-128"/>
                <a:ea typeface="メイリオ" panose="020B0604030504040204" pitchFamily="50" charset="-128"/>
                <a:cs typeface="メイリオ" panose="020B0604030504040204" pitchFamily="50" charset="-128"/>
              </a:rPr>
              <a:t>予定品</a:t>
            </a:r>
            <a:endParaRPr kumimoji="1" lang="ja-JP" altLang="en-US" sz="900" b="1">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 name="正方形/長方形 6">
            <a:extLst>
              <a:ext uri="{FF2B5EF4-FFF2-40B4-BE49-F238E27FC236}">
                <a16:creationId xmlns:a16="http://schemas.microsoft.com/office/drawing/2014/main" id="{15DB1ED0-C12D-8090-F8F7-D032FE9699BB}"/>
              </a:ext>
            </a:extLst>
          </p:cNvPr>
          <p:cNvSpPr/>
          <p:nvPr/>
        </p:nvSpPr>
        <p:spPr>
          <a:xfrm>
            <a:off x="11184032" y="80784"/>
            <a:ext cx="617722" cy="260475"/>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latin typeface="メイリオ" panose="020B0604030504040204" pitchFamily="50" charset="-128"/>
                <a:ea typeface="メイリオ" panose="020B0604030504040204" pitchFamily="50" charset="-128"/>
                <a:cs typeface="メイリオ" panose="020B0604030504040204" pitchFamily="50" charset="-128"/>
              </a:rPr>
              <a:t>承認済</a:t>
            </a:r>
            <a:endParaRPr kumimoji="1" lang="ja-JP" altLang="en-US" sz="900" b="1">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 name="矢印: 五方向 30">
            <a:extLst>
              <a:ext uri="{FF2B5EF4-FFF2-40B4-BE49-F238E27FC236}">
                <a16:creationId xmlns:a16="http://schemas.microsoft.com/office/drawing/2014/main" id="{3302BD15-B71C-2566-EB00-6F947E3F1B66}"/>
              </a:ext>
            </a:extLst>
          </p:cNvPr>
          <p:cNvSpPr/>
          <p:nvPr/>
        </p:nvSpPr>
        <p:spPr>
          <a:xfrm>
            <a:off x="340997" y="1536165"/>
            <a:ext cx="11603075" cy="857090"/>
          </a:xfrm>
          <a:prstGeom prst="rect">
            <a:avLst/>
          </a:prstGeom>
          <a:solidFill>
            <a:schemeClr val="accent4">
              <a:lumMod val="20000"/>
              <a:lumOff val="80000"/>
              <a:alpha val="6980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kumimoji="1" lang="en-US" altLang="ja-JP" b="1" u="sng">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9" name="直線コネクタ 8">
            <a:extLst>
              <a:ext uri="{FF2B5EF4-FFF2-40B4-BE49-F238E27FC236}">
                <a16:creationId xmlns:a16="http://schemas.microsoft.com/office/drawing/2014/main" id="{2A1471BC-B204-CE17-63EC-C50CDB3160AA}"/>
              </a:ext>
            </a:extLst>
          </p:cNvPr>
          <p:cNvCxnSpPr>
            <a:cxnSpLocks/>
          </p:cNvCxnSpPr>
          <p:nvPr/>
        </p:nvCxnSpPr>
        <p:spPr>
          <a:xfrm>
            <a:off x="1721348" y="1471612"/>
            <a:ext cx="1" cy="5062892"/>
          </a:xfrm>
          <a:prstGeom prst="line">
            <a:avLst/>
          </a:prstGeom>
          <a:ln w="38100">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B77C3707-8235-CEBF-0EA8-45498CFC7293}"/>
              </a:ext>
            </a:extLst>
          </p:cNvPr>
          <p:cNvCxnSpPr>
            <a:cxnSpLocks/>
          </p:cNvCxnSpPr>
          <p:nvPr/>
        </p:nvCxnSpPr>
        <p:spPr>
          <a:xfrm flipH="1">
            <a:off x="997379" y="1469688"/>
            <a:ext cx="3017" cy="5178987"/>
          </a:xfrm>
          <a:prstGeom prst="line">
            <a:avLst/>
          </a:prstGeom>
          <a:ln w="38100">
            <a:solidFill>
              <a:srgbClr val="7F7F7F"/>
            </a:solidFill>
            <a:prstDash val="solid"/>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B3EAEBBF-9E9C-BBA0-B8FD-79451008BC5F}"/>
              </a:ext>
            </a:extLst>
          </p:cNvPr>
          <p:cNvCxnSpPr>
            <a:cxnSpLocks/>
          </p:cNvCxnSpPr>
          <p:nvPr/>
        </p:nvCxnSpPr>
        <p:spPr>
          <a:xfrm flipH="1">
            <a:off x="3160273" y="1469688"/>
            <a:ext cx="12437" cy="5185989"/>
          </a:xfrm>
          <a:prstGeom prst="line">
            <a:avLst/>
          </a:prstGeom>
          <a:ln w="38100">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329137F5-7CEE-A050-77C3-31EFC53EF143}"/>
              </a:ext>
            </a:extLst>
          </p:cNvPr>
          <p:cNvCxnSpPr>
            <a:cxnSpLocks/>
          </p:cNvCxnSpPr>
          <p:nvPr/>
        </p:nvCxnSpPr>
        <p:spPr>
          <a:xfrm>
            <a:off x="2440169" y="1469688"/>
            <a:ext cx="1" cy="5062892"/>
          </a:xfrm>
          <a:prstGeom prst="line">
            <a:avLst/>
          </a:prstGeom>
          <a:ln w="38100">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8D266855-4706-D3DB-607E-312CDE689557}"/>
              </a:ext>
            </a:extLst>
          </p:cNvPr>
          <p:cNvCxnSpPr>
            <a:cxnSpLocks/>
          </p:cNvCxnSpPr>
          <p:nvPr/>
        </p:nvCxnSpPr>
        <p:spPr>
          <a:xfrm>
            <a:off x="3887455" y="1472995"/>
            <a:ext cx="1" cy="5062892"/>
          </a:xfrm>
          <a:prstGeom prst="line">
            <a:avLst/>
          </a:prstGeom>
          <a:ln w="38100">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9539E339-0707-F597-F463-60515FC3BCE7}"/>
              </a:ext>
            </a:extLst>
          </p:cNvPr>
          <p:cNvCxnSpPr>
            <a:cxnSpLocks/>
          </p:cNvCxnSpPr>
          <p:nvPr/>
        </p:nvCxnSpPr>
        <p:spPr>
          <a:xfrm flipH="1">
            <a:off x="5327663" y="1462686"/>
            <a:ext cx="12437" cy="5185989"/>
          </a:xfrm>
          <a:prstGeom prst="line">
            <a:avLst/>
          </a:prstGeom>
          <a:ln w="38100">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108DA3B8-0735-EE19-0AB1-F961C20EA44E}"/>
              </a:ext>
            </a:extLst>
          </p:cNvPr>
          <p:cNvCxnSpPr>
            <a:cxnSpLocks/>
          </p:cNvCxnSpPr>
          <p:nvPr/>
        </p:nvCxnSpPr>
        <p:spPr>
          <a:xfrm>
            <a:off x="4611981" y="1471452"/>
            <a:ext cx="1" cy="5062892"/>
          </a:xfrm>
          <a:prstGeom prst="line">
            <a:avLst/>
          </a:prstGeom>
          <a:ln w="38100">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D1E586EC-B446-AF90-BA82-4108D9F3311E}"/>
              </a:ext>
            </a:extLst>
          </p:cNvPr>
          <p:cNvCxnSpPr>
            <a:cxnSpLocks/>
          </p:cNvCxnSpPr>
          <p:nvPr/>
        </p:nvCxnSpPr>
        <p:spPr>
          <a:xfrm>
            <a:off x="6061149" y="1471392"/>
            <a:ext cx="1" cy="5062892"/>
          </a:xfrm>
          <a:prstGeom prst="line">
            <a:avLst/>
          </a:prstGeom>
          <a:ln w="38100">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734D16CF-2C4E-C3F4-B6D8-E6220BC4A5EA}"/>
              </a:ext>
            </a:extLst>
          </p:cNvPr>
          <p:cNvCxnSpPr>
            <a:cxnSpLocks/>
          </p:cNvCxnSpPr>
          <p:nvPr/>
        </p:nvCxnSpPr>
        <p:spPr>
          <a:xfrm flipH="1">
            <a:off x="7447872" y="1459431"/>
            <a:ext cx="12437" cy="5185989"/>
          </a:xfrm>
          <a:prstGeom prst="line">
            <a:avLst/>
          </a:prstGeom>
          <a:ln w="38100">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0E9C3747-2A41-7820-A59F-90DCE554B917}"/>
              </a:ext>
            </a:extLst>
          </p:cNvPr>
          <p:cNvCxnSpPr>
            <a:cxnSpLocks/>
          </p:cNvCxnSpPr>
          <p:nvPr/>
        </p:nvCxnSpPr>
        <p:spPr>
          <a:xfrm>
            <a:off x="6781135" y="1469688"/>
            <a:ext cx="1" cy="5062892"/>
          </a:xfrm>
          <a:prstGeom prst="line">
            <a:avLst/>
          </a:prstGeom>
          <a:ln w="38100">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87170906-2D13-E83A-CCE7-8EFC6F588790}"/>
              </a:ext>
            </a:extLst>
          </p:cNvPr>
          <p:cNvCxnSpPr>
            <a:cxnSpLocks/>
          </p:cNvCxnSpPr>
          <p:nvPr/>
        </p:nvCxnSpPr>
        <p:spPr>
          <a:xfrm>
            <a:off x="8229851" y="1467747"/>
            <a:ext cx="1" cy="5062892"/>
          </a:xfrm>
          <a:prstGeom prst="line">
            <a:avLst/>
          </a:prstGeom>
          <a:ln w="38100">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BADECDF0-61CE-0221-0D23-31F3A4788236}"/>
              </a:ext>
            </a:extLst>
          </p:cNvPr>
          <p:cNvCxnSpPr>
            <a:cxnSpLocks/>
          </p:cNvCxnSpPr>
          <p:nvPr/>
        </p:nvCxnSpPr>
        <p:spPr>
          <a:xfrm flipH="1">
            <a:off x="9665137" y="1438194"/>
            <a:ext cx="12437" cy="5185989"/>
          </a:xfrm>
          <a:prstGeom prst="line">
            <a:avLst/>
          </a:prstGeom>
          <a:ln w="38100">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A8F35147-8F7D-E38F-269B-9A512486CF14}"/>
              </a:ext>
            </a:extLst>
          </p:cNvPr>
          <p:cNvCxnSpPr>
            <a:cxnSpLocks/>
          </p:cNvCxnSpPr>
          <p:nvPr/>
        </p:nvCxnSpPr>
        <p:spPr>
          <a:xfrm>
            <a:off x="8952213" y="1471480"/>
            <a:ext cx="1" cy="5062892"/>
          </a:xfrm>
          <a:prstGeom prst="line">
            <a:avLst/>
          </a:prstGeom>
          <a:ln w="38100">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BCF04408-7811-D354-A6C8-51A62DBDB159}"/>
              </a:ext>
            </a:extLst>
          </p:cNvPr>
          <p:cNvCxnSpPr>
            <a:cxnSpLocks/>
          </p:cNvCxnSpPr>
          <p:nvPr/>
        </p:nvCxnSpPr>
        <p:spPr>
          <a:xfrm>
            <a:off x="10404165" y="1471232"/>
            <a:ext cx="1" cy="5062892"/>
          </a:xfrm>
          <a:prstGeom prst="line">
            <a:avLst/>
          </a:prstGeom>
          <a:ln w="38100">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2992C5FE-4B7A-C44E-F103-8D0AA08BDA9A}"/>
              </a:ext>
            </a:extLst>
          </p:cNvPr>
          <p:cNvCxnSpPr>
            <a:cxnSpLocks/>
          </p:cNvCxnSpPr>
          <p:nvPr/>
        </p:nvCxnSpPr>
        <p:spPr>
          <a:xfrm>
            <a:off x="11128791" y="1469688"/>
            <a:ext cx="1" cy="5062892"/>
          </a:xfrm>
          <a:prstGeom prst="line">
            <a:avLst/>
          </a:prstGeom>
          <a:ln w="38100">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20DB5AB6-CF28-7790-E828-F6705B01051E}"/>
              </a:ext>
            </a:extLst>
          </p:cNvPr>
          <p:cNvCxnSpPr>
            <a:cxnSpLocks/>
          </p:cNvCxnSpPr>
          <p:nvPr/>
        </p:nvCxnSpPr>
        <p:spPr>
          <a:xfrm>
            <a:off x="338871" y="1469688"/>
            <a:ext cx="1" cy="5062892"/>
          </a:xfrm>
          <a:prstGeom prst="line">
            <a:avLst/>
          </a:prstGeom>
          <a:ln w="38100">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466E4B70-E156-7FB0-F4DB-38F5F1273B78}"/>
              </a:ext>
            </a:extLst>
          </p:cNvPr>
          <p:cNvSpPr txBox="1"/>
          <p:nvPr/>
        </p:nvSpPr>
        <p:spPr>
          <a:xfrm>
            <a:off x="209933" y="388401"/>
            <a:ext cx="814177" cy="307777"/>
          </a:xfrm>
          <a:prstGeom prst="rect">
            <a:avLst/>
          </a:prstGeom>
          <a:noFill/>
        </p:spPr>
        <p:txBody>
          <a:bodyPr wrap="square" rtlCol="0">
            <a:spAutoFit/>
          </a:bodyPr>
          <a:lstStyle/>
          <a:p>
            <a:r>
              <a:rPr kumimoji="1" lang="en-US" altLang="ja-JP" sz="1400"/>
              <a:t>2026</a:t>
            </a:r>
          </a:p>
        </p:txBody>
      </p:sp>
      <p:sp>
        <p:nvSpPr>
          <p:cNvPr id="27" name="正方形/長方形 26">
            <a:extLst>
              <a:ext uri="{FF2B5EF4-FFF2-40B4-BE49-F238E27FC236}">
                <a16:creationId xmlns:a16="http://schemas.microsoft.com/office/drawing/2014/main" id="{DDF409E9-1167-4A4C-BCED-E8BB6175C3B0}"/>
              </a:ext>
            </a:extLst>
          </p:cNvPr>
          <p:cNvSpPr/>
          <p:nvPr/>
        </p:nvSpPr>
        <p:spPr>
          <a:xfrm>
            <a:off x="11122262" y="1199550"/>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altLang="ja-JP" sz="1200">
                <a:latin typeface="メイリオ" panose="020B0604030504040204" pitchFamily="50" charset="-128"/>
                <a:ea typeface="メイリオ" panose="020B0604030504040204" pitchFamily="50" charset="-128"/>
                <a:cs typeface="メイリオ" panose="020B0604030504040204" pitchFamily="50" charset="-128"/>
              </a:rPr>
              <a:t>10</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　</a:t>
            </a:r>
            <a:endParaRPr kumimoji="1" lang="ja-JP" altLang="en-US" sz="120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8" name="矢印: 五方向 27">
            <a:extLst>
              <a:ext uri="{FF2B5EF4-FFF2-40B4-BE49-F238E27FC236}">
                <a16:creationId xmlns:a16="http://schemas.microsoft.com/office/drawing/2014/main" id="{EE32E591-D440-E2E9-25B1-A86553911214}"/>
              </a:ext>
            </a:extLst>
          </p:cNvPr>
          <p:cNvSpPr/>
          <p:nvPr/>
        </p:nvSpPr>
        <p:spPr>
          <a:xfrm>
            <a:off x="359113" y="5939534"/>
            <a:ext cx="2791735" cy="288000"/>
          </a:xfrm>
          <a:prstGeom prst="homePlate">
            <a:avLst/>
          </a:prstGeom>
          <a:solidFill>
            <a:srgbClr val="2F5597"/>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200" b="1">
                <a:latin typeface="メイリオ" panose="020B0604030504040204" pitchFamily="50" charset="-128"/>
                <a:ea typeface="メイリオ" panose="020B0604030504040204" pitchFamily="50" charset="-128"/>
              </a:rPr>
              <a:t>１６：</a:t>
            </a:r>
            <a:r>
              <a:rPr kumimoji="1" lang="en-US" altLang="ja-JP" sz="1200" b="1">
                <a:latin typeface="メイリオ" panose="020B0604030504040204" pitchFamily="50" charset="-128"/>
                <a:ea typeface="メイリオ" panose="020B0604030504040204" pitchFamily="50" charset="-128"/>
              </a:rPr>
              <a:t>RL7C-R35-5N</a:t>
            </a:r>
            <a:r>
              <a:rPr lang="ja-JP" altLang="en-US" sz="900">
                <a:latin typeface="メイリオ" panose="020B0604030504040204" pitchFamily="50" charset="-128"/>
                <a:ea typeface="メイリオ" panose="020B0604030504040204" pitchFamily="50" charset="-128"/>
              </a:rPr>
              <a:t>（</a:t>
            </a:r>
            <a:r>
              <a:rPr lang="en-US" altLang="ja-JP" sz="900">
                <a:latin typeface="メイリオ" panose="020B0604030504040204" pitchFamily="50" charset="-128"/>
                <a:ea typeface="メイリオ" panose="020B0604030504040204" pitchFamily="50" charset="-128"/>
              </a:rPr>
              <a:t>UNW IDE</a:t>
            </a:r>
            <a:r>
              <a:rPr lang="ja-JP" altLang="en-US" sz="900">
                <a:latin typeface="メイリオ" panose="020B0604030504040204" pitchFamily="50" charset="-128"/>
                <a:ea typeface="メイリオ" panose="020B0604030504040204" pitchFamily="50" charset="-128"/>
              </a:rPr>
              <a:t>：</a:t>
            </a:r>
            <a:r>
              <a:rPr kumimoji="1" lang="en-US" altLang="ja-JP" sz="900">
                <a:latin typeface="メイリオ" panose="020B0604030504040204" pitchFamily="50" charset="-128"/>
                <a:ea typeface="メイリオ" panose="020B0604030504040204" pitchFamily="50" charset="-128"/>
              </a:rPr>
              <a:t>15” Core i7 13620H + RTX 3050</a:t>
            </a:r>
          </a:p>
        </p:txBody>
      </p:sp>
      <p:sp>
        <p:nvSpPr>
          <p:cNvPr id="33" name="矢印: 五方向 32">
            <a:extLst>
              <a:ext uri="{FF2B5EF4-FFF2-40B4-BE49-F238E27FC236}">
                <a16:creationId xmlns:a16="http://schemas.microsoft.com/office/drawing/2014/main" id="{3B7CBA4A-1D90-AF5C-284F-A992463F58C7}"/>
              </a:ext>
            </a:extLst>
          </p:cNvPr>
          <p:cNvSpPr/>
          <p:nvPr/>
        </p:nvSpPr>
        <p:spPr>
          <a:xfrm>
            <a:off x="322299" y="5166421"/>
            <a:ext cx="1772532" cy="288000"/>
          </a:xfrm>
          <a:prstGeom prst="homePlate">
            <a:avLst/>
          </a:prstGeom>
          <a:solidFill>
            <a:srgbClr val="2F5597"/>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en-US" altLang="ja-JP" sz="1200" b="1">
                <a:latin typeface="メイリオ" panose="020B0604030504040204" pitchFamily="50" charset="-128"/>
                <a:ea typeface="メイリオ" panose="020B0604030504040204" pitchFamily="50" charset="-128"/>
              </a:rPr>
              <a:t>RL7C-R55-5N</a:t>
            </a:r>
            <a:r>
              <a:rPr kumimoji="1" lang="ja-JP" altLang="en-US" sz="900">
                <a:latin typeface="メイリオ" panose="020B0604030504040204" pitchFamily="50" charset="-128"/>
                <a:ea typeface="メイリオ" panose="020B0604030504040204" pitchFamily="50" charset="-128"/>
              </a:rPr>
              <a:t>（</a:t>
            </a:r>
            <a:r>
              <a:rPr kumimoji="1" lang="en-US" altLang="ja-JP" sz="900">
                <a:latin typeface="メイリオ" panose="020B0604030504040204" pitchFamily="50" charset="-128"/>
                <a:ea typeface="メイリオ" panose="020B0604030504040204" pitchFamily="50" charset="-128"/>
              </a:rPr>
              <a:t>CLE V35</a:t>
            </a:r>
            <a:r>
              <a:rPr kumimoji="1" lang="ja-JP" altLang="en-US" sz="900">
                <a:latin typeface="メイリオ" panose="020B0604030504040204" pitchFamily="50" charset="-128"/>
                <a:ea typeface="メイリオ" panose="020B0604030504040204" pitchFamily="50" charset="-128"/>
              </a:rPr>
              <a:t>：</a:t>
            </a:r>
            <a:r>
              <a:rPr kumimoji="1" lang="en-US" altLang="ja-JP" sz="900">
                <a:latin typeface="メイリオ" panose="020B0604030504040204" pitchFamily="50" charset="-128"/>
                <a:ea typeface="メイリオ" panose="020B0604030504040204" pitchFamily="50" charset="-128"/>
              </a:rPr>
              <a:t>15” Core i7 14650HX + RTX 5050</a:t>
            </a:r>
          </a:p>
        </p:txBody>
      </p:sp>
      <p:sp>
        <p:nvSpPr>
          <p:cNvPr id="39" name="矢印: 五方向 38">
            <a:extLst>
              <a:ext uri="{FF2B5EF4-FFF2-40B4-BE49-F238E27FC236}">
                <a16:creationId xmlns:a16="http://schemas.microsoft.com/office/drawing/2014/main" id="{1356D8A4-310D-B4B3-2C19-B29F047C3DD2}"/>
              </a:ext>
            </a:extLst>
          </p:cNvPr>
          <p:cNvSpPr/>
          <p:nvPr/>
        </p:nvSpPr>
        <p:spPr>
          <a:xfrm>
            <a:off x="366936" y="1623988"/>
            <a:ext cx="6119098" cy="288000"/>
          </a:xfrm>
          <a:prstGeom prst="homePlate">
            <a:avLst/>
          </a:prstGeom>
          <a:solidFill>
            <a:srgbClr val="2F5597"/>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ja-JP" altLang="en-US" sz="1200" b="1">
                <a:latin typeface="メイリオ" panose="020B0604030504040204" pitchFamily="50" charset="-128"/>
                <a:ea typeface="メイリオ" panose="020B0604030504040204" pitchFamily="50" charset="-128"/>
              </a:rPr>
              <a:t>１：</a:t>
            </a:r>
            <a:r>
              <a:rPr lang="en-US" altLang="ja-JP" sz="1200" b="1">
                <a:latin typeface="メイリオ" panose="020B0604030504040204" pitchFamily="50" charset="-128"/>
                <a:ea typeface="メイリオ" panose="020B0604030504040204" pitchFamily="50" charset="-128"/>
              </a:rPr>
              <a:t>N</a:t>
            </a:r>
            <a:r>
              <a:rPr kumimoji="1" lang="en-US" altLang="ja-JP" sz="1200" b="1">
                <a:latin typeface="メイリオ" panose="020B0604030504040204" pitchFamily="50" charset="-128"/>
                <a:ea typeface="メイリオ" panose="020B0604030504040204" pitchFamily="50" charset="-128"/>
              </a:rPr>
              <a:t>MC9L-R59-G8</a:t>
            </a:r>
            <a:r>
              <a:rPr lang="ja-JP" altLang="en-US" sz="1000">
                <a:latin typeface="メイリオ" panose="020B0604030504040204" pitchFamily="50" charset="-128"/>
                <a:ea typeface="メイリオ" panose="020B0604030504040204" pitchFamily="50" charset="-128"/>
              </a:rPr>
              <a:t>（</a:t>
            </a:r>
            <a:r>
              <a:rPr lang="en-US" altLang="ja-JP" sz="1000">
                <a:latin typeface="メイリオ" panose="020B0604030504040204" pitchFamily="50" charset="-128"/>
                <a:ea typeface="メイリオ" panose="020B0604030504040204" pitchFamily="50" charset="-128"/>
              </a:rPr>
              <a:t>CLE X58</a:t>
            </a:r>
            <a:r>
              <a:rPr kumimoji="1" lang="ja-JP" altLang="en-US" sz="1000">
                <a:latin typeface="メイリオ" panose="020B0604030504040204" pitchFamily="50" charset="-128"/>
                <a:ea typeface="メイリオ" panose="020B0604030504040204" pitchFamily="50" charset="-128"/>
              </a:rPr>
              <a:t>：</a:t>
            </a:r>
            <a:r>
              <a:rPr kumimoji="1" lang="en-US" altLang="ja-JP" sz="1000">
                <a:latin typeface="メイリオ" panose="020B0604030504040204" pitchFamily="50" charset="-128"/>
                <a:ea typeface="メイリオ" panose="020B0604030504040204" pitchFamily="50" charset="-128"/>
              </a:rPr>
              <a:t>18” ARL-HX R Core U9</a:t>
            </a:r>
            <a:r>
              <a:rPr kumimoji="1" lang="ja-JP" altLang="en-US" sz="1000">
                <a:latin typeface="メイリオ" panose="020B0604030504040204" pitchFamily="50" charset="-128"/>
                <a:ea typeface="メイリオ" panose="020B0604030504040204" pitchFamily="50" charset="-128"/>
              </a:rPr>
              <a:t>＋</a:t>
            </a:r>
            <a:r>
              <a:rPr kumimoji="1" lang="en-US" altLang="ja-JP" sz="1000">
                <a:latin typeface="メイリオ" panose="020B0604030504040204" pitchFamily="50" charset="-128"/>
                <a:ea typeface="メイリオ" panose="020B0604030504040204" pitchFamily="50" charset="-128"/>
              </a:rPr>
              <a:t>RTX 5090 </a:t>
            </a:r>
          </a:p>
        </p:txBody>
      </p:sp>
      <p:sp>
        <p:nvSpPr>
          <p:cNvPr id="40" name="矢印: 五方向 39">
            <a:extLst>
              <a:ext uri="{FF2B5EF4-FFF2-40B4-BE49-F238E27FC236}">
                <a16:creationId xmlns:a16="http://schemas.microsoft.com/office/drawing/2014/main" id="{9794EC4A-A958-A77B-A456-856086F3A8A6}"/>
              </a:ext>
            </a:extLst>
          </p:cNvPr>
          <p:cNvSpPr/>
          <p:nvPr/>
        </p:nvSpPr>
        <p:spPr>
          <a:xfrm>
            <a:off x="366937" y="1989323"/>
            <a:ext cx="6119098" cy="288000"/>
          </a:xfrm>
          <a:prstGeom prst="homePlate">
            <a:avLst/>
          </a:prstGeom>
          <a:solidFill>
            <a:srgbClr val="2F5597"/>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ja-JP" altLang="en-US" sz="1200" b="1">
                <a:latin typeface="メイリオ" panose="020B0604030504040204" pitchFamily="50" charset="-128"/>
                <a:ea typeface="メイリオ" panose="020B0604030504040204" pitchFamily="50" charset="-128"/>
              </a:rPr>
              <a:t>２：</a:t>
            </a:r>
            <a:r>
              <a:rPr lang="en-US" altLang="ja-JP" sz="1200" b="1">
                <a:latin typeface="メイリオ" panose="020B0604030504040204" pitchFamily="50" charset="-128"/>
                <a:ea typeface="メイリオ" panose="020B0604030504040204" pitchFamily="50" charset="-128"/>
              </a:rPr>
              <a:t>NMC9L-R58-H6</a:t>
            </a:r>
            <a:r>
              <a:rPr lang="ja-JP" altLang="en-US" sz="1000">
                <a:latin typeface="メイリオ" panose="020B0604030504040204" pitchFamily="50" charset="-128"/>
                <a:ea typeface="メイリオ" panose="020B0604030504040204" pitchFamily="50" charset="-128"/>
              </a:rPr>
              <a:t>（</a:t>
            </a:r>
            <a:r>
              <a:rPr lang="en-US" altLang="ja-JP" sz="1000">
                <a:latin typeface="メイリオ" panose="020B0604030504040204" pitchFamily="50" charset="-128"/>
                <a:ea typeface="メイリオ" panose="020B0604030504040204" pitchFamily="50" charset="-128"/>
              </a:rPr>
              <a:t>UNW IDY</a:t>
            </a:r>
            <a:r>
              <a:rPr lang="ja-JP" altLang="en-US" sz="1000">
                <a:latin typeface="メイリオ" panose="020B0604030504040204" pitchFamily="50" charset="-128"/>
                <a:ea typeface="メイリオ" panose="020B0604030504040204" pitchFamily="50" charset="-128"/>
              </a:rPr>
              <a:t>：</a:t>
            </a:r>
            <a:r>
              <a:rPr lang="en-US" altLang="ja-JP" sz="1000">
                <a:latin typeface="メイリオ" panose="020B0604030504040204" pitchFamily="50" charset="-128"/>
                <a:ea typeface="メイリオ" panose="020B0604030504040204" pitchFamily="50" charset="-128"/>
              </a:rPr>
              <a:t>16” ARL-HX R Core U9</a:t>
            </a:r>
            <a:r>
              <a:rPr lang="ja-JP" altLang="en-US" sz="1000">
                <a:latin typeface="メイリオ" panose="020B0604030504040204" pitchFamily="50" charset="-128"/>
                <a:ea typeface="メイリオ" panose="020B0604030504040204" pitchFamily="50" charset="-128"/>
              </a:rPr>
              <a:t>＋</a:t>
            </a:r>
            <a:r>
              <a:rPr lang="en-US" altLang="ja-JP" sz="1000">
                <a:latin typeface="メイリオ" panose="020B0604030504040204" pitchFamily="50" charset="-128"/>
                <a:ea typeface="メイリオ" panose="020B0604030504040204" pitchFamily="50" charset="-128"/>
              </a:rPr>
              <a:t>RTX 5080 </a:t>
            </a:r>
            <a:endParaRPr lang="en-US" altLang="ja-JP" sz="1000" b="1">
              <a:latin typeface="メイリオ" panose="020B0604030504040204" pitchFamily="50" charset="-128"/>
              <a:ea typeface="メイリオ" panose="020B0604030504040204" pitchFamily="50" charset="-128"/>
            </a:endParaRPr>
          </a:p>
        </p:txBody>
      </p:sp>
      <p:sp>
        <p:nvSpPr>
          <p:cNvPr id="42" name="矢印: 五方向 41">
            <a:extLst>
              <a:ext uri="{FF2B5EF4-FFF2-40B4-BE49-F238E27FC236}">
                <a16:creationId xmlns:a16="http://schemas.microsoft.com/office/drawing/2014/main" id="{47BEE5C3-B709-F443-CB50-628C67D27FB4}"/>
              </a:ext>
            </a:extLst>
          </p:cNvPr>
          <p:cNvSpPr/>
          <p:nvPr/>
        </p:nvSpPr>
        <p:spPr>
          <a:xfrm>
            <a:off x="1301136" y="4819838"/>
            <a:ext cx="6850997" cy="288000"/>
          </a:xfrm>
          <a:prstGeom prst="homePlat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kumimoji="1" lang="ja-JP" altLang="en-US" sz="1200" b="1">
                <a:latin typeface="メイリオ" panose="020B0604030504040204" pitchFamily="50" charset="-128"/>
                <a:ea typeface="メイリオ" panose="020B0604030504040204" pitchFamily="50" charset="-128"/>
              </a:rPr>
              <a:t>１２：</a:t>
            </a:r>
            <a:r>
              <a:rPr kumimoji="1" lang="en-US" altLang="ja-JP" sz="1200" b="1">
                <a:latin typeface="メイリオ" panose="020B0604030504040204" pitchFamily="50" charset="-128"/>
                <a:ea typeface="メイリオ" panose="020B0604030504040204" pitchFamily="50" charset="-128"/>
              </a:rPr>
              <a:t>NPC7L-R56-G5</a:t>
            </a:r>
          </a:p>
          <a:p>
            <a:r>
              <a:rPr lang="ja-JP" altLang="en-US" sz="1000" b="1">
                <a:latin typeface="メイリオ" panose="020B0604030504040204" pitchFamily="50" charset="-128"/>
                <a:ea typeface="メイリオ" panose="020B0604030504040204" pitchFamily="50" charset="-128"/>
              </a:rPr>
              <a:t> </a:t>
            </a:r>
            <a:r>
              <a:rPr lang="en-US" altLang="ja-JP" sz="800">
                <a:latin typeface="メイリオ" panose="020B0604030504040204" pitchFamily="50" charset="-128"/>
                <a:ea typeface="メイリオ" panose="020B0604030504040204" pitchFamily="50" charset="-128"/>
              </a:rPr>
              <a:t>(UNW ID2</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15.3” Core i7 14650HX + RTX 5060 </a:t>
            </a:r>
          </a:p>
        </p:txBody>
      </p:sp>
      <p:sp>
        <p:nvSpPr>
          <p:cNvPr id="44" name="正方形/長方形 43">
            <a:extLst>
              <a:ext uri="{FF2B5EF4-FFF2-40B4-BE49-F238E27FC236}">
                <a16:creationId xmlns:a16="http://schemas.microsoft.com/office/drawing/2014/main" id="{99A47A0F-1224-4ED7-E40C-5109940BEDBF}"/>
              </a:ext>
            </a:extLst>
          </p:cNvPr>
          <p:cNvSpPr/>
          <p:nvPr/>
        </p:nvSpPr>
        <p:spPr>
          <a:xfrm>
            <a:off x="10064696" y="370232"/>
            <a:ext cx="678938" cy="260475"/>
          </a:xfrm>
          <a:prstGeom prst="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latin typeface="メイリオ" panose="020B0604030504040204" pitchFamily="50" charset="-128"/>
                <a:ea typeface="メイリオ" panose="020B0604030504040204" pitchFamily="50" charset="-128"/>
                <a:cs typeface="メイリオ" panose="020B0604030504040204" pitchFamily="50" charset="-128"/>
              </a:rPr>
              <a:t>検討品</a:t>
            </a:r>
            <a:endParaRPr kumimoji="1" lang="ja-JP" altLang="en-US" sz="900" b="1">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5" name="矢印: 五方向 44">
            <a:extLst>
              <a:ext uri="{FF2B5EF4-FFF2-40B4-BE49-F238E27FC236}">
                <a16:creationId xmlns:a16="http://schemas.microsoft.com/office/drawing/2014/main" id="{C16D4D6E-EA63-48F7-AA50-1078FA199010}"/>
              </a:ext>
            </a:extLst>
          </p:cNvPr>
          <p:cNvSpPr/>
          <p:nvPr/>
        </p:nvSpPr>
        <p:spPr>
          <a:xfrm>
            <a:off x="2508521" y="4490504"/>
            <a:ext cx="5652658" cy="288000"/>
          </a:xfrm>
          <a:prstGeom prst="homePlate">
            <a:avLst/>
          </a:prstGeom>
          <a:solidFill>
            <a:srgbClr val="7F7F7F"/>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kumimoji="1" lang="ja-JP" altLang="en-US" sz="1200" b="1">
                <a:latin typeface="メイリオ" panose="020B0604030504040204" pitchFamily="50" charset="-128"/>
                <a:ea typeface="メイリオ" panose="020B0604030504040204" pitchFamily="50" charset="-128"/>
              </a:rPr>
              <a:t>１１：</a:t>
            </a:r>
            <a:r>
              <a:rPr kumimoji="1" lang="en-US" altLang="ja-JP" sz="1200" b="1">
                <a:latin typeface="メイリオ" panose="020B0604030504040204" pitchFamily="50" charset="-128"/>
                <a:ea typeface="メイリオ" panose="020B0604030504040204" pitchFamily="50" charset="-128"/>
              </a:rPr>
              <a:t>NPC7L-R57-G5</a:t>
            </a:r>
          </a:p>
          <a:p>
            <a:r>
              <a:rPr lang="ja-JP" altLang="en-US" sz="900" b="1">
                <a:latin typeface="メイリオ" panose="020B0604030504040204" pitchFamily="50" charset="-128"/>
                <a:ea typeface="メイリオ" panose="020B0604030504040204" pitchFamily="50" charset="-128"/>
              </a:rPr>
              <a:t> </a:t>
            </a:r>
            <a:r>
              <a:rPr lang="en-US" altLang="ja-JP" sz="700">
                <a:latin typeface="メイリオ" panose="020B0604030504040204" pitchFamily="50" charset="-128"/>
                <a:ea typeface="メイリオ" panose="020B0604030504040204" pitchFamily="50" charset="-128"/>
              </a:rPr>
              <a:t>(UNW ID2</a:t>
            </a:r>
            <a:r>
              <a:rPr lang="ja-JP" altLang="en-US" sz="700">
                <a:latin typeface="メイリオ" panose="020B0604030504040204" pitchFamily="50" charset="-128"/>
                <a:ea typeface="メイリオ" panose="020B0604030504040204" pitchFamily="50" charset="-128"/>
              </a:rPr>
              <a:t>：</a:t>
            </a:r>
            <a:r>
              <a:rPr lang="en-US" altLang="ja-JP" sz="700">
                <a:latin typeface="メイリオ" panose="020B0604030504040204" pitchFamily="50" charset="-128"/>
                <a:ea typeface="メイリオ" panose="020B0604030504040204" pitchFamily="50" charset="-128"/>
              </a:rPr>
              <a:t>15.3” Core i7 14650HX + RTX 5070 </a:t>
            </a:r>
            <a:endParaRPr kumimoji="1" lang="en-US" altLang="ja-JP" sz="700">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41662912-7119-3F50-0AF4-05F071C130DC}"/>
              </a:ext>
            </a:extLst>
          </p:cNvPr>
          <p:cNvSpPr txBox="1"/>
          <p:nvPr/>
        </p:nvSpPr>
        <p:spPr>
          <a:xfrm>
            <a:off x="4520053" y="366528"/>
            <a:ext cx="814177" cy="307777"/>
          </a:xfrm>
          <a:prstGeom prst="rect">
            <a:avLst/>
          </a:prstGeom>
          <a:noFill/>
        </p:spPr>
        <p:txBody>
          <a:bodyPr wrap="square" rtlCol="0">
            <a:spAutoFit/>
          </a:bodyPr>
          <a:lstStyle/>
          <a:p>
            <a:r>
              <a:rPr kumimoji="1" lang="en-US" altLang="ja-JP" sz="1400"/>
              <a:t>2027</a:t>
            </a:r>
          </a:p>
        </p:txBody>
      </p:sp>
      <p:grpSp>
        <p:nvGrpSpPr>
          <p:cNvPr id="101" name="グループ化 100">
            <a:extLst>
              <a:ext uri="{FF2B5EF4-FFF2-40B4-BE49-F238E27FC236}">
                <a16:creationId xmlns:a16="http://schemas.microsoft.com/office/drawing/2014/main" id="{E572B0CE-1F2F-6035-EE1C-27F21AB6500E}"/>
              </a:ext>
            </a:extLst>
          </p:cNvPr>
          <p:cNvGrpSpPr/>
          <p:nvPr/>
        </p:nvGrpSpPr>
        <p:grpSpPr>
          <a:xfrm>
            <a:off x="277422" y="662976"/>
            <a:ext cx="11637156" cy="820894"/>
            <a:chOff x="277422" y="3292034"/>
            <a:chExt cx="11637156" cy="820894"/>
          </a:xfrm>
        </p:grpSpPr>
        <p:grpSp>
          <p:nvGrpSpPr>
            <p:cNvPr id="102" name="グループ化 101">
              <a:extLst>
                <a:ext uri="{FF2B5EF4-FFF2-40B4-BE49-F238E27FC236}">
                  <a16:creationId xmlns:a16="http://schemas.microsoft.com/office/drawing/2014/main" id="{FDC3BD86-E27E-80B0-741C-DDA8885292BB}"/>
                </a:ext>
              </a:extLst>
            </p:cNvPr>
            <p:cNvGrpSpPr/>
            <p:nvPr/>
          </p:nvGrpSpPr>
          <p:grpSpPr>
            <a:xfrm>
              <a:off x="277422" y="3292034"/>
              <a:ext cx="11637156" cy="820894"/>
              <a:chOff x="286076" y="502183"/>
              <a:chExt cx="11637156" cy="820894"/>
            </a:xfrm>
          </p:grpSpPr>
          <p:sp>
            <p:nvSpPr>
              <p:cNvPr id="104" name="矢印: 五方向 103">
                <a:extLst>
                  <a:ext uri="{FF2B5EF4-FFF2-40B4-BE49-F238E27FC236}">
                    <a16:creationId xmlns:a16="http://schemas.microsoft.com/office/drawing/2014/main" id="{73AB7787-79B3-4A9B-8A3A-8408102171C3}"/>
                  </a:ext>
                </a:extLst>
              </p:cNvPr>
              <p:cNvSpPr/>
              <p:nvPr/>
            </p:nvSpPr>
            <p:spPr>
              <a:xfrm>
                <a:off x="11091637" y="502183"/>
                <a:ext cx="831595"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cxnSp>
            <p:nvCxnSpPr>
              <p:cNvPr id="105" name="直線コネクタ 104">
                <a:extLst>
                  <a:ext uri="{FF2B5EF4-FFF2-40B4-BE49-F238E27FC236}">
                    <a16:creationId xmlns:a16="http://schemas.microsoft.com/office/drawing/2014/main" id="{C1F314D0-F50E-9898-D326-3128BABE6DB6}"/>
                  </a:ext>
                </a:extLst>
              </p:cNvPr>
              <p:cNvCxnSpPr>
                <a:cxnSpLocks/>
              </p:cNvCxnSpPr>
              <p:nvPr/>
            </p:nvCxnSpPr>
            <p:spPr>
              <a:xfrm flipH="1">
                <a:off x="286076" y="1323077"/>
                <a:ext cx="11573995" cy="0"/>
              </a:xfrm>
              <a:prstGeom prst="line">
                <a:avLst/>
              </a:prstGeom>
              <a:ln w="38100">
                <a:solidFill>
                  <a:srgbClr val="7F7F7F"/>
                </a:solidFill>
                <a:prstDash val="solid"/>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A05A1E5F-36DA-320A-6E85-ED6EE6E556B3}"/>
                  </a:ext>
                </a:extLst>
              </p:cNvPr>
              <p:cNvSpPr/>
              <p:nvPr/>
            </p:nvSpPr>
            <p:spPr>
              <a:xfrm>
                <a:off x="3176920" y="1073031"/>
                <a:ext cx="722973" cy="216000"/>
              </a:xfrm>
              <a:prstGeom prst="rect">
                <a:avLst/>
              </a:prstGeom>
              <a:solidFill>
                <a:srgbClr val="D0CECE"/>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11</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07" name="正方形/長方形 106">
                <a:extLst>
                  <a:ext uri="{FF2B5EF4-FFF2-40B4-BE49-F238E27FC236}">
                    <a16:creationId xmlns:a16="http://schemas.microsoft.com/office/drawing/2014/main" id="{40DEB4C0-E425-05A8-A154-83354AC81954}"/>
                  </a:ext>
                </a:extLst>
              </p:cNvPr>
              <p:cNvSpPr/>
              <p:nvPr/>
            </p:nvSpPr>
            <p:spPr>
              <a:xfrm>
                <a:off x="10394712" y="1072796"/>
                <a:ext cx="722973"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9</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08" name="正方形/長方形 107">
                <a:extLst>
                  <a:ext uri="{FF2B5EF4-FFF2-40B4-BE49-F238E27FC236}">
                    <a16:creationId xmlns:a16="http://schemas.microsoft.com/office/drawing/2014/main" id="{68997E91-6ED2-076F-7A23-0025D8826D2E}"/>
                  </a:ext>
                </a:extLst>
              </p:cNvPr>
              <p:cNvSpPr/>
              <p:nvPr/>
            </p:nvSpPr>
            <p:spPr>
              <a:xfrm>
                <a:off x="9673541" y="1072796"/>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8</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09" name="正方形/長方形 108">
                <a:extLst>
                  <a:ext uri="{FF2B5EF4-FFF2-40B4-BE49-F238E27FC236}">
                    <a16:creationId xmlns:a16="http://schemas.microsoft.com/office/drawing/2014/main" id="{64ACE4CA-C93F-B5FA-ED45-A8B3BAF21503}"/>
                  </a:ext>
                </a:extLst>
              </p:cNvPr>
              <p:cNvSpPr/>
              <p:nvPr/>
            </p:nvSpPr>
            <p:spPr>
              <a:xfrm>
                <a:off x="1006031"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8</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10" name="正方形/長方形 109">
                <a:extLst>
                  <a:ext uri="{FF2B5EF4-FFF2-40B4-BE49-F238E27FC236}">
                    <a16:creationId xmlns:a16="http://schemas.microsoft.com/office/drawing/2014/main" id="{57155D46-14A9-B14C-0651-1D9F8502818E}"/>
                  </a:ext>
                </a:extLst>
              </p:cNvPr>
              <p:cNvSpPr/>
              <p:nvPr/>
            </p:nvSpPr>
            <p:spPr>
              <a:xfrm>
                <a:off x="1727420" y="1073031"/>
                <a:ext cx="722973"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9</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11" name="正方形/長方形 110">
                <a:extLst>
                  <a:ext uri="{FF2B5EF4-FFF2-40B4-BE49-F238E27FC236}">
                    <a16:creationId xmlns:a16="http://schemas.microsoft.com/office/drawing/2014/main" id="{0BD94F0A-59D6-CA00-141E-6A01F8FF926C}"/>
                  </a:ext>
                </a:extLst>
              </p:cNvPr>
              <p:cNvSpPr/>
              <p:nvPr/>
            </p:nvSpPr>
            <p:spPr>
              <a:xfrm>
                <a:off x="2452170"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10</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12" name="正方形/長方形 111">
                <a:extLst>
                  <a:ext uri="{FF2B5EF4-FFF2-40B4-BE49-F238E27FC236}">
                    <a16:creationId xmlns:a16="http://schemas.microsoft.com/office/drawing/2014/main" id="{51DA2975-EAA2-EB8B-26B6-D5BA12991D3E}"/>
                  </a:ext>
                </a:extLst>
              </p:cNvPr>
              <p:cNvSpPr/>
              <p:nvPr/>
            </p:nvSpPr>
            <p:spPr>
              <a:xfrm>
                <a:off x="3902070"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12</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13" name="正方形/長方形 112">
                <a:extLst>
                  <a:ext uri="{FF2B5EF4-FFF2-40B4-BE49-F238E27FC236}">
                    <a16:creationId xmlns:a16="http://schemas.microsoft.com/office/drawing/2014/main" id="{74352CA3-D5C7-198C-099A-A091DCF311B1}"/>
                  </a:ext>
                </a:extLst>
              </p:cNvPr>
              <p:cNvSpPr/>
              <p:nvPr/>
            </p:nvSpPr>
            <p:spPr>
              <a:xfrm>
                <a:off x="4626820" y="1073031"/>
                <a:ext cx="722973"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1</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14" name="正方形/長方形 113">
                <a:extLst>
                  <a:ext uri="{FF2B5EF4-FFF2-40B4-BE49-F238E27FC236}">
                    <a16:creationId xmlns:a16="http://schemas.microsoft.com/office/drawing/2014/main" id="{5BE49D3B-24AA-24B2-0BDB-EB6A73633BDB}"/>
                  </a:ext>
                </a:extLst>
              </p:cNvPr>
              <p:cNvSpPr/>
              <p:nvPr/>
            </p:nvSpPr>
            <p:spPr>
              <a:xfrm>
                <a:off x="5349986"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2</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15" name="正方形/長方形 114">
                <a:extLst>
                  <a:ext uri="{FF2B5EF4-FFF2-40B4-BE49-F238E27FC236}">
                    <a16:creationId xmlns:a16="http://schemas.microsoft.com/office/drawing/2014/main" id="{7B9616E4-C349-F5F2-4D7B-8223243EA0F1}"/>
                  </a:ext>
                </a:extLst>
              </p:cNvPr>
              <p:cNvSpPr/>
              <p:nvPr/>
            </p:nvSpPr>
            <p:spPr>
              <a:xfrm>
                <a:off x="6071375" y="1073031"/>
                <a:ext cx="722973"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3</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16" name="正方形/長方形 115">
                <a:extLst>
                  <a:ext uri="{FF2B5EF4-FFF2-40B4-BE49-F238E27FC236}">
                    <a16:creationId xmlns:a16="http://schemas.microsoft.com/office/drawing/2014/main" id="{EB10DA0E-0DC2-0D4F-CEC0-654AF314838B}"/>
                  </a:ext>
                </a:extLst>
              </p:cNvPr>
              <p:cNvSpPr/>
              <p:nvPr/>
            </p:nvSpPr>
            <p:spPr>
              <a:xfrm>
                <a:off x="6796125"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4</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17" name="矢印: 五方向 116">
                <a:extLst>
                  <a:ext uri="{FF2B5EF4-FFF2-40B4-BE49-F238E27FC236}">
                    <a16:creationId xmlns:a16="http://schemas.microsoft.com/office/drawing/2014/main" id="{069045D7-E099-4BA7-3AA8-6DF9A8333946}"/>
                  </a:ext>
                </a:extLst>
              </p:cNvPr>
              <p:cNvSpPr/>
              <p:nvPr/>
            </p:nvSpPr>
            <p:spPr>
              <a:xfrm>
                <a:off x="9015033" y="507620"/>
                <a:ext cx="2240064"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Q3</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18" name="正方形/長方形 117">
                <a:extLst>
                  <a:ext uri="{FF2B5EF4-FFF2-40B4-BE49-F238E27FC236}">
                    <a16:creationId xmlns:a16="http://schemas.microsoft.com/office/drawing/2014/main" id="{7AB254F0-4EEC-FF11-5928-4C2C65CE03A6}"/>
                  </a:ext>
                </a:extLst>
              </p:cNvPr>
              <p:cNvSpPr/>
              <p:nvPr/>
            </p:nvSpPr>
            <p:spPr>
              <a:xfrm>
                <a:off x="7523831" y="1073031"/>
                <a:ext cx="722973"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5</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19" name="正方形/長方形 118">
                <a:extLst>
                  <a:ext uri="{FF2B5EF4-FFF2-40B4-BE49-F238E27FC236}">
                    <a16:creationId xmlns:a16="http://schemas.microsoft.com/office/drawing/2014/main" id="{841B5769-C59A-70F7-B2C7-6C20BB334140}"/>
                  </a:ext>
                </a:extLst>
              </p:cNvPr>
              <p:cNvSpPr/>
              <p:nvPr/>
            </p:nvSpPr>
            <p:spPr>
              <a:xfrm>
                <a:off x="8245220"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6</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20" name="正方形/長方形 119">
                <a:extLst>
                  <a:ext uri="{FF2B5EF4-FFF2-40B4-BE49-F238E27FC236}">
                    <a16:creationId xmlns:a16="http://schemas.microsoft.com/office/drawing/2014/main" id="{EB6C26F3-2504-A7DC-E383-0BD010702BE9}"/>
                  </a:ext>
                </a:extLst>
              </p:cNvPr>
              <p:cNvSpPr/>
              <p:nvPr/>
            </p:nvSpPr>
            <p:spPr>
              <a:xfrm>
                <a:off x="347523" y="1073031"/>
                <a:ext cx="658726"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7</a:t>
                </a:r>
              </a:p>
            </p:txBody>
          </p:sp>
          <p:sp>
            <p:nvSpPr>
              <p:cNvPr id="121" name="正方形/長方形 120">
                <a:extLst>
                  <a:ext uri="{FF2B5EF4-FFF2-40B4-BE49-F238E27FC236}">
                    <a16:creationId xmlns:a16="http://schemas.microsoft.com/office/drawing/2014/main" id="{D15CE666-000B-0190-33CE-7E5BFE23891D}"/>
                  </a:ext>
                </a:extLst>
              </p:cNvPr>
              <p:cNvSpPr/>
              <p:nvPr/>
            </p:nvSpPr>
            <p:spPr>
              <a:xfrm>
                <a:off x="8969970" y="1073031"/>
                <a:ext cx="703571" cy="213213"/>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7</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22" name="矢印: 五方向 121">
                <a:extLst>
                  <a:ext uri="{FF2B5EF4-FFF2-40B4-BE49-F238E27FC236}">
                    <a16:creationId xmlns:a16="http://schemas.microsoft.com/office/drawing/2014/main" id="{ABCC0C92-5C04-123A-E4A0-77DE447B8A21}"/>
                  </a:ext>
                </a:extLst>
              </p:cNvPr>
              <p:cNvSpPr/>
              <p:nvPr/>
            </p:nvSpPr>
            <p:spPr>
              <a:xfrm>
                <a:off x="6841188" y="507620"/>
                <a:ext cx="2345348"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Q2</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23" name="矢印: 五方向 122">
                <a:extLst>
                  <a:ext uri="{FF2B5EF4-FFF2-40B4-BE49-F238E27FC236}">
                    <a16:creationId xmlns:a16="http://schemas.microsoft.com/office/drawing/2014/main" id="{DD4A46A9-FC40-1CF7-B744-AC385839317F}"/>
                  </a:ext>
                </a:extLst>
              </p:cNvPr>
              <p:cNvSpPr/>
              <p:nvPr/>
            </p:nvSpPr>
            <p:spPr>
              <a:xfrm>
                <a:off x="4671883" y="507620"/>
                <a:ext cx="2345348"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Q1</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24" name="矢印: 五方向 123">
                <a:extLst>
                  <a:ext uri="{FF2B5EF4-FFF2-40B4-BE49-F238E27FC236}">
                    <a16:creationId xmlns:a16="http://schemas.microsoft.com/office/drawing/2014/main" id="{79C766F0-7D32-9DBB-CF66-CCD4FFAB8300}"/>
                  </a:ext>
                </a:extLst>
              </p:cNvPr>
              <p:cNvSpPr/>
              <p:nvPr/>
            </p:nvSpPr>
            <p:spPr>
              <a:xfrm>
                <a:off x="2500994" y="507620"/>
                <a:ext cx="2345348"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Q4</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25" name="矢印: 五方向 124">
                <a:extLst>
                  <a:ext uri="{FF2B5EF4-FFF2-40B4-BE49-F238E27FC236}">
                    <a16:creationId xmlns:a16="http://schemas.microsoft.com/office/drawing/2014/main" id="{7E7B4930-D073-B542-EA1C-1DB747CBF78D}"/>
                  </a:ext>
                </a:extLst>
              </p:cNvPr>
              <p:cNvSpPr/>
              <p:nvPr/>
            </p:nvSpPr>
            <p:spPr>
              <a:xfrm>
                <a:off x="330105" y="507620"/>
                <a:ext cx="2345348"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Q3</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26" name="矢印: 五方向 125">
                <a:extLst>
                  <a:ext uri="{FF2B5EF4-FFF2-40B4-BE49-F238E27FC236}">
                    <a16:creationId xmlns:a16="http://schemas.microsoft.com/office/drawing/2014/main" id="{B96E93AE-68F9-A100-B3E6-22BF9697889B}"/>
                  </a:ext>
                </a:extLst>
              </p:cNvPr>
              <p:cNvSpPr/>
              <p:nvPr/>
            </p:nvSpPr>
            <p:spPr>
              <a:xfrm>
                <a:off x="9673541" y="784903"/>
                <a:ext cx="2240064" cy="260468"/>
              </a:xfrm>
              <a:prstGeom prst="homePlate">
                <a:avLst/>
              </a:prstGeom>
              <a:solidFill>
                <a:schemeClr val="accent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TWQ1</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27" name="矢印: 五方向 126">
                <a:extLst>
                  <a:ext uri="{FF2B5EF4-FFF2-40B4-BE49-F238E27FC236}">
                    <a16:creationId xmlns:a16="http://schemas.microsoft.com/office/drawing/2014/main" id="{91ADA093-3A1F-8EB0-98B6-CD3769F85ED8}"/>
                  </a:ext>
                </a:extLst>
              </p:cNvPr>
              <p:cNvSpPr/>
              <p:nvPr/>
            </p:nvSpPr>
            <p:spPr>
              <a:xfrm>
                <a:off x="7499696" y="784903"/>
                <a:ext cx="2345348" cy="260468"/>
              </a:xfrm>
              <a:prstGeom prst="homePlate">
                <a:avLst/>
              </a:prstGeom>
              <a:solidFill>
                <a:schemeClr val="accent5">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TWQ4</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28" name="矢印: 五方向 127">
                <a:extLst>
                  <a:ext uri="{FF2B5EF4-FFF2-40B4-BE49-F238E27FC236}">
                    <a16:creationId xmlns:a16="http://schemas.microsoft.com/office/drawing/2014/main" id="{43BC7BA5-8CF4-3D16-7630-EC7472EA17A3}"/>
                  </a:ext>
                </a:extLst>
              </p:cNvPr>
              <p:cNvSpPr/>
              <p:nvPr/>
            </p:nvSpPr>
            <p:spPr>
              <a:xfrm>
                <a:off x="5330391" y="784903"/>
                <a:ext cx="2345348" cy="260468"/>
              </a:xfrm>
              <a:prstGeom prst="homePlate">
                <a:avLst/>
              </a:prstGeom>
              <a:solidFill>
                <a:schemeClr val="accent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TWQ3</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29" name="矢印: 五方向 128">
                <a:extLst>
                  <a:ext uri="{FF2B5EF4-FFF2-40B4-BE49-F238E27FC236}">
                    <a16:creationId xmlns:a16="http://schemas.microsoft.com/office/drawing/2014/main" id="{F53E6360-0DA1-E7DB-962B-1B6067AA679D}"/>
                  </a:ext>
                </a:extLst>
              </p:cNvPr>
              <p:cNvSpPr/>
              <p:nvPr/>
            </p:nvSpPr>
            <p:spPr>
              <a:xfrm>
                <a:off x="3159502" y="784903"/>
                <a:ext cx="2345348" cy="260468"/>
              </a:xfrm>
              <a:prstGeom prst="homePlate">
                <a:avLst/>
              </a:prstGeom>
              <a:solidFill>
                <a:schemeClr val="accent5">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TWQ2</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30" name="矢印: 五方向 129">
                <a:extLst>
                  <a:ext uri="{FF2B5EF4-FFF2-40B4-BE49-F238E27FC236}">
                    <a16:creationId xmlns:a16="http://schemas.microsoft.com/office/drawing/2014/main" id="{DBB2C9F7-324B-21FB-371D-15575060A137}"/>
                  </a:ext>
                </a:extLst>
              </p:cNvPr>
              <p:cNvSpPr/>
              <p:nvPr/>
            </p:nvSpPr>
            <p:spPr>
              <a:xfrm>
                <a:off x="988613" y="784903"/>
                <a:ext cx="2345348" cy="260468"/>
              </a:xfrm>
              <a:prstGeom prst="homePlate">
                <a:avLst/>
              </a:prstGeom>
              <a:solidFill>
                <a:schemeClr val="accent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TWQ1</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31" name="矢印: 五方向 130">
                <a:extLst>
                  <a:ext uri="{FF2B5EF4-FFF2-40B4-BE49-F238E27FC236}">
                    <a16:creationId xmlns:a16="http://schemas.microsoft.com/office/drawing/2014/main" id="{EAD143AE-E7F3-DC35-5FA5-1A4AED86819A}"/>
                  </a:ext>
                </a:extLst>
              </p:cNvPr>
              <p:cNvSpPr/>
              <p:nvPr/>
            </p:nvSpPr>
            <p:spPr>
              <a:xfrm>
                <a:off x="330105" y="784742"/>
                <a:ext cx="831595" cy="260468"/>
              </a:xfrm>
              <a:prstGeom prst="homePlate">
                <a:avLst/>
              </a:prstGeom>
              <a:solidFill>
                <a:schemeClr val="accent5">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grpSp>
        <p:sp>
          <p:nvSpPr>
            <p:cNvPr id="103" name="正方形/長方形 102">
              <a:extLst>
                <a:ext uri="{FF2B5EF4-FFF2-40B4-BE49-F238E27FC236}">
                  <a16:creationId xmlns:a16="http://schemas.microsoft.com/office/drawing/2014/main" id="{B33CC77D-F604-C00B-D691-476A3F5E7929}"/>
                </a:ext>
              </a:extLst>
            </p:cNvPr>
            <p:cNvSpPr/>
            <p:nvPr/>
          </p:nvSpPr>
          <p:spPr>
            <a:xfrm>
              <a:off x="11114980" y="3862554"/>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10</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grpSp>
      <p:sp>
        <p:nvSpPr>
          <p:cNvPr id="132" name="矢印: 五方向 131">
            <a:extLst>
              <a:ext uri="{FF2B5EF4-FFF2-40B4-BE49-F238E27FC236}">
                <a16:creationId xmlns:a16="http://schemas.microsoft.com/office/drawing/2014/main" id="{AB56E4B1-44FA-DBE4-1911-E42A8FF4A0B0}"/>
              </a:ext>
            </a:extLst>
          </p:cNvPr>
          <p:cNvSpPr/>
          <p:nvPr/>
        </p:nvSpPr>
        <p:spPr>
          <a:xfrm>
            <a:off x="6511973" y="1983563"/>
            <a:ext cx="5238947" cy="288000"/>
          </a:xfrm>
          <a:prstGeom prst="homePlate">
            <a:avLst/>
          </a:prstGeom>
          <a:solidFill>
            <a:schemeClr val="tx1">
              <a:lumMod val="50000"/>
              <a:lumOff val="5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ja-JP" sz="1200">
                <a:latin typeface="メイリオ" panose="020B0604030504040204" pitchFamily="50" charset="-128"/>
                <a:ea typeface="メイリオ" panose="020B0604030504040204" pitchFamily="50" charset="-128"/>
              </a:rPr>
              <a:t>Intel</a:t>
            </a:r>
            <a:r>
              <a:rPr kumimoji="1" lang="en-US" altLang="ja-JP" sz="1200">
                <a:latin typeface="メイリオ" panose="020B0604030504040204" pitchFamily="50" charset="-128"/>
                <a:ea typeface="メイリオ" panose="020B0604030504040204" pitchFamily="50" charset="-128"/>
              </a:rPr>
              <a:t> NOVA LAKE</a:t>
            </a:r>
            <a:r>
              <a:rPr kumimoji="1" lang="ja-JP" altLang="en-US" sz="1200">
                <a:latin typeface="メイリオ" panose="020B0604030504040204" pitchFamily="50" charset="-128"/>
                <a:ea typeface="メイリオ" panose="020B0604030504040204" pitchFamily="50" charset="-128"/>
              </a:rPr>
              <a:t>「</a:t>
            </a:r>
            <a:r>
              <a:rPr kumimoji="1" lang="en-US" altLang="ja-JP" sz="1200">
                <a:latin typeface="メイリオ" panose="020B0604030504040204" pitchFamily="50" charset="-128"/>
                <a:ea typeface="メイリオ" panose="020B0604030504040204" pitchFamily="50" charset="-128"/>
              </a:rPr>
              <a:t>H</a:t>
            </a:r>
            <a:r>
              <a:rPr kumimoji="1" lang="ja-JP" altLang="en-US" sz="1200">
                <a:latin typeface="メイリオ" panose="020B0604030504040204" pitchFamily="50" charset="-128"/>
                <a:ea typeface="メイリオ" panose="020B0604030504040204" pitchFamily="50" charset="-128"/>
              </a:rPr>
              <a:t>」モデル（</a:t>
            </a:r>
            <a:r>
              <a:rPr kumimoji="1" lang="en-US" altLang="ja-JP" sz="1200">
                <a:latin typeface="メイリオ" panose="020B0604030504040204" pitchFamily="50" charset="-128"/>
                <a:ea typeface="メイリオ" panose="020B0604030504040204" pitchFamily="50" charset="-128"/>
              </a:rPr>
              <a:t>G/C</a:t>
            </a:r>
            <a:r>
              <a:rPr kumimoji="1" lang="ja-JP" altLang="en-US" sz="1200">
                <a:latin typeface="メイリオ" panose="020B0604030504040204" pitchFamily="50" charset="-128"/>
                <a:ea typeface="メイリオ" panose="020B0604030504040204" pitchFamily="50" charset="-128"/>
              </a:rPr>
              <a:t>兼用）</a:t>
            </a:r>
            <a:endParaRPr kumimoji="1" lang="en-US" altLang="ja-JP" sz="1200">
              <a:latin typeface="メイリオ" panose="020B0604030504040204" pitchFamily="50" charset="-128"/>
              <a:ea typeface="メイリオ" panose="020B0604030504040204" pitchFamily="50" charset="-128"/>
            </a:endParaRPr>
          </a:p>
        </p:txBody>
      </p:sp>
      <p:sp>
        <p:nvSpPr>
          <p:cNvPr id="133" name="矢印: 五方向 132">
            <a:extLst>
              <a:ext uri="{FF2B5EF4-FFF2-40B4-BE49-F238E27FC236}">
                <a16:creationId xmlns:a16="http://schemas.microsoft.com/office/drawing/2014/main" id="{4F0439AA-5ED2-C8C7-73C1-3649E3671355}"/>
              </a:ext>
            </a:extLst>
          </p:cNvPr>
          <p:cNvSpPr/>
          <p:nvPr/>
        </p:nvSpPr>
        <p:spPr>
          <a:xfrm>
            <a:off x="6509146" y="2932911"/>
            <a:ext cx="5238947" cy="287830"/>
          </a:xfrm>
          <a:prstGeom prst="homePlate">
            <a:avLst/>
          </a:prstGeom>
          <a:solidFill>
            <a:schemeClr val="tx1">
              <a:lumMod val="50000"/>
              <a:lumOff val="5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ja-JP" sz="1200">
                <a:latin typeface="メイリオ" panose="020B0604030504040204" pitchFamily="50" charset="-128"/>
                <a:ea typeface="メイリオ" panose="020B0604030504040204" pitchFamily="50" charset="-128"/>
              </a:rPr>
              <a:t>Intel</a:t>
            </a:r>
            <a:r>
              <a:rPr kumimoji="1" lang="en-US" altLang="ja-JP" sz="1200">
                <a:latin typeface="メイリオ" panose="020B0604030504040204" pitchFamily="50" charset="-128"/>
                <a:ea typeface="メイリオ" panose="020B0604030504040204" pitchFamily="50" charset="-128"/>
              </a:rPr>
              <a:t> NOVA LAKE</a:t>
            </a:r>
            <a:r>
              <a:rPr kumimoji="1" lang="ja-JP" altLang="en-US" sz="1200">
                <a:latin typeface="メイリオ" panose="020B0604030504040204" pitchFamily="50" charset="-128"/>
                <a:ea typeface="メイリオ" panose="020B0604030504040204" pitchFamily="50" charset="-128"/>
              </a:rPr>
              <a:t>「</a:t>
            </a:r>
            <a:r>
              <a:rPr kumimoji="1" lang="en-US" altLang="ja-JP" sz="1200">
                <a:latin typeface="メイリオ" panose="020B0604030504040204" pitchFamily="50" charset="-128"/>
                <a:ea typeface="メイリオ" panose="020B0604030504040204" pitchFamily="50" charset="-128"/>
              </a:rPr>
              <a:t>H</a:t>
            </a:r>
            <a:r>
              <a:rPr kumimoji="1" lang="ja-JP" altLang="en-US" sz="1200">
                <a:latin typeface="メイリオ" panose="020B0604030504040204" pitchFamily="50" charset="-128"/>
                <a:ea typeface="メイリオ" panose="020B0604030504040204" pitchFamily="50" charset="-128"/>
              </a:rPr>
              <a:t>」モデル（</a:t>
            </a:r>
            <a:r>
              <a:rPr kumimoji="1" lang="en-US" altLang="ja-JP" sz="1200">
                <a:latin typeface="メイリオ" panose="020B0604030504040204" pitchFamily="50" charset="-128"/>
                <a:ea typeface="メイリオ" panose="020B0604030504040204" pitchFamily="50" charset="-128"/>
              </a:rPr>
              <a:t>G/C</a:t>
            </a:r>
            <a:r>
              <a:rPr kumimoji="1" lang="ja-JP" altLang="en-US" sz="1200">
                <a:latin typeface="メイリオ" panose="020B0604030504040204" pitchFamily="50" charset="-128"/>
                <a:ea typeface="メイリオ" panose="020B0604030504040204" pitchFamily="50" charset="-128"/>
              </a:rPr>
              <a:t>兼用）</a:t>
            </a:r>
            <a:endParaRPr kumimoji="1" lang="en-US" altLang="ja-JP" sz="1200">
              <a:latin typeface="メイリオ" panose="020B0604030504040204" pitchFamily="50" charset="-128"/>
              <a:ea typeface="メイリオ" panose="020B0604030504040204" pitchFamily="50" charset="-128"/>
            </a:endParaRPr>
          </a:p>
        </p:txBody>
      </p:sp>
      <p:sp>
        <p:nvSpPr>
          <p:cNvPr id="134" name="矢印: 五方向 133">
            <a:extLst>
              <a:ext uri="{FF2B5EF4-FFF2-40B4-BE49-F238E27FC236}">
                <a16:creationId xmlns:a16="http://schemas.microsoft.com/office/drawing/2014/main" id="{80D1B1C1-2D87-0EB7-CB49-FB6353CA6594}"/>
              </a:ext>
            </a:extLst>
          </p:cNvPr>
          <p:cNvSpPr/>
          <p:nvPr/>
        </p:nvSpPr>
        <p:spPr>
          <a:xfrm>
            <a:off x="6502608" y="2541906"/>
            <a:ext cx="5238947" cy="287830"/>
          </a:xfrm>
          <a:prstGeom prst="homePlate">
            <a:avLst/>
          </a:prstGeom>
          <a:solidFill>
            <a:schemeClr val="tx1">
              <a:lumMod val="50000"/>
              <a:lumOff val="5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en-US" altLang="ja-JP" sz="1200">
                <a:latin typeface="メイリオ" panose="020B0604030504040204" pitchFamily="50" charset="-128"/>
                <a:ea typeface="メイリオ" panose="020B0604030504040204" pitchFamily="50" charset="-128"/>
              </a:rPr>
              <a:t>AMD </a:t>
            </a:r>
            <a:r>
              <a:rPr kumimoji="1" lang="en-US" altLang="ja-JP" sz="1200" err="1">
                <a:latin typeface="メイリオ" panose="020B0604030504040204" pitchFamily="50" charset="-128"/>
                <a:ea typeface="メイリオ" panose="020B0604030504040204" pitchFamily="50" charset="-128"/>
              </a:rPr>
              <a:t>Gater</a:t>
            </a:r>
            <a:r>
              <a:rPr kumimoji="1" lang="en-US" altLang="ja-JP" sz="1200">
                <a:latin typeface="メイリオ" panose="020B0604030504040204" pitchFamily="50" charset="-128"/>
                <a:ea typeface="メイリオ" panose="020B0604030504040204" pitchFamily="50" charset="-128"/>
              </a:rPr>
              <a:t> Range</a:t>
            </a:r>
            <a:r>
              <a:rPr kumimoji="1" lang="ja-JP" altLang="en-US" sz="1200">
                <a:latin typeface="メイリオ" panose="020B0604030504040204" pitchFamily="50" charset="-128"/>
                <a:ea typeface="メイリオ" panose="020B0604030504040204" pitchFamily="50" charset="-128"/>
              </a:rPr>
              <a:t>「</a:t>
            </a:r>
            <a:r>
              <a:rPr kumimoji="1" lang="en-US" altLang="ja-JP" sz="1200">
                <a:latin typeface="メイリオ" panose="020B0604030504040204" pitchFamily="50" charset="-128"/>
                <a:ea typeface="メイリオ" panose="020B0604030504040204" pitchFamily="50" charset="-128"/>
              </a:rPr>
              <a:t>H</a:t>
            </a:r>
            <a:r>
              <a:rPr kumimoji="1" lang="ja-JP" altLang="en-US" sz="1200">
                <a:latin typeface="メイリオ" panose="020B0604030504040204" pitchFamily="50" charset="-128"/>
                <a:ea typeface="メイリオ" panose="020B0604030504040204" pitchFamily="50" charset="-128"/>
              </a:rPr>
              <a:t>」モデル（</a:t>
            </a:r>
            <a:r>
              <a:rPr kumimoji="1" lang="en-US" altLang="ja-JP" sz="1200">
                <a:latin typeface="メイリオ" panose="020B0604030504040204" pitchFamily="50" charset="-128"/>
                <a:ea typeface="メイリオ" panose="020B0604030504040204" pitchFamily="50" charset="-128"/>
              </a:rPr>
              <a:t>G/C</a:t>
            </a:r>
            <a:r>
              <a:rPr kumimoji="1" lang="ja-JP" altLang="en-US" sz="1200">
                <a:latin typeface="メイリオ" panose="020B0604030504040204" pitchFamily="50" charset="-128"/>
                <a:ea typeface="メイリオ" panose="020B0604030504040204" pitchFamily="50" charset="-128"/>
              </a:rPr>
              <a:t>兼用）</a:t>
            </a:r>
            <a:endParaRPr kumimoji="1" lang="en-US" altLang="ja-JP" sz="1200">
              <a:latin typeface="メイリオ" panose="020B0604030504040204" pitchFamily="50" charset="-128"/>
              <a:ea typeface="メイリオ" panose="020B0604030504040204" pitchFamily="50" charset="-128"/>
            </a:endParaRPr>
          </a:p>
        </p:txBody>
      </p:sp>
      <p:sp>
        <p:nvSpPr>
          <p:cNvPr id="135" name="矢印: 五方向 134">
            <a:extLst>
              <a:ext uri="{FF2B5EF4-FFF2-40B4-BE49-F238E27FC236}">
                <a16:creationId xmlns:a16="http://schemas.microsoft.com/office/drawing/2014/main" id="{3ACEBDFF-7806-4758-7008-B673DF9B8D76}"/>
              </a:ext>
            </a:extLst>
          </p:cNvPr>
          <p:cNvSpPr/>
          <p:nvPr/>
        </p:nvSpPr>
        <p:spPr>
          <a:xfrm>
            <a:off x="8161500" y="4475946"/>
            <a:ext cx="3580055" cy="1366464"/>
          </a:xfrm>
          <a:prstGeom prst="homePlate">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ja-JP" sz="1200">
                <a:latin typeface="メイリオ" panose="020B0604030504040204" pitchFamily="50" charset="-128"/>
                <a:ea typeface="メイリオ" panose="020B0604030504040204" pitchFamily="50" charset="-128"/>
              </a:rPr>
              <a:t>TBD CPU/GPU</a:t>
            </a:r>
            <a:r>
              <a:rPr lang="ja-JP" altLang="en-US" sz="1200">
                <a:latin typeface="メイリオ" panose="020B0604030504040204" pitchFamily="50" charset="-128"/>
                <a:ea typeface="メイリオ" panose="020B0604030504040204" pitchFamily="50" charset="-128"/>
              </a:rPr>
              <a:t>状況に応じて</a:t>
            </a:r>
            <a:endParaRPr kumimoji="1" lang="en-US" altLang="ja-JP" sz="1200">
              <a:latin typeface="メイリオ" panose="020B0604030504040204" pitchFamily="50" charset="-128"/>
              <a:ea typeface="メイリオ" panose="020B0604030504040204" pitchFamily="50" charset="-128"/>
            </a:endParaRPr>
          </a:p>
        </p:txBody>
      </p:sp>
      <p:sp>
        <p:nvSpPr>
          <p:cNvPr id="136" name="テキスト ボックス 135">
            <a:extLst>
              <a:ext uri="{FF2B5EF4-FFF2-40B4-BE49-F238E27FC236}">
                <a16:creationId xmlns:a16="http://schemas.microsoft.com/office/drawing/2014/main" id="{E57D9E3C-4FB4-ECDD-C08D-0E44DEA111A9}"/>
              </a:ext>
            </a:extLst>
          </p:cNvPr>
          <p:cNvSpPr txBox="1"/>
          <p:nvPr/>
        </p:nvSpPr>
        <p:spPr>
          <a:xfrm>
            <a:off x="181160" y="133644"/>
            <a:ext cx="2259008" cy="369332"/>
          </a:xfrm>
          <a:prstGeom prst="rect">
            <a:avLst/>
          </a:prstGeom>
          <a:noFill/>
        </p:spPr>
        <p:txBody>
          <a:bodyPr wrap="square" rtlCol="0">
            <a:spAutoFit/>
          </a:bodyPr>
          <a:lstStyle/>
          <a:p>
            <a:r>
              <a:rPr lang="en-US" altLang="ja-JP" b="1"/>
              <a:t>N</a:t>
            </a:r>
            <a:r>
              <a:rPr kumimoji="1" lang="ja-JP" altLang="en-US" b="1"/>
              <a:t>シリーズ </a:t>
            </a:r>
            <a:r>
              <a:rPr kumimoji="1" lang="en-US" altLang="ja-JP" b="1"/>
              <a:t>-G</a:t>
            </a:r>
            <a:endParaRPr kumimoji="1" lang="ja-JP" altLang="en-US" b="1"/>
          </a:p>
        </p:txBody>
      </p:sp>
      <p:sp>
        <p:nvSpPr>
          <p:cNvPr id="138" name="矢印: 五方向 137">
            <a:extLst>
              <a:ext uri="{FF2B5EF4-FFF2-40B4-BE49-F238E27FC236}">
                <a16:creationId xmlns:a16="http://schemas.microsoft.com/office/drawing/2014/main" id="{255A3147-C6A4-4894-6905-F059E7B667E3}"/>
              </a:ext>
            </a:extLst>
          </p:cNvPr>
          <p:cNvSpPr/>
          <p:nvPr/>
        </p:nvSpPr>
        <p:spPr>
          <a:xfrm>
            <a:off x="2515043" y="5192762"/>
            <a:ext cx="5637091" cy="288000"/>
          </a:xfrm>
          <a:prstGeom prst="homePlate">
            <a:avLst/>
          </a:prstGeom>
          <a:solidFill>
            <a:srgbClr val="7F7F7F"/>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kumimoji="1" lang="ja-JP" altLang="en-US" sz="1200" b="1">
                <a:latin typeface="メイリオ" panose="020B0604030504040204" pitchFamily="50" charset="-128"/>
                <a:ea typeface="メイリオ" panose="020B0604030504040204" pitchFamily="50" charset="-128"/>
              </a:rPr>
              <a:t>１４：</a:t>
            </a:r>
            <a:r>
              <a:rPr kumimoji="1" lang="en-US" altLang="ja-JP" sz="1200" b="1">
                <a:latin typeface="メイリオ" panose="020B0604030504040204" pitchFamily="50" charset="-128"/>
                <a:ea typeface="メイリオ" panose="020B0604030504040204" pitchFamily="50" charset="-128"/>
              </a:rPr>
              <a:t>NPR7L-R55-G5</a:t>
            </a:r>
          </a:p>
          <a:p>
            <a:r>
              <a:rPr lang="ja-JP" altLang="en-US" sz="1000" b="1">
                <a:latin typeface="メイリオ" panose="020B0604030504040204" pitchFamily="50" charset="-128"/>
                <a:ea typeface="メイリオ" panose="020B0604030504040204" pitchFamily="50" charset="-128"/>
              </a:rPr>
              <a:t> </a:t>
            </a:r>
            <a:r>
              <a:rPr lang="en-US" altLang="ja-JP" sz="800">
                <a:latin typeface="メイリオ" panose="020B0604030504040204" pitchFamily="50" charset="-128"/>
                <a:ea typeface="メイリオ" panose="020B0604030504040204" pitchFamily="50" charset="-128"/>
              </a:rPr>
              <a:t>(UNW ID2</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15.3” AMD Hawk Point R7+ RTX 5050 </a:t>
            </a:r>
          </a:p>
        </p:txBody>
      </p:sp>
      <p:sp>
        <p:nvSpPr>
          <p:cNvPr id="29" name="矢印: 五方向 28">
            <a:extLst>
              <a:ext uri="{FF2B5EF4-FFF2-40B4-BE49-F238E27FC236}">
                <a16:creationId xmlns:a16="http://schemas.microsoft.com/office/drawing/2014/main" id="{2881A7A0-312B-BF8C-871E-B606E57FC00D}"/>
              </a:ext>
            </a:extLst>
          </p:cNvPr>
          <p:cNvSpPr/>
          <p:nvPr/>
        </p:nvSpPr>
        <p:spPr>
          <a:xfrm>
            <a:off x="327050" y="2523847"/>
            <a:ext cx="4242193" cy="288000"/>
          </a:xfrm>
          <a:prstGeom prst="homePlate">
            <a:avLst/>
          </a:prstGeom>
          <a:solidFill>
            <a:srgbClr val="7F7F7F">
              <a:alpha val="60000"/>
            </a:srgb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200" b="1">
                <a:latin typeface="メイリオ" panose="020B0604030504040204" pitchFamily="50" charset="-128"/>
                <a:ea typeface="メイリオ" panose="020B0604030504040204" pitchFamily="50" charset="-128"/>
              </a:rPr>
              <a:t>３：</a:t>
            </a:r>
            <a:r>
              <a:rPr kumimoji="1" lang="en-US" altLang="ja-JP" sz="1200" b="1">
                <a:latin typeface="メイリオ" panose="020B0604030504040204" pitchFamily="50" charset="-128"/>
                <a:ea typeface="メイリオ" panose="020B0604030504040204" pitchFamily="50" charset="-128"/>
              </a:rPr>
              <a:t>ZL9R-R57T-6</a:t>
            </a:r>
            <a:r>
              <a:rPr kumimoji="1" lang="ja-JP" altLang="en-US" sz="900">
                <a:latin typeface="メイリオ" panose="020B0604030504040204" pitchFamily="50" charset="-128"/>
                <a:ea typeface="メイリオ" panose="020B0604030504040204" pitchFamily="50" charset="-128"/>
              </a:rPr>
              <a:t>（</a:t>
            </a:r>
            <a:r>
              <a:rPr kumimoji="1" lang="en-US" altLang="ja-JP" sz="900">
                <a:latin typeface="メイリオ" panose="020B0604030504040204" pitchFamily="50" charset="-128"/>
                <a:ea typeface="メイリオ" panose="020B0604030504040204" pitchFamily="50" charset="-128"/>
              </a:rPr>
              <a:t>UNW IDK</a:t>
            </a:r>
            <a:r>
              <a:rPr kumimoji="1" lang="ja-JP" altLang="en-US" sz="900">
                <a:latin typeface="メイリオ" panose="020B0604030504040204" pitchFamily="50" charset="-128"/>
                <a:ea typeface="メイリオ" panose="020B0604030504040204" pitchFamily="50" charset="-128"/>
              </a:rPr>
              <a:t>：</a:t>
            </a:r>
            <a:r>
              <a:rPr kumimoji="1" lang="en-US" altLang="ja-JP" sz="900">
                <a:latin typeface="メイリオ" panose="020B0604030504040204" pitchFamily="50" charset="-128"/>
                <a:ea typeface="メイリオ" panose="020B0604030504040204" pitchFamily="50" charset="-128"/>
              </a:rPr>
              <a:t>16”</a:t>
            </a:r>
            <a:r>
              <a:rPr lang="ja-JP" altLang="en-US" sz="900">
                <a:latin typeface="メイリオ" panose="020B0604030504040204" pitchFamily="50" charset="-128"/>
                <a:ea typeface="メイリオ" panose="020B0604030504040204" pitchFamily="50" charset="-128"/>
              </a:rPr>
              <a:t> </a:t>
            </a:r>
            <a:r>
              <a:rPr lang="en-US" altLang="ja-JP" sz="900">
                <a:latin typeface="メイリオ" panose="020B0604030504040204" pitchFamily="50" charset="-128"/>
                <a:ea typeface="メイリオ" panose="020B0604030504040204" pitchFamily="50" charset="-128"/>
              </a:rPr>
              <a:t>Ryzen</a:t>
            </a:r>
            <a:r>
              <a:rPr lang="ja-JP" altLang="en-US" sz="900">
                <a:latin typeface="メイリオ" panose="020B0604030504040204" pitchFamily="50" charset="-128"/>
                <a:ea typeface="メイリオ" panose="020B0604030504040204" pitchFamily="50" charset="-128"/>
              </a:rPr>
              <a:t> </a:t>
            </a:r>
            <a:r>
              <a:rPr lang="en-US" altLang="ja-JP" sz="900">
                <a:latin typeface="メイリオ" panose="020B0604030504040204" pitchFamily="50" charset="-128"/>
                <a:ea typeface="メイリオ" panose="020B0604030504040204" pitchFamily="50" charset="-128"/>
              </a:rPr>
              <a:t>9</a:t>
            </a:r>
            <a:r>
              <a:rPr lang="ja-JP" altLang="en-US" sz="900">
                <a:latin typeface="メイリオ" panose="020B0604030504040204" pitchFamily="50" charset="-128"/>
                <a:ea typeface="メイリオ" panose="020B0604030504040204" pitchFamily="50" charset="-128"/>
              </a:rPr>
              <a:t> </a:t>
            </a:r>
            <a:r>
              <a:rPr lang="en-US" altLang="ja-JP" sz="900">
                <a:latin typeface="メイリオ" panose="020B0604030504040204" pitchFamily="50" charset="-128"/>
                <a:ea typeface="メイリオ" panose="020B0604030504040204" pitchFamily="50" charset="-128"/>
              </a:rPr>
              <a:t>9955HX</a:t>
            </a:r>
            <a:r>
              <a:rPr kumimoji="1" lang="en-US" altLang="ja-JP" sz="900">
                <a:latin typeface="メイリオ" panose="020B0604030504040204" pitchFamily="50" charset="-128"/>
                <a:ea typeface="メイリオ" panose="020B0604030504040204" pitchFamily="50" charset="-128"/>
              </a:rPr>
              <a:t> + RTX 5070Ti</a:t>
            </a:r>
          </a:p>
        </p:txBody>
      </p:sp>
      <p:sp>
        <p:nvSpPr>
          <p:cNvPr id="30" name="矢印: 五方向 29">
            <a:extLst>
              <a:ext uri="{FF2B5EF4-FFF2-40B4-BE49-F238E27FC236}">
                <a16:creationId xmlns:a16="http://schemas.microsoft.com/office/drawing/2014/main" id="{18921946-57C4-0737-1A0F-F9E2E6E5939B}"/>
              </a:ext>
            </a:extLst>
          </p:cNvPr>
          <p:cNvSpPr/>
          <p:nvPr/>
        </p:nvSpPr>
        <p:spPr>
          <a:xfrm>
            <a:off x="334379" y="3287126"/>
            <a:ext cx="5895310" cy="288000"/>
          </a:xfrm>
          <a:prstGeom prst="homePlate">
            <a:avLst/>
          </a:prstGeom>
          <a:solidFill>
            <a:srgbClr val="2F5597"/>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kumimoji="1" lang="ja-JP" altLang="en-US" sz="1200" b="1">
                <a:latin typeface="メイリオ" panose="020B0604030504040204" pitchFamily="50" charset="-128"/>
                <a:ea typeface="メイリオ" panose="020B0604030504040204" pitchFamily="50" charset="-128"/>
              </a:rPr>
              <a:t>５：</a:t>
            </a:r>
            <a:r>
              <a:rPr kumimoji="1" lang="en-US" altLang="ja-JP" sz="1200" b="1">
                <a:latin typeface="メイリオ" panose="020B0604030504040204" pitchFamily="50" charset="-128"/>
                <a:ea typeface="メイリオ" panose="020B0604030504040204" pitchFamily="50" charset="-128"/>
              </a:rPr>
              <a:t>ZL7C-R57-6A</a:t>
            </a:r>
            <a:r>
              <a:rPr kumimoji="1" lang="ja-JP" altLang="en-US" sz="900">
                <a:latin typeface="メイリオ" panose="020B0604030504040204" pitchFamily="50" charset="-128"/>
                <a:ea typeface="メイリオ" panose="020B0604030504040204" pitchFamily="50" charset="-128"/>
              </a:rPr>
              <a:t>（</a:t>
            </a:r>
            <a:r>
              <a:rPr kumimoji="1" lang="en-US" altLang="ja-JP" sz="900">
                <a:latin typeface="メイリオ" panose="020B0604030504040204" pitchFamily="50" charset="-128"/>
                <a:ea typeface="メイリオ" panose="020B0604030504040204" pitchFamily="50" charset="-128"/>
              </a:rPr>
              <a:t>UNW IDK</a:t>
            </a:r>
            <a:r>
              <a:rPr kumimoji="1" lang="ja-JP" altLang="en-US" sz="900">
                <a:latin typeface="メイリオ" panose="020B0604030504040204" pitchFamily="50" charset="-128"/>
                <a:ea typeface="メイリオ" panose="020B0604030504040204" pitchFamily="50" charset="-128"/>
              </a:rPr>
              <a:t>：</a:t>
            </a:r>
            <a:r>
              <a:rPr lang="en-US" altLang="ja-JP" sz="900">
                <a:latin typeface="メイリオ" panose="020B0604030504040204" pitchFamily="50" charset="-128"/>
                <a:ea typeface="メイリオ" panose="020B0604030504040204" pitchFamily="50" charset="-128"/>
              </a:rPr>
              <a:t>16” Core U7 255HX </a:t>
            </a:r>
            <a:r>
              <a:rPr kumimoji="1" lang="en-US" altLang="ja-JP" sz="900">
                <a:latin typeface="メイリオ" panose="020B0604030504040204" pitchFamily="50" charset="-128"/>
                <a:ea typeface="メイリオ" panose="020B0604030504040204" pitchFamily="50" charset="-128"/>
              </a:rPr>
              <a:t>+ RTX 5070</a:t>
            </a:r>
          </a:p>
        </p:txBody>
      </p:sp>
      <p:sp>
        <p:nvSpPr>
          <p:cNvPr id="32" name="矢印: 五方向 31">
            <a:extLst>
              <a:ext uri="{FF2B5EF4-FFF2-40B4-BE49-F238E27FC236}">
                <a16:creationId xmlns:a16="http://schemas.microsoft.com/office/drawing/2014/main" id="{74C00444-7477-2A2D-F2ED-E82355829030}"/>
              </a:ext>
            </a:extLst>
          </p:cNvPr>
          <p:cNvSpPr/>
          <p:nvPr/>
        </p:nvSpPr>
        <p:spPr>
          <a:xfrm>
            <a:off x="334381" y="2905103"/>
            <a:ext cx="5865872" cy="288000"/>
          </a:xfrm>
          <a:prstGeom prst="homePlate">
            <a:avLst/>
          </a:prstGeom>
          <a:solidFill>
            <a:srgbClr val="2F5597"/>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200" b="1">
                <a:latin typeface="メイリオ" panose="020B0604030504040204" pitchFamily="50" charset="-128"/>
                <a:ea typeface="メイリオ" panose="020B0604030504040204" pitchFamily="50" charset="-128"/>
              </a:rPr>
              <a:t>４：</a:t>
            </a:r>
            <a:r>
              <a:rPr kumimoji="1" lang="en-US" altLang="ja-JP" sz="1200" b="1">
                <a:latin typeface="メイリオ" panose="020B0604030504040204" pitchFamily="50" charset="-128"/>
                <a:ea typeface="メイリオ" panose="020B0604030504040204" pitchFamily="50" charset="-128"/>
              </a:rPr>
              <a:t>ZL9C-R57T-6A</a:t>
            </a:r>
            <a:r>
              <a:rPr kumimoji="1" lang="ja-JP" altLang="en-US" sz="900">
                <a:latin typeface="メイリオ" panose="020B0604030504040204" pitchFamily="50" charset="-128"/>
                <a:ea typeface="メイリオ" panose="020B0604030504040204" pitchFamily="50" charset="-128"/>
              </a:rPr>
              <a:t>（</a:t>
            </a:r>
            <a:r>
              <a:rPr kumimoji="1" lang="en-US" altLang="ja-JP" sz="900">
                <a:latin typeface="メイリオ" panose="020B0604030504040204" pitchFamily="50" charset="-128"/>
                <a:ea typeface="メイリオ" panose="020B0604030504040204" pitchFamily="50" charset="-128"/>
              </a:rPr>
              <a:t>UNW IDK</a:t>
            </a:r>
            <a:r>
              <a:rPr kumimoji="1" lang="ja-JP" altLang="en-US" sz="900">
                <a:latin typeface="メイリオ" panose="020B0604030504040204" pitchFamily="50" charset="-128"/>
                <a:ea typeface="メイリオ" panose="020B0604030504040204" pitchFamily="50" charset="-128"/>
              </a:rPr>
              <a:t>：</a:t>
            </a:r>
            <a:r>
              <a:rPr kumimoji="1" lang="en-US" altLang="ja-JP" sz="900">
                <a:latin typeface="メイリオ" panose="020B0604030504040204" pitchFamily="50" charset="-128"/>
                <a:ea typeface="メイリオ" panose="020B0604030504040204" pitchFamily="50" charset="-128"/>
              </a:rPr>
              <a:t>16” Core U9 275HX+ RTX 5070Ti</a:t>
            </a:r>
          </a:p>
        </p:txBody>
      </p:sp>
      <p:sp>
        <p:nvSpPr>
          <p:cNvPr id="34" name="矢印: 五方向 33">
            <a:extLst>
              <a:ext uri="{FF2B5EF4-FFF2-40B4-BE49-F238E27FC236}">
                <a16:creationId xmlns:a16="http://schemas.microsoft.com/office/drawing/2014/main" id="{2803AC00-E9DB-1946-ED1C-B710D4DD23C7}"/>
              </a:ext>
            </a:extLst>
          </p:cNvPr>
          <p:cNvSpPr/>
          <p:nvPr/>
        </p:nvSpPr>
        <p:spPr>
          <a:xfrm>
            <a:off x="6529036" y="3316595"/>
            <a:ext cx="5238947" cy="287830"/>
          </a:xfrm>
          <a:prstGeom prst="homePlate">
            <a:avLst/>
          </a:prstGeom>
          <a:solidFill>
            <a:schemeClr val="tx1">
              <a:lumMod val="50000"/>
              <a:lumOff val="5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ja-JP" sz="1200">
                <a:latin typeface="メイリオ" panose="020B0604030504040204" pitchFamily="50" charset="-128"/>
                <a:ea typeface="メイリオ" panose="020B0604030504040204" pitchFamily="50" charset="-128"/>
              </a:rPr>
              <a:t>Intel</a:t>
            </a:r>
            <a:r>
              <a:rPr kumimoji="1" lang="en-US" altLang="ja-JP" sz="1200">
                <a:latin typeface="メイリオ" panose="020B0604030504040204" pitchFamily="50" charset="-128"/>
                <a:ea typeface="メイリオ" panose="020B0604030504040204" pitchFamily="50" charset="-128"/>
              </a:rPr>
              <a:t> NOVA LAKE</a:t>
            </a:r>
            <a:r>
              <a:rPr kumimoji="1" lang="ja-JP" altLang="en-US" sz="1200">
                <a:latin typeface="メイリオ" panose="020B0604030504040204" pitchFamily="50" charset="-128"/>
                <a:ea typeface="メイリオ" panose="020B0604030504040204" pitchFamily="50" charset="-128"/>
              </a:rPr>
              <a:t>「</a:t>
            </a:r>
            <a:r>
              <a:rPr kumimoji="1" lang="en-US" altLang="ja-JP" sz="1200">
                <a:latin typeface="メイリオ" panose="020B0604030504040204" pitchFamily="50" charset="-128"/>
                <a:ea typeface="メイリオ" panose="020B0604030504040204" pitchFamily="50" charset="-128"/>
              </a:rPr>
              <a:t>H</a:t>
            </a:r>
            <a:r>
              <a:rPr kumimoji="1" lang="ja-JP" altLang="en-US" sz="1200">
                <a:latin typeface="メイリオ" panose="020B0604030504040204" pitchFamily="50" charset="-128"/>
                <a:ea typeface="メイリオ" panose="020B0604030504040204" pitchFamily="50" charset="-128"/>
              </a:rPr>
              <a:t>」モデル（</a:t>
            </a:r>
            <a:r>
              <a:rPr kumimoji="1" lang="en-US" altLang="ja-JP" sz="1200">
                <a:latin typeface="メイリオ" panose="020B0604030504040204" pitchFamily="50" charset="-128"/>
                <a:ea typeface="メイリオ" panose="020B0604030504040204" pitchFamily="50" charset="-128"/>
              </a:rPr>
              <a:t>G/C</a:t>
            </a:r>
            <a:r>
              <a:rPr kumimoji="1" lang="ja-JP" altLang="en-US" sz="1200">
                <a:latin typeface="メイリオ" panose="020B0604030504040204" pitchFamily="50" charset="-128"/>
                <a:ea typeface="メイリオ" panose="020B0604030504040204" pitchFamily="50" charset="-128"/>
              </a:rPr>
              <a:t>兼用）</a:t>
            </a:r>
            <a:endParaRPr kumimoji="1" lang="en-US" altLang="ja-JP" sz="1200">
              <a:latin typeface="メイリオ" panose="020B0604030504040204" pitchFamily="50" charset="-128"/>
              <a:ea typeface="メイリオ" panose="020B0604030504040204" pitchFamily="50" charset="-128"/>
            </a:endParaRPr>
          </a:p>
        </p:txBody>
      </p:sp>
      <p:sp>
        <p:nvSpPr>
          <p:cNvPr id="35" name="矢印: 五方向 34">
            <a:extLst>
              <a:ext uri="{FF2B5EF4-FFF2-40B4-BE49-F238E27FC236}">
                <a16:creationId xmlns:a16="http://schemas.microsoft.com/office/drawing/2014/main" id="{AE658F91-DF07-0B76-9ADF-D51672370365}"/>
              </a:ext>
            </a:extLst>
          </p:cNvPr>
          <p:cNvSpPr/>
          <p:nvPr/>
        </p:nvSpPr>
        <p:spPr>
          <a:xfrm>
            <a:off x="6502608" y="1619997"/>
            <a:ext cx="5238947" cy="288000"/>
          </a:xfrm>
          <a:prstGeom prst="homePlate">
            <a:avLst/>
          </a:prstGeom>
          <a:solidFill>
            <a:schemeClr val="tx1">
              <a:lumMod val="50000"/>
              <a:lumOff val="5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ja-JP" sz="1200">
                <a:latin typeface="メイリオ" panose="020B0604030504040204" pitchFamily="50" charset="-128"/>
                <a:ea typeface="メイリオ" panose="020B0604030504040204" pitchFamily="50" charset="-128"/>
              </a:rPr>
              <a:t>Intel</a:t>
            </a:r>
            <a:r>
              <a:rPr kumimoji="1" lang="en-US" altLang="ja-JP" sz="1200">
                <a:latin typeface="メイリオ" panose="020B0604030504040204" pitchFamily="50" charset="-128"/>
                <a:ea typeface="メイリオ" panose="020B0604030504040204" pitchFamily="50" charset="-128"/>
              </a:rPr>
              <a:t> NOVA LAKE</a:t>
            </a:r>
            <a:r>
              <a:rPr kumimoji="1" lang="ja-JP" altLang="en-US" sz="1200">
                <a:latin typeface="メイリオ" panose="020B0604030504040204" pitchFamily="50" charset="-128"/>
                <a:ea typeface="メイリオ" panose="020B0604030504040204" pitchFamily="50" charset="-128"/>
              </a:rPr>
              <a:t>「</a:t>
            </a:r>
            <a:r>
              <a:rPr kumimoji="1" lang="en-US" altLang="ja-JP" sz="1200">
                <a:latin typeface="メイリオ" panose="020B0604030504040204" pitchFamily="50" charset="-128"/>
                <a:ea typeface="メイリオ" panose="020B0604030504040204" pitchFamily="50" charset="-128"/>
              </a:rPr>
              <a:t>H</a:t>
            </a:r>
            <a:r>
              <a:rPr kumimoji="1" lang="ja-JP" altLang="en-US" sz="1200">
                <a:latin typeface="メイリオ" panose="020B0604030504040204" pitchFamily="50" charset="-128"/>
                <a:ea typeface="メイリオ" panose="020B0604030504040204" pitchFamily="50" charset="-128"/>
              </a:rPr>
              <a:t>」モデル（</a:t>
            </a:r>
            <a:r>
              <a:rPr kumimoji="1" lang="en-US" altLang="ja-JP" sz="1200">
                <a:latin typeface="メイリオ" panose="020B0604030504040204" pitchFamily="50" charset="-128"/>
                <a:ea typeface="メイリオ" panose="020B0604030504040204" pitchFamily="50" charset="-128"/>
              </a:rPr>
              <a:t>G/C</a:t>
            </a:r>
            <a:r>
              <a:rPr kumimoji="1" lang="ja-JP" altLang="en-US" sz="1200">
                <a:latin typeface="メイリオ" panose="020B0604030504040204" pitchFamily="50" charset="-128"/>
                <a:ea typeface="メイリオ" panose="020B0604030504040204" pitchFamily="50" charset="-128"/>
              </a:rPr>
              <a:t>兼用）</a:t>
            </a:r>
            <a:endParaRPr kumimoji="1" lang="en-US" altLang="ja-JP" sz="1200">
              <a:latin typeface="メイリオ" panose="020B0604030504040204" pitchFamily="50" charset="-128"/>
              <a:ea typeface="メイリオ" panose="020B0604030504040204" pitchFamily="50" charset="-128"/>
            </a:endParaRPr>
          </a:p>
        </p:txBody>
      </p:sp>
      <p:sp>
        <p:nvSpPr>
          <p:cNvPr id="137" name="四角形: 角を丸くする 136">
            <a:extLst>
              <a:ext uri="{FF2B5EF4-FFF2-40B4-BE49-F238E27FC236}">
                <a16:creationId xmlns:a16="http://schemas.microsoft.com/office/drawing/2014/main" id="{28074CA2-FAE4-34C8-459C-38307E8F990E}"/>
              </a:ext>
            </a:extLst>
          </p:cNvPr>
          <p:cNvSpPr/>
          <p:nvPr/>
        </p:nvSpPr>
        <p:spPr>
          <a:xfrm>
            <a:off x="6379118" y="1549485"/>
            <a:ext cx="5664194" cy="2125814"/>
          </a:xfrm>
          <a:prstGeom prst="roundRect">
            <a:avLst/>
          </a:prstGeom>
          <a:solidFill>
            <a:schemeClr val="accent2">
              <a:alpha val="34902"/>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l"/>
            <a:r>
              <a:rPr kumimoji="1" lang="en-US" altLang="ja-JP" sz="4800" b="1">
                <a:latin typeface="メイリオ" panose="020B0604030504040204" pitchFamily="50" charset="-128"/>
                <a:ea typeface="メイリオ" panose="020B0604030504040204" pitchFamily="50" charset="-128"/>
              </a:rPr>
              <a:t>G/C</a:t>
            </a:r>
            <a:r>
              <a:rPr kumimoji="1" lang="ja-JP" altLang="en-US" sz="4800" b="1">
                <a:latin typeface="メイリオ" panose="020B0604030504040204" pitchFamily="50" charset="-128"/>
                <a:ea typeface="メイリオ" panose="020B0604030504040204" pitchFamily="50" charset="-128"/>
              </a:rPr>
              <a:t>共通化エリア</a:t>
            </a:r>
          </a:p>
        </p:txBody>
      </p:sp>
      <p:sp>
        <p:nvSpPr>
          <p:cNvPr id="31" name="矢印: 五方向 30">
            <a:extLst>
              <a:ext uri="{FF2B5EF4-FFF2-40B4-BE49-F238E27FC236}">
                <a16:creationId xmlns:a16="http://schemas.microsoft.com/office/drawing/2014/main" id="{D786C99F-1EDB-9025-6AB5-C96BAB778FFF}"/>
              </a:ext>
            </a:extLst>
          </p:cNvPr>
          <p:cNvSpPr/>
          <p:nvPr/>
        </p:nvSpPr>
        <p:spPr>
          <a:xfrm>
            <a:off x="348908" y="5565325"/>
            <a:ext cx="1732586" cy="288000"/>
          </a:xfrm>
          <a:prstGeom prst="homePlate">
            <a:avLst/>
          </a:prstGeom>
          <a:solidFill>
            <a:srgbClr val="2F5597"/>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200" b="1">
                <a:latin typeface="メイリオ" panose="020B0604030504040204" pitchFamily="50" charset="-128"/>
                <a:ea typeface="メイリオ" panose="020B0604030504040204" pitchFamily="50" charset="-128"/>
              </a:rPr>
              <a:t>１５：</a:t>
            </a:r>
            <a:r>
              <a:rPr kumimoji="1" lang="en-US" altLang="ja-JP" sz="1200" b="1">
                <a:latin typeface="メイリオ" panose="020B0604030504040204" pitchFamily="50" charset="-128"/>
                <a:ea typeface="メイリオ" panose="020B0604030504040204" pitchFamily="50" charset="-128"/>
              </a:rPr>
              <a:t>RL7C-R45-5N</a:t>
            </a:r>
            <a:r>
              <a:rPr kumimoji="1" lang="ja-JP" altLang="en-US" sz="900">
                <a:latin typeface="メイリオ" panose="020B0604030504040204" pitchFamily="50" charset="-128"/>
                <a:ea typeface="メイリオ" panose="020B0604030504040204" pitchFamily="50" charset="-128"/>
              </a:rPr>
              <a:t>（</a:t>
            </a:r>
            <a:r>
              <a:rPr kumimoji="1" lang="en-US" altLang="ja-JP" sz="900">
                <a:latin typeface="メイリオ" panose="020B0604030504040204" pitchFamily="50" charset="-128"/>
                <a:ea typeface="メイリオ" panose="020B0604030504040204" pitchFamily="50" charset="-128"/>
              </a:rPr>
              <a:t>UNW IDE</a:t>
            </a:r>
            <a:r>
              <a:rPr kumimoji="1" lang="ja-JP" altLang="en-US" sz="900">
                <a:latin typeface="メイリオ" panose="020B0604030504040204" pitchFamily="50" charset="-128"/>
                <a:ea typeface="メイリオ" panose="020B0604030504040204" pitchFamily="50" charset="-128"/>
              </a:rPr>
              <a:t>：</a:t>
            </a:r>
            <a:r>
              <a:rPr lang="en-US" altLang="ja-JP" sz="900">
                <a:latin typeface="メイリオ" panose="020B0604030504040204" pitchFamily="50" charset="-128"/>
                <a:ea typeface="メイリオ" panose="020B0604030504040204" pitchFamily="50" charset="-128"/>
              </a:rPr>
              <a:t>15” Core</a:t>
            </a:r>
            <a:r>
              <a:rPr lang="ja-JP" altLang="en-US" sz="900">
                <a:latin typeface="メイリオ" panose="020B0604030504040204" pitchFamily="50" charset="-128"/>
                <a:ea typeface="メイリオ" panose="020B0604030504040204" pitchFamily="50" charset="-128"/>
              </a:rPr>
              <a:t> </a:t>
            </a:r>
            <a:r>
              <a:rPr lang="en-US" altLang="ja-JP" sz="900">
                <a:latin typeface="メイリオ" panose="020B0604030504040204" pitchFamily="50" charset="-128"/>
                <a:ea typeface="メイリオ" panose="020B0604030504040204" pitchFamily="50" charset="-128"/>
              </a:rPr>
              <a:t>i7 </a:t>
            </a:r>
            <a:r>
              <a:rPr kumimoji="1" lang="en-US" altLang="ja-JP" sz="900">
                <a:latin typeface="メイリオ" panose="020B0604030504040204" pitchFamily="50" charset="-128"/>
                <a:ea typeface="メイリオ" panose="020B0604030504040204" pitchFamily="50" charset="-128"/>
              </a:rPr>
              <a:t>13620H + RTX 4050</a:t>
            </a:r>
          </a:p>
        </p:txBody>
      </p:sp>
      <p:sp>
        <p:nvSpPr>
          <p:cNvPr id="43" name="矢印: 五方向 42">
            <a:extLst>
              <a:ext uri="{FF2B5EF4-FFF2-40B4-BE49-F238E27FC236}">
                <a16:creationId xmlns:a16="http://schemas.microsoft.com/office/drawing/2014/main" id="{577AF027-9FF6-C220-40D8-134934F333C4}"/>
              </a:ext>
            </a:extLst>
          </p:cNvPr>
          <p:cNvSpPr/>
          <p:nvPr/>
        </p:nvSpPr>
        <p:spPr>
          <a:xfrm>
            <a:off x="1961679" y="5554410"/>
            <a:ext cx="6199500" cy="288000"/>
          </a:xfrm>
          <a:prstGeom prst="homePlat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ja-JP" altLang="en-US" sz="1200" b="1">
                <a:latin typeface="メイリオ" panose="020B0604030504040204" pitchFamily="50" charset="-128"/>
                <a:ea typeface="メイリオ" panose="020B0604030504040204" pitchFamily="50" charset="-128"/>
              </a:rPr>
              <a:t>１３：</a:t>
            </a:r>
            <a:r>
              <a:rPr lang="en-US" altLang="ja-JP" sz="1200" b="1">
                <a:latin typeface="メイリオ" panose="020B0604030504040204" pitchFamily="50" charset="-128"/>
                <a:ea typeface="メイリオ" panose="020B0604030504040204" pitchFamily="50" charset="-128"/>
              </a:rPr>
              <a:t>NPC5L-R55-G5</a:t>
            </a:r>
            <a:endParaRPr lang="en-US" altLang="ja-JP" sz="1000" b="1">
              <a:latin typeface="メイリオ" panose="020B0604030504040204" pitchFamily="50" charset="-128"/>
              <a:ea typeface="メイリオ" panose="020B0604030504040204" pitchFamily="50" charset="-128"/>
            </a:endParaRPr>
          </a:p>
          <a:p>
            <a:r>
              <a:rPr lang="en-US" altLang="ja-JP" sz="800">
                <a:latin typeface="メイリオ" panose="020B0604030504040204" pitchFamily="50" charset="-128"/>
                <a:ea typeface="メイリオ" panose="020B0604030504040204" pitchFamily="50" charset="-128"/>
              </a:rPr>
              <a:t>(UNW IDE</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15.6” Core i5 14450HX + RTX 5050 </a:t>
            </a:r>
          </a:p>
        </p:txBody>
      </p:sp>
    </p:spTree>
    <p:extLst>
      <p:ext uri="{BB962C8B-B14F-4D97-AF65-F5344CB8AC3E}">
        <p14:creationId xmlns:p14="http://schemas.microsoft.com/office/powerpoint/2010/main" val="10220628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矢印: 五方向 30">
            <a:extLst>
              <a:ext uri="{FF2B5EF4-FFF2-40B4-BE49-F238E27FC236}">
                <a16:creationId xmlns:a16="http://schemas.microsoft.com/office/drawing/2014/main" id="{CE214224-8ABF-BCDE-9C0E-192EE0AB31A5}"/>
              </a:ext>
            </a:extLst>
          </p:cNvPr>
          <p:cNvSpPr/>
          <p:nvPr/>
        </p:nvSpPr>
        <p:spPr>
          <a:xfrm>
            <a:off x="321221" y="4434257"/>
            <a:ext cx="11622619" cy="2254757"/>
          </a:xfrm>
          <a:prstGeom prst="rect">
            <a:avLst/>
          </a:prstGeom>
          <a:solidFill>
            <a:schemeClr val="tx1">
              <a:lumMod val="50000"/>
              <a:lumOff val="50000"/>
              <a:alpha val="6980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kumimoji="1" lang="en-US" altLang="ja-JP" b="1" u="sng">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 name="矢印: 五方向 30">
            <a:extLst>
              <a:ext uri="{FF2B5EF4-FFF2-40B4-BE49-F238E27FC236}">
                <a16:creationId xmlns:a16="http://schemas.microsoft.com/office/drawing/2014/main" id="{2EF5F50F-5E9E-C91E-FDCC-530559EA5F65}"/>
              </a:ext>
            </a:extLst>
          </p:cNvPr>
          <p:cNvSpPr/>
          <p:nvPr/>
        </p:nvSpPr>
        <p:spPr>
          <a:xfrm>
            <a:off x="321221" y="2459677"/>
            <a:ext cx="11622619" cy="1923129"/>
          </a:xfrm>
          <a:prstGeom prst="rect">
            <a:avLst/>
          </a:prstGeom>
          <a:solidFill>
            <a:srgbClr val="00B0F0">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kumimoji="1" lang="en-US" altLang="ja-JP" b="1" u="sng">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4" name="直線コネクタ 3">
            <a:extLst>
              <a:ext uri="{FF2B5EF4-FFF2-40B4-BE49-F238E27FC236}">
                <a16:creationId xmlns:a16="http://schemas.microsoft.com/office/drawing/2014/main" id="{AE535BC4-88D6-F4E0-56FF-9FC91C5BAA96}"/>
              </a:ext>
            </a:extLst>
          </p:cNvPr>
          <p:cNvCxnSpPr>
            <a:cxnSpLocks/>
          </p:cNvCxnSpPr>
          <p:nvPr/>
        </p:nvCxnSpPr>
        <p:spPr>
          <a:xfrm>
            <a:off x="11750921" y="1470026"/>
            <a:ext cx="0" cy="5164801"/>
          </a:xfrm>
          <a:prstGeom prst="line">
            <a:avLst/>
          </a:prstGeom>
          <a:ln w="38100">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F1C78242-40AC-37FD-64F3-CCB62DFE9F54}"/>
              </a:ext>
            </a:extLst>
          </p:cNvPr>
          <p:cNvSpPr/>
          <p:nvPr/>
        </p:nvSpPr>
        <p:spPr>
          <a:xfrm>
            <a:off x="9683965" y="75251"/>
            <a:ext cx="678938" cy="260475"/>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latin typeface="メイリオ" panose="020B0604030504040204" pitchFamily="50" charset="-128"/>
                <a:ea typeface="メイリオ" panose="020B0604030504040204" pitchFamily="50" charset="-128"/>
                <a:cs typeface="メイリオ" panose="020B0604030504040204" pitchFamily="50" charset="-128"/>
              </a:rPr>
              <a:t>現行品</a:t>
            </a:r>
            <a:endParaRPr kumimoji="1" lang="ja-JP" altLang="en-US" sz="900" b="1">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6DB3A342-5CB4-37D5-F3EC-3A67C438DB03}"/>
              </a:ext>
            </a:extLst>
          </p:cNvPr>
          <p:cNvSpPr/>
          <p:nvPr/>
        </p:nvSpPr>
        <p:spPr>
          <a:xfrm>
            <a:off x="10463808" y="80633"/>
            <a:ext cx="617722" cy="260475"/>
          </a:xfrm>
          <a:prstGeom prst="rect">
            <a:avLst/>
          </a:prstGeom>
          <a:solidFill>
            <a:srgbClr val="ED7D3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latin typeface="メイリオ" panose="020B0604030504040204" pitchFamily="50" charset="-128"/>
                <a:ea typeface="メイリオ" panose="020B0604030504040204" pitchFamily="50" charset="-128"/>
                <a:cs typeface="メイリオ" panose="020B0604030504040204" pitchFamily="50" charset="-128"/>
              </a:rPr>
              <a:t>予定品</a:t>
            </a:r>
            <a:endParaRPr kumimoji="1" lang="ja-JP" altLang="en-US" sz="900" b="1">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 name="正方形/長方形 6">
            <a:extLst>
              <a:ext uri="{FF2B5EF4-FFF2-40B4-BE49-F238E27FC236}">
                <a16:creationId xmlns:a16="http://schemas.microsoft.com/office/drawing/2014/main" id="{F1BFC429-C4C0-3D3B-2B1E-36F4CFF9E2C5}"/>
              </a:ext>
            </a:extLst>
          </p:cNvPr>
          <p:cNvSpPr/>
          <p:nvPr/>
        </p:nvSpPr>
        <p:spPr>
          <a:xfrm>
            <a:off x="11184032" y="80784"/>
            <a:ext cx="617722" cy="260475"/>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latin typeface="メイリオ" panose="020B0604030504040204" pitchFamily="50" charset="-128"/>
                <a:ea typeface="メイリオ" panose="020B0604030504040204" pitchFamily="50" charset="-128"/>
                <a:cs typeface="メイリオ" panose="020B0604030504040204" pitchFamily="50" charset="-128"/>
              </a:rPr>
              <a:t>承認済</a:t>
            </a:r>
            <a:endParaRPr kumimoji="1" lang="ja-JP" altLang="en-US" sz="900" b="1">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8" name="矢印: 五方向 30">
            <a:extLst>
              <a:ext uri="{FF2B5EF4-FFF2-40B4-BE49-F238E27FC236}">
                <a16:creationId xmlns:a16="http://schemas.microsoft.com/office/drawing/2014/main" id="{5744794D-737D-DE75-FA3E-08433D1BADC9}"/>
              </a:ext>
            </a:extLst>
          </p:cNvPr>
          <p:cNvSpPr/>
          <p:nvPr/>
        </p:nvSpPr>
        <p:spPr>
          <a:xfrm>
            <a:off x="340997" y="1536165"/>
            <a:ext cx="11603075" cy="857090"/>
          </a:xfrm>
          <a:prstGeom prst="rect">
            <a:avLst/>
          </a:prstGeom>
          <a:solidFill>
            <a:schemeClr val="accent4">
              <a:lumMod val="20000"/>
              <a:lumOff val="80000"/>
              <a:alpha val="6980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kumimoji="1" lang="en-US" altLang="ja-JP" b="1" u="sng">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9" name="直線コネクタ 8">
            <a:extLst>
              <a:ext uri="{FF2B5EF4-FFF2-40B4-BE49-F238E27FC236}">
                <a16:creationId xmlns:a16="http://schemas.microsoft.com/office/drawing/2014/main" id="{4ED5584E-A28B-2970-DB00-8C780938E075}"/>
              </a:ext>
            </a:extLst>
          </p:cNvPr>
          <p:cNvCxnSpPr>
            <a:cxnSpLocks/>
          </p:cNvCxnSpPr>
          <p:nvPr/>
        </p:nvCxnSpPr>
        <p:spPr>
          <a:xfrm>
            <a:off x="1721348" y="1471612"/>
            <a:ext cx="1" cy="5062892"/>
          </a:xfrm>
          <a:prstGeom prst="line">
            <a:avLst/>
          </a:prstGeom>
          <a:ln w="38100">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88C30328-A12D-1DF8-B72A-8A710655CE8F}"/>
              </a:ext>
            </a:extLst>
          </p:cNvPr>
          <p:cNvCxnSpPr>
            <a:cxnSpLocks/>
          </p:cNvCxnSpPr>
          <p:nvPr/>
        </p:nvCxnSpPr>
        <p:spPr>
          <a:xfrm flipH="1">
            <a:off x="997379" y="1469688"/>
            <a:ext cx="3017" cy="5178987"/>
          </a:xfrm>
          <a:prstGeom prst="line">
            <a:avLst/>
          </a:prstGeom>
          <a:ln w="38100">
            <a:solidFill>
              <a:srgbClr val="7F7F7F"/>
            </a:solidFill>
            <a:prstDash val="solid"/>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072093C1-9CF6-94E5-D757-82FB7806057A}"/>
              </a:ext>
            </a:extLst>
          </p:cNvPr>
          <p:cNvCxnSpPr>
            <a:cxnSpLocks/>
          </p:cNvCxnSpPr>
          <p:nvPr/>
        </p:nvCxnSpPr>
        <p:spPr>
          <a:xfrm flipH="1">
            <a:off x="3160273" y="1469688"/>
            <a:ext cx="12437" cy="5185989"/>
          </a:xfrm>
          <a:prstGeom prst="line">
            <a:avLst/>
          </a:prstGeom>
          <a:ln w="38100">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5C123E1C-E30D-0F71-26EC-074497A54B0B}"/>
              </a:ext>
            </a:extLst>
          </p:cNvPr>
          <p:cNvCxnSpPr>
            <a:cxnSpLocks/>
          </p:cNvCxnSpPr>
          <p:nvPr/>
        </p:nvCxnSpPr>
        <p:spPr>
          <a:xfrm>
            <a:off x="2440169" y="1469688"/>
            <a:ext cx="1" cy="5062892"/>
          </a:xfrm>
          <a:prstGeom prst="line">
            <a:avLst/>
          </a:prstGeom>
          <a:ln w="38100">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BDB9101B-E396-1B39-1DCB-D7E3D92D19F8}"/>
              </a:ext>
            </a:extLst>
          </p:cNvPr>
          <p:cNvCxnSpPr>
            <a:cxnSpLocks/>
          </p:cNvCxnSpPr>
          <p:nvPr/>
        </p:nvCxnSpPr>
        <p:spPr>
          <a:xfrm>
            <a:off x="3887455" y="1472995"/>
            <a:ext cx="1" cy="5062892"/>
          </a:xfrm>
          <a:prstGeom prst="line">
            <a:avLst/>
          </a:prstGeom>
          <a:ln w="38100">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147EF5C7-9356-A4D9-A444-FACA915BECCD}"/>
              </a:ext>
            </a:extLst>
          </p:cNvPr>
          <p:cNvCxnSpPr>
            <a:cxnSpLocks/>
          </p:cNvCxnSpPr>
          <p:nvPr/>
        </p:nvCxnSpPr>
        <p:spPr>
          <a:xfrm flipH="1">
            <a:off x="5327663" y="1462686"/>
            <a:ext cx="12437" cy="5185989"/>
          </a:xfrm>
          <a:prstGeom prst="line">
            <a:avLst/>
          </a:prstGeom>
          <a:ln w="38100">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0BEE4FD3-4A6D-2818-2E18-29B77269C473}"/>
              </a:ext>
            </a:extLst>
          </p:cNvPr>
          <p:cNvCxnSpPr>
            <a:cxnSpLocks/>
          </p:cNvCxnSpPr>
          <p:nvPr/>
        </p:nvCxnSpPr>
        <p:spPr>
          <a:xfrm>
            <a:off x="4611981" y="1471452"/>
            <a:ext cx="1" cy="5062892"/>
          </a:xfrm>
          <a:prstGeom prst="line">
            <a:avLst/>
          </a:prstGeom>
          <a:ln w="38100">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EB252D3E-F4F6-88EE-721E-989074F0EF8C}"/>
              </a:ext>
            </a:extLst>
          </p:cNvPr>
          <p:cNvCxnSpPr>
            <a:cxnSpLocks/>
          </p:cNvCxnSpPr>
          <p:nvPr/>
        </p:nvCxnSpPr>
        <p:spPr>
          <a:xfrm>
            <a:off x="6061149" y="1471392"/>
            <a:ext cx="1" cy="5062892"/>
          </a:xfrm>
          <a:prstGeom prst="line">
            <a:avLst/>
          </a:prstGeom>
          <a:ln w="38100">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EB72C4A2-D79F-3FF8-C86D-9B5F430908CF}"/>
              </a:ext>
            </a:extLst>
          </p:cNvPr>
          <p:cNvCxnSpPr>
            <a:cxnSpLocks/>
          </p:cNvCxnSpPr>
          <p:nvPr/>
        </p:nvCxnSpPr>
        <p:spPr>
          <a:xfrm flipH="1">
            <a:off x="7447872" y="1459431"/>
            <a:ext cx="12437" cy="5185989"/>
          </a:xfrm>
          <a:prstGeom prst="line">
            <a:avLst/>
          </a:prstGeom>
          <a:ln w="38100">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4D5EE729-2115-DDDE-45F1-D24F35622BAD}"/>
              </a:ext>
            </a:extLst>
          </p:cNvPr>
          <p:cNvCxnSpPr>
            <a:cxnSpLocks/>
          </p:cNvCxnSpPr>
          <p:nvPr/>
        </p:nvCxnSpPr>
        <p:spPr>
          <a:xfrm>
            <a:off x="6781135" y="1469688"/>
            <a:ext cx="1" cy="5062892"/>
          </a:xfrm>
          <a:prstGeom prst="line">
            <a:avLst/>
          </a:prstGeom>
          <a:ln w="38100">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F997F693-9532-A1EC-9557-F1EDA3B8BDD4}"/>
              </a:ext>
            </a:extLst>
          </p:cNvPr>
          <p:cNvCxnSpPr>
            <a:cxnSpLocks/>
          </p:cNvCxnSpPr>
          <p:nvPr/>
        </p:nvCxnSpPr>
        <p:spPr>
          <a:xfrm>
            <a:off x="8229851" y="1467747"/>
            <a:ext cx="1" cy="5062892"/>
          </a:xfrm>
          <a:prstGeom prst="line">
            <a:avLst/>
          </a:prstGeom>
          <a:ln w="38100">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E4D4306D-B1A8-E42B-A765-E1526377E8D5}"/>
              </a:ext>
            </a:extLst>
          </p:cNvPr>
          <p:cNvCxnSpPr>
            <a:cxnSpLocks/>
          </p:cNvCxnSpPr>
          <p:nvPr/>
        </p:nvCxnSpPr>
        <p:spPr>
          <a:xfrm flipH="1">
            <a:off x="9665137" y="1438194"/>
            <a:ext cx="12437" cy="5185989"/>
          </a:xfrm>
          <a:prstGeom prst="line">
            <a:avLst/>
          </a:prstGeom>
          <a:ln w="38100">
            <a:solidFill>
              <a:schemeClr val="tx1">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B57518B5-E16F-7909-CB3D-81A357D79A74}"/>
              </a:ext>
            </a:extLst>
          </p:cNvPr>
          <p:cNvCxnSpPr>
            <a:cxnSpLocks/>
          </p:cNvCxnSpPr>
          <p:nvPr/>
        </p:nvCxnSpPr>
        <p:spPr>
          <a:xfrm>
            <a:off x="8952213" y="1471480"/>
            <a:ext cx="1" cy="5062892"/>
          </a:xfrm>
          <a:prstGeom prst="line">
            <a:avLst/>
          </a:prstGeom>
          <a:ln w="38100">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95142378-3F5D-B4D7-5B6A-E7AA5EAA272E}"/>
              </a:ext>
            </a:extLst>
          </p:cNvPr>
          <p:cNvCxnSpPr>
            <a:cxnSpLocks/>
          </p:cNvCxnSpPr>
          <p:nvPr/>
        </p:nvCxnSpPr>
        <p:spPr>
          <a:xfrm>
            <a:off x="10404165" y="1471232"/>
            <a:ext cx="1" cy="5062892"/>
          </a:xfrm>
          <a:prstGeom prst="line">
            <a:avLst/>
          </a:prstGeom>
          <a:ln w="38100">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29AB9D20-69D9-850F-0424-6CD80B15EBD0}"/>
              </a:ext>
            </a:extLst>
          </p:cNvPr>
          <p:cNvCxnSpPr>
            <a:cxnSpLocks/>
          </p:cNvCxnSpPr>
          <p:nvPr/>
        </p:nvCxnSpPr>
        <p:spPr>
          <a:xfrm>
            <a:off x="11128791" y="1469688"/>
            <a:ext cx="1" cy="5062892"/>
          </a:xfrm>
          <a:prstGeom prst="line">
            <a:avLst/>
          </a:prstGeom>
          <a:ln w="38100">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6C558229-DED0-EA8F-D6CE-82306392430F}"/>
              </a:ext>
            </a:extLst>
          </p:cNvPr>
          <p:cNvCxnSpPr>
            <a:cxnSpLocks/>
          </p:cNvCxnSpPr>
          <p:nvPr/>
        </p:nvCxnSpPr>
        <p:spPr>
          <a:xfrm>
            <a:off x="338871" y="1469688"/>
            <a:ext cx="1" cy="5062892"/>
          </a:xfrm>
          <a:prstGeom prst="line">
            <a:avLst/>
          </a:prstGeom>
          <a:ln w="38100">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ECE19207-ED6C-15A1-23DD-41EA9E1D8E62}"/>
              </a:ext>
            </a:extLst>
          </p:cNvPr>
          <p:cNvSpPr txBox="1"/>
          <p:nvPr/>
        </p:nvSpPr>
        <p:spPr>
          <a:xfrm>
            <a:off x="209933" y="388401"/>
            <a:ext cx="814177" cy="307777"/>
          </a:xfrm>
          <a:prstGeom prst="rect">
            <a:avLst/>
          </a:prstGeom>
          <a:noFill/>
        </p:spPr>
        <p:txBody>
          <a:bodyPr wrap="square" rtlCol="0">
            <a:spAutoFit/>
          </a:bodyPr>
          <a:lstStyle/>
          <a:p>
            <a:r>
              <a:rPr kumimoji="1" lang="en-US" altLang="ja-JP" sz="1400"/>
              <a:t>2026</a:t>
            </a:r>
          </a:p>
        </p:txBody>
      </p:sp>
      <p:sp>
        <p:nvSpPr>
          <p:cNvPr id="26" name="正方形/長方形 25">
            <a:extLst>
              <a:ext uri="{FF2B5EF4-FFF2-40B4-BE49-F238E27FC236}">
                <a16:creationId xmlns:a16="http://schemas.microsoft.com/office/drawing/2014/main" id="{994EC4B3-28D2-D61C-271B-997322E942B7}"/>
              </a:ext>
            </a:extLst>
          </p:cNvPr>
          <p:cNvSpPr/>
          <p:nvPr/>
        </p:nvSpPr>
        <p:spPr>
          <a:xfrm>
            <a:off x="11122262" y="1199550"/>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altLang="ja-JP" sz="1200">
                <a:latin typeface="メイリオ" panose="020B0604030504040204" pitchFamily="50" charset="-128"/>
                <a:ea typeface="メイリオ" panose="020B0604030504040204" pitchFamily="50" charset="-128"/>
                <a:cs typeface="メイリオ" panose="020B0604030504040204" pitchFamily="50" charset="-128"/>
              </a:rPr>
              <a:t>10</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　</a:t>
            </a:r>
            <a:endParaRPr kumimoji="1" lang="ja-JP" altLang="en-US" sz="1200">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2" name="矢印: 五方向 31">
            <a:extLst>
              <a:ext uri="{FF2B5EF4-FFF2-40B4-BE49-F238E27FC236}">
                <a16:creationId xmlns:a16="http://schemas.microsoft.com/office/drawing/2014/main" id="{5365F9F0-B4E9-5034-7B1A-BBEA971E6BAD}"/>
              </a:ext>
            </a:extLst>
          </p:cNvPr>
          <p:cNvSpPr/>
          <p:nvPr/>
        </p:nvSpPr>
        <p:spPr>
          <a:xfrm>
            <a:off x="366937" y="1989323"/>
            <a:ext cx="6119098" cy="288000"/>
          </a:xfrm>
          <a:prstGeom prst="homePlate">
            <a:avLst/>
          </a:prstGeom>
          <a:solidFill>
            <a:srgbClr val="2F5597"/>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ja-JP" altLang="en-US" sz="1200" b="1">
                <a:latin typeface="メイリオ" panose="020B0604030504040204" pitchFamily="50" charset="-128"/>
                <a:ea typeface="メイリオ" panose="020B0604030504040204" pitchFamily="50" charset="-128"/>
              </a:rPr>
              <a:t>２：</a:t>
            </a:r>
            <a:r>
              <a:rPr lang="en-US" altLang="ja-JP" sz="1200" b="1">
                <a:latin typeface="メイリオ" panose="020B0604030504040204" pitchFamily="50" charset="-128"/>
                <a:ea typeface="メイリオ" panose="020B0604030504040204" pitchFamily="50" charset="-128"/>
              </a:rPr>
              <a:t>NMC9L-R58-H6</a:t>
            </a:r>
            <a:r>
              <a:rPr lang="ja-JP" altLang="en-US" sz="1000">
                <a:latin typeface="メイリオ" panose="020B0604030504040204" pitchFamily="50" charset="-128"/>
                <a:ea typeface="メイリオ" panose="020B0604030504040204" pitchFamily="50" charset="-128"/>
              </a:rPr>
              <a:t>（</a:t>
            </a:r>
            <a:r>
              <a:rPr lang="en-US" altLang="ja-JP" sz="1000">
                <a:latin typeface="メイリオ" panose="020B0604030504040204" pitchFamily="50" charset="-128"/>
                <a:ea typeface="メイリオ" panose="020B0604030504040204" pitchFamily="50" charset="-128"/>
              </a:rPr>
              <a:t>UNW IDY</a:t>
            </a:r>
            <a:r>
              <a:rPr lang="ja-JP" altLang="en-US" sz="1000">
                <a:latin typeface="メイリオ" panose="020B0604030504040204" pitchFamily="50" charset="-128"/>
                <a:ea typeface="メイリオ" panose="020B0604030504040204" pitchFamily="50" charset="-128"/>
              </a:rPr>
              <a:t>：</a:t>
            </a:r>
            <a:r>
              <a:rPr lang="en-US" altLang="ja-JP" sz="1000">
                <a:latin typeface="メイリオ" panose="020B0604030504040204" pitchFamily="50" charset="-128"/>
                <a:ea typeface="メイリオ" panose="020B0604030504040204" pitchFamily="50" charset="-128"/>
              </a:rPr>
              <a:t>16” ARL-HX R Core U9</a:t>
            </a:r>
            <a:r>
              <a:rPr lang="ja-JP" altLang="en-US" sz="1000">
                <a:latin typeface="メイリオ" panose="020B0604030504040204" pitchFamily="50" charset="-128"/>
                <a:ea typeface="メイリオ" panose="020B0604030504040204" pitchFamily="50" charset="-128"/>
              </a:rPr>
              <a:t>＋</a:t>
            </a:r>
            <a:r>
              <a:rPr lang="en-US" altLang="ja-JP" sz="1000">
                <a:latin typeface="メイリオ" panose="020B0604030504040204" pitchFamily="50" charset="-128"/>
                <a:ea typeface="メイリオ" panose="020B0604030504040204" pitchFamily="50" charset="-128"/>
              </a:rPr>
              <a:t>RTX 5080 </a:t>
            </a:r>
            <a:endParaRPr lang="en-US" altLang="ja-JP" sz="1000" b="1">
              <a:latin typeface="メイリオ" panose="020B0604030504040204" pitchFamily="50" charset="-128"/>
              <a:ea typeface="メイリオ" panose="020B0604030504040204" pitchFamily="50" charset="-128"/>
            </a:endParaRPr>
          </a:p>
        </p:txBody>
      </p:sp>
      <p:sp>
        <p:nvSpPr>
          <p:cNvPr id="35" name="正方形/長方形 34">
            <a:extLst>
              <a:ext uri="{FF2B5EF4-FFF2-40B4-BE49-F238E27FC236}">
                <a16:creationId xmlns:a16="http://schemas.microsoft.com/office/drawing/2014/main" id="{DCDB2ED1-C8BE-F8CF-D9C2-614A86E79FF7}"/>
              </a:ext>
            </a:extLst>
          </p:cNvPr>
          <p:cNvSpPr/>
          <p:nvPr/>
        </p:nvSpPr>
        <p:spPr>
          <a:xfrm>
            <a:off x="10064696" y="370232"/>
            <a:ext cx="678938" cy="260475"/>
          </a:xfrm>
          <a:prstGeom prst="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latin typeface="メイリオ" panose="020B0604030504040204" pitchFamily="50" charset="-128"/>
                <a:ea typeface="メイリオ" panose="020B0604030504040204" pitchFamily="50" charset="-128"/>
                <a:cs typeface="メイリオ" panose="020B0604030504040204" pitchFamily="50" charset="-128"/>
              </a:rPr>
              <a:t>検討品</a:t>
            </a:r>
            <a:endParaRPr kumimoji="1" lang="ja-JP" altLang="en-US" sz="900" b="1">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8" name="テキスト ボックス 37">
            <a:extLst>
              <a:ext uri="{FF2B5EF4-FFF2-40B4-BE49-F238E27FC236}">
                <a16:creationId xmlns:a16="http://schemas.microsoft.com/office/drawing/2014/main" id="{D142A9C9-02AF-84FD-1FAE-061ED56FED80}"/>
              </a:ext>
            </a:extLst>
          </p:cNvPr>
          <p:cNvSpPr txBox="1"/>
          <p:nvPr/>
        </p:nvSpPr>
        <p:spPr>
          <a:xfrm>
            <a:off x="4520053" y="366528"/>
            <a:ext cx="814177" cy="307777"/>
          </a:xfrm>
          <a:prstGeom prst="rect">
            <a:avLst/>
          </a:prstGeom>
          <a:noFill/>
        </p:spPr>
        <p:txBody>
          <a:bodyPr wrap="square" rtlCol="0">
            <a:spAutoFit/>
          </a:bodyPr>
          <a:lstStyle/>
          <a:p>
            <a:r>
              <a:rPr kumimoji="1" lang="en-US" altLang="ja-JP" sz="1400"/>
              <a:t>2027</a:t>
            </a:r>
          </a:p>
        </p:txBody>
      </p:sp>
      <p:grpSp>
        <p:nvGrpSpPr>
          <p:cNvPr id="39" name="グループ化 38">
            <a:extLst>
              <a:ext uri="{FF2B5EF4-FFF2-40B4-BE49-F238E27FC236}">
                <a16:creationId xmlns:a16="http://schemas.microsoft.com/office/drawing/2014/main" id="{59D89E0A-133E-44F4-669B-719C0F8D35F5}"/>
              </a:ext>
            </a:extLst>
          </p:cNvPr>
          <p:cNvGrpSpPr/>
          <p:nvPr/>
        </p:nvGrpSpPr>
        <p:grpSpPr>
          <a:xfrm>
            <a:off x="277422" y="662976"/>
            <a:ext cx="11637156" cy="820894"/>
            <a:chOff x="277422" y="3292034"/>
            <a:chExt cx="11637156" cy="820894"/>
          </a:xfrm>
        </p:grpSpPr>
        <p:grpSp>
          <p:nvGrpSpPr>
            <p:cNvPr id="40" name="グループ化 39">
              <a:extLst>
                <a:ext uri="{FF2B5EF4-FFF2-40B4-BE49-F238E27FC236}">
                  <a16:creationId xmlns:a16="http://schemas.microsoft.com/office/drawing/2014/main" id="{0A6C455F-8AEE-1544-A088-283FC5B592E3}"/>
                </a:ext>
              </a:extLst>
            </p:cNvPr>
            <p:cNvGrpSpPr/>
            <p:nvPr/>
          </p:nvGrpSpPr>
          <p:grpSpPr>
            <a:xfrm>
              <a:off x="277422" y="3292034"/>
              <a:ext cx="11637156" cy="820894"/>
              <a:chOff x="286076" y="502183"/>
              <a:chExt cx="11637156" cy="820894"/>
            </a:xfrm>
          </p:grpSpPr>
          <p:sp>
            <p:nvSpPr>
              <p:cNvPr id="42" name="矢印: 五方向 41">
                <a:extLst>
                  <a:ext uri="{FF2B5EF4-FFF2-40B4-BE49-F238E27FC236}">
                    <a16:creationId xmlns:a16="http://schemas.microsoft.com/office/drawing/2014/main" id="{187F5F11-33CF-1A34-870B-BA240A70E02E}"/>
                  </a:ext>
                </a:extLst>
              </p:cNvPr>
              <p:cNvSpPr/>
              <p:nvPr/>
            </p:nvSpPr>
            <p:spPr>
              <a:xfrm>
                <a:off x="11091637" y="502183"/>
                <a:ext cx="831595"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cxnSp>
            <p:nvCxnSpPr>
              <p:cNvPr id="43" name="直線コネクタ 42">
                <a:extLst>
                  <a:ext uri="{FF2B5EF4-FFF2-40B4-BE49-F238E27FC236}">
                    <a16:creationId xmlns:a16="http://schemas.microsoft.com/office/drawing/2014/main" id="{7AF89257-06CD-966E-DF76-92EFFC07C957}"/>
                  </a:ext>
                </a:extLst>
              </p:cNvPr>
              <p:cNvCxnSpPr>
                <a:cxnSpLocks/>
              </p:cNvCxnSpPr>
              <p:nvPr/>
            </p:nvCxnSpPr>
            <p:spPr>
              <a:xfrm flipH="1">
                <a:off x="286076" y="1323077"/>
                <a:ext cx="11573995" cy="0"/>
              </a:xfrm>
              <a:prstGeom prst="line">
                <a:avLst/>
              </a:prstGeom>
              <a:ln w="38100">
                <a:solidFill>
                  <a:srgbClr val="7F7F7F"/>
                </a:solidFill>
                <a:prstDash val="solid"/>
              </a:ln>
            </p:spPr>
            <p:style>
              <a:lnRef idx="1">
                <a:schemeClr val="accent1"/>
              </a:lnRef>
              <a:fillRef idx="0">
                <a:schemeClr val="accent1"/>
              </a:fillRef>
              <a:effectRef idx="0">
                <a:schemeClr val="accent1"/>
              </a:effectRef>
              <a:fontRef idx="minor">
                <a:schemeClr val="tx1"/>
              </a:fontRef>
            </p:style>
          </p:cxnSp>
          <p:sp>
            <p:nvSpPr>
              <p:cNvPr id="44" name="正方形/長方形 43">
                <a:extLst>
                  <a:ext uri="{FF2B5EF4-FFF2-40B4-BE49-F238E27FC236}">
                    <a16:creationId xmlns:a16="http://schemas.microsoft.com/office/drawing/2014/main" id="{8F852918-AA4E-7D3E-1652-12F3997A6455}"/>
                  </a:ext>
                </a:extLst>
              </p:cNvPr>
              <p:cNvSpPr/>
              <p:nvPr/>
            </p:nvSpPr>
            <p:spPr>
              <a:xfrm>
                <a:off x="3176920" y="1073031"/>
                <a:ext cx="722973" cy="216000"/>
              </a:xfrm>
              <a:prstGeom prst="rect">
                <a:avLst/>
              </a:prstGeom>
              <a:solidFill>
                <a:srgbClr val="D0CECE"/>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11</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45" name="正方形/長方形 44">
                <a:extLst>
                  <a:ext uri="{FF2B5EF4-FFF2-40B4-BE49-F238E27FC236}">
                    <a16:creationId xmlns:a16="http://schemas.microsoft.com/office/drawing/2014/main" id="{C4B08D19-6AFD-F07D-4687-99E6FA017CB6}"/>
                  </a:ext>
                </a:extLst>
              </p:cNvPr>
              <p:cNvSpPr/>
              <p:nvPr/>
            </p:nvSpPr>
            <p:spPr>
              <a:xfrm>
                <a:off x="10394712" y="1072796"/>
                <a:ext cx="722973"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9</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46" name="正方形/長方形 45">
                <a:extLst>
                  <a:ext uri="{FF2B5EF4-FFF2-40B4-BE49-F238E27FC236}">
                    <a16:creationId xmlns:a16="http://schemas.microsoft.com/office/drawing/2014/main" id="{30F46EAA-D3D8-0FD9-6278-0E69889FF0CB}"/>
                  </a:ext>
                </a:extLst>
              </p:cNvPr>
              <p:cNvSpPr/>
              <p:nvPr/>
            </p:nvSpPr>
            <p:spPr>
              <a:xfrm>
                <a:off x="9673541" y="1072796"/>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8</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47" name="正方形/長方形 46">
                <a:extLst>
                  <a:ext uri="{FF2B5EF4-FFF2-40B4-BE49-F238E27FC236}">
                    <a16:creationId xmlns:a16="http://schemas.microsoft.com/office/drawing/2014/main" id="{DBFFA0E2-B37F-5256-65C6-C3C0D5E4A413}"/>
                  </a:ext>
                </a:extLst>
              </p:cNvPr>
              <p:cNvSpPr/>
              <p:nvPr/>
            </p:nvSpPr>
            <p:spPr>
              <a:xfrm>
                <a:off x="1006031"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8</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48" name="正方形/長方形 47">
                <a:extLst>
                  <a:ext uri="{FF2B5EF4-FFF2-40B4-BE49-F238E27FC236}">
                    <a16:creationId xmlns:a16="http://schemas.microsoft.com/office/drawing/2014/main" id="{F3951FA6-F72B-8A02-E017-F2503FA05451}"/>
                  </a:ext>
                </a:extLst>
              </p:cNvPr>
              <p:cNvSpPr/>
              <p:nvPr/>
            </p:nvSpPr>
            <p:spPr>
              <a:xfrm>
                <a:off x="1727420" y="1073031"/>
                <a:ext cx="722973"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9</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49" name="正方形/長方形 48">
                <a:extLst>
                  <a:ext uri="{FF2B5EF4-FFF2-40B4-BE49-F238E27FC236}">
                    <a16:creationId xmlns:a16="http://schemas.microsoft.com/office/drawing/2014/main" id="{BB9C238A-FC82-4477-2426-82C87C89BE0D}"/>
                  </a:ext>
                </a:extLst>
              </p:cNvPr>
              <p:cNvSpPr/>
              <p:nvPr/>
            </p:nvSpPr>
            <p:spPr>
              <a:xfrm>
                <a:off x="2452170"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10</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50" name="正方形/長方形 49">
                <a:extLst>
                  <a:ext uri="{FF2B5EF4-FFF2-40B4-BE49-F238E27FC236}">
                    <a16:creationId xmlns:a16="http://schemas.microsoft.com/office/drawing/2014/main" id="{D8EB9C98-99EB-FE93-1C68-5ADEE245489C}"/>
                  </a:ext>
                </a:extLst>
              </p:cNvPr>
              <p:cNvSpPr/>
              <p:nvPr/>
            </p:nvSpPr>
            <p:spPr>
              <a:xfrm>
                <a:off x="3902070"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12</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51" name="正方形/長方形 50">
                <a:extLst>
                  <a:ext uri="{FF2B5EF4-FFF2-40B4-BE49-F238E27FC236}">
                    <a16:creationId xmlns:a16="http://schemas.microsoft.com/office/drawing/2014/main" id="{A42FF884-B46F-A90F-08B8-5369731E3A73}"/>
                  </a:ext>
                </a:extLst>
              </p:cNvPr>
              <p:cNvSpPr/>
              <p:nvPr/>
            </p:nvSpPr>
            <p:spPr>
              <a:xfrm>
                <a:off x="4626820" y="1073031"/>
                <a:ext cx="722973"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1</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52" name="正方形/長方形 51">
                <a:extLst>
                  <a:ext uri="{FF2B5EF4-FFF2-40B4-BE49-F238E27FC236}">
                    <a16:creationId xmlns:a16="http://schemas.microsoft.com/office/drawing/2014/main" id="{59A7D2B2-394A-8DD6-66F5-636AC70AC93C}"/>
                  </a:ext>
                </a:extLst>
              </p:cNvPr>
              <p:cNvSpPr/>
              <p:nvPr/>
            </p:nvSpPr>
            <p:spPr>
              <a:xfrm>
                <a:off x="5349986"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2</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53" name="正方形/長方形 52">
                <a:extLst>
                  <a:ext uri="{FF2B5EF4-FFF2-40B4-BE49-F238E27FC236}">
                    <a16:creationId xmlns:a16="http://schemas.microsoft.com/office/drawing/2014/main" id="{E5DAE0CE-4BC4-0580-BA71-E15DFD05F9F6}"/>
                  </a:ext>
                </a:extLst>
              </p:cNvPr>
              <p:cNvSpPr/>
              <p:nvPr/>
            </p:nvSpPr>
            <p:spPr>
              <a:xfrm>
                <a:off x="6071375" y="1073031"/>
                <a:ext cx="722973"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3</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54" name="正方形/長方形 53">
                <a:extLst>
                  <a:ext uri="{FF2B5EF4-FFF2-40B4-BE49-F238E27FC236}">
                    <a16:creationId xmlns:a16="http://schemas.microsoft.com/office/drawing/2014/main" id="{703EE68D-0D94-746C-8796-76E9E0A45AAF}"/>
                  </a:ext>
                </a:extLst>
              </p:cNvPr>
              <p:cNvSpPr/>
              <p:nvPr/>
            </p:nvSpPr>
            <p:spPr>
              <a:xfrm>
                <a:off x="6796125"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4</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55" name="矢印: 五方向 54">
                <a:extLst>
                  <a:ext uri="{FF2B5EF4-FFF2-40B4-BE49-F238E27FC236}">
                    <a16:creationId xmlns:a16="http://schemas.microsoft.com/office/drawing/2014/main" id="{7707FC97-03FF-AFED-FACB-1FB325A289B6}"/>
                  </a:ext>
                </a:extLst>
              </p:cNvPr>
              <p:cNvSpPr/>
              <p:nvPr/>
            </p:nvSpPr>
            <p:spPr>
              <a:xfrm>
                <a:off x="9015033" y="507620"/>
                <a:ext cx="2240064"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Q3</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56" name="正方形/長方形 55">
                <a:extLst>
                  <a:ext uri="{FF2B5EF4-FFF2-40B4-BE49-F238E27FC236}">
                    <a16:creationId xmlns:a16="http://schemas.microsoft.com/office/drawing/2014/main" id="{80B6B85B-F477-913A-7DF1-B92C6B45C315}"/>
                  </a:ext>
                </a:extLst>
              </p:cNvPr>
              <p:cNvSpPr/>
              <p:nvPr/>
            </p:nvSpPr>
            <p:spPr>
              <a:xfrm>
                <a:off x="7523831" y="1073031"/>
                <a:ext cx="722973"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5</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57" name="正方形/長方形 56">
                <a:extLst>
                  <a:ext uri="{FF2B5EF4-FFF2-40B4-BE49-F238E27FC236}">
                    <a16:creationId xmlns:a16="http://schemas.microsoft.com/office/drawing/2014/main" id="{B36FCE56-D657-1760-2F69-8FF89EEC5520}"/>
                  </a:ext>
                </a:extLst>
              </p:cNvPr>
              <p:cNvSpPr/>
              <p:nvPr/>
            </p:nvSpPr>
            <p:spPr>
              <a:xfrm>
                <a:off x="8245220"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6</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58" name="正方形/長方形 57">
                <a:extLst>
                  <a:ext uri="{FF2B5EF4-FFF2-40B4-BE49-F238E27FC236}">
                    <a16:creationId xmlns:a16="http://schemas.microsoft.com/office/drawing/2014/main" id="{23EACC95-8176-8907-CC95-1C955DF5B2E9}"/>
                  </a:ext>
                </a:extLst>
              </p:cNvPr>
              <p:cNvSpPr/>
              <p:nvPr/>
            </p:nvSpPr>
            <p:spPr>
              <a:xfrm>
                <a:off x="347523" y="1073031"/>
                <a:ext cx="658726"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7</a:t>
                </a:r>
              </a:p>
            </p:txBody>
          </p:sp>
          <p:sp>
            <p:nvSpPr>
              <p:cNvPr id="59" name="正方形/長方形 58">
                <a:extLst>
                  <a:ext uri="{FF2B5EF4-FFF2-40B4-BE49-F238E27FC236}">
                    <a16:creationId xmlns:a16="http://schemas.microsoft.com/office/drawing/2014/main" id="{EDBB4F40-6420-093C-F44C-A5F8E4DFCFF1}"/>
                  </a:ext>
                </a:extLst>
              </p:cNvPr>
              <p:cNvSpPr/>
              <p:nvPr/>
            </p:nvSpPr>
            <p:spPr>
              <a:xfrm>
                <a:off x="8969970" y="1073031"/>
                <a:ext cx="703571" cy="213213"/>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7</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60" name="矢印: 五方向 59">
                <a:extLst>
                  <a:ext uri="{FF2B5EF4-FFF2-40B4-BE49-F238E27FC236}">
                    <a16:creationId xmlns:a16="http://schemas.microsoft.com/office/drawing/2014/main" id="{DEC9E4B7-03D7-4D9F-3A57-AE7757770376}"/>
                  </a:ext>
                </a:extLst>
              </p:cNvPr>
              <p:cNvSpPr/>
              <p:nvPr/>
            </p:nvSpPr>
            <p:spPr>
              <a:xfrm>
                <a:off x="6841188" y="507620"/>
                <a:ext cx="2345348"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Q2</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61" name="矢印: 五方向 60">
                <a:extLst>
                  <a:ext uri="{FF2B5EF4-FFF2-40B4-BE49-F238E27FC236}">
                    <a16:creationId xmlns:a16="http://schemas.microsoft.com/office/drawing/2014/main" id="{6FA12131-AD26-977F-D35B-E7EC09DD40DB}"/>
                  </a:ext>
                </a:extLst>
              </p:cNvPr>
              <p:cNvSpPr/>
              <p:nvPr/>
            </p:nvSpPr>
            <p:spPr>
              <a:xfrm>
                <a:off x="4671883" y="507620"/>
                <a:ext cx="2345348"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Q1</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62" name="矢印: 五方向 61">
                <a:extLst>
                  <a:ext uri="{FF2B5EF4-FFF2-40B4-BE49-F238E27FC236}">
                    <a16:creationId xmlns:a16="http://schemas.microsoft.com/office/drawing/2014/main" id="{CEA1689C-93A0-BDCA-8343-B35C3FAE5EF2}"/>
                  </a:ext>
                </a:extLst>
              </p:cNvPr>
              <p:cNvSpPr/>
              <p:nvPr/>
            </p:nvSpPr>
            <p:spPr>
              <a:xfrm>
                <a:off x="2500994" y="507620"/>
                <a:ext cx="2345348"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Q4</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63" name="矢印: 五方向 62">
                <a:extLst>
                  <a:ext uri="{FF2B5EF4-FFF2-40B4-BE49-F238E27FC236}">
                    <a16:creationId xmlns:a16="http://schemas.microsoft.com/office/drawing/2014/main" id="{FE07BA7A-63F9-80BF-E1B3-B82C055B41C0}"/>
                  </a:ext>
                </a:extLst>
              </p:cNvPr>
              <p:cNvSpPr/>
              <p:nvPr/>
            </p:nvSpPr>
            <p:spPr>
              <a:xfrm>
                <a:off x="330105" y="507620"/>
                <a:ext cx="2345348"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Q3</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64" name="矢印: 五方向 63">
                <a:extLst>
                  <a:ext uri="{FF2B5EF4-FFF2-40B4-BE49-F238E27FC236}">
                    <a16:creationId xmlns:a16="http://schemas.microsoft.com/office/drawing/2014/main" id="{CCBD4C30-132B-A8C6-3B9E-C4EDD3CD696A}"/>
                  </a:ext>
                </a:extLst>
              </p:cNvPr>
              <p:cNvSpPr/>
              <p:nvPr/>
            </p:nvSpPr>
            <p:spPr>
              <a:xfrm>
                <a:off x="9673541" y="784903"/>
                <a:ext cx="2240064" cy="260468"/>
              </a:xfrm>
              <a:prstGeom prst="homePlate">
                <a:avLst/>
              </a:prstGeom>
              <a:solidFill>
                <a:schemeClr val="accent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TWQ1</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65" name="矢印: 五方向 64">
                <a:extLst>
                  <a:ext uri="{FF2B5EF4-FFF2-40B4-BE49-F238E27FC236}">
                    <a16:creationId xmlns:a16="http://schemas.microsoft.com/office/drawing/2014/main" id="{02DDA22F-846E-E622-0D61-15483853343D}"/>
                  </a:ext>
                </a:extLst>
              </p:cNvPr>
              <p:cNvSpPr/>
              <p:nvPr/>
            </p:nvSpPr>
            <p:spPr>
              <a:xfrm>
                <a:off x="7499696" y="784903"/>
                <a:ext cx="2345348" cy="260468"/>
              </a:xfrm>
              <a:prstGeom prst="homePlate">
                <a:avLst/>
              </a:prstGeom>
              <a:solidFill>
                <a:schemeClr val="accent5">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TWQ4</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66" name="矢印: 五方向 65">
                <a:extLst>
                  <a:ext uri="{FF2B5EF4-FFF2-40B4-BE49-F238E27FC236}">
                    <a16:creationId xmlns:a16="http://schemas.microsoft.com/office/drawing/2014/main" id="{4C1C7E1F-67D2-66BC-4359-0D846C5A2922}"/>
                  </a:ext>
                </a:extLst>
              </p:cNvPr>
              <p:cNvSpPr/>
              <p:nvPr/>
            </p:nvSpPr>
            <p:spPr>
              <a:xfrm>
                <a:off x="5330391" y="784903"/>
                <a:ext cx="2345348" cy="260468"/>
              </a:xfrm>
              <a:prstGeom prst="homePlate">
                <a:avLst/>
              </a:prstGeom>
              <a:solidFill>
                <a:schemeClr val="accent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TWQ3</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67" name="矢印: 五方向 66">
                <a:extLst>
                  <a:ext uri="{FF2B5EF4-FFF2-40B4-BE49-F238E27FC236}">
                    <a16:creationId xmlns:a16="http://schemas.microsoft.com/office/drawing/2014/main" id="{F7E557B0-A6EB-0F6F-BE3E-3151E442828D}"/>
                  </a:ext>
                </a:extLst>
              </p:cNvPr>
              <p:cNvSpPr/>
              <p:nvPr/>
            </p:nvSpPr>
            <p:spPr>
              <a:xfrm>
                <a:off x="3159502" y="784903"/>
                <a:ext cx="2345348" cy="260468"/>
              </a:xfrm>
              <a:prstGeom prst="homePlate">
                <a:avLst/>
              </a:prstGeom>
              <a:solidFill>
                <a:schemeClr val="accent5">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TWQ2</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68" name="矢印: 五方向 67">
                <a:extLst>
                  <a:ext uri="{FF2B5EF4-FFF2-40B4-BE49-F238E27FC236}">
                    <a16:creationId xmlns:a16="http://schemas.microsoft.com/office/drawing/2014/main" id="{8261C170-4360-FFC4-A0D7-5EF65FD5E6BD}"/>
                  </a:ext>
                </a:extLst>
              </p:cNvPr>
              <p:cNvSpPr/>
              <p:nvPr/>
            </p:nvSpPr>
            <p:spPr>
              <a:xfrm>
                <a:off x="988613" y="784903"/>
                <a:ext cx="2345348" cy="260468"/>
              </a:xfrm>
              <a:prstGeom prst="homePlate">
                <a:avLst/>
              </a:prstGeom>
              <a:solidFill>
                <a:schemeClr val="accent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TWQ1</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69" name="矢印: 五方向 68">
                <a:extLst>
                  <a:ext uri="{FF2B5EF4-FFF2-40B4-BE49-F238E27FC236}">
                    <a16:creationId xmlns:a16="http://schemas.microsoft.com/office/drawing/2014/main" id="{71BA655A-0440-52B6-2357-D7018C2E3F76}"/>
                  </a:ext>
                </a:extLst>
              </p:cNvPr>
              <p:cNvSpPr/>
              <p:nvPr/>
            </p:nvSpPr>
            <p:spPr>
              <a:xfrm>
                <a:off x="330105" y="784742"/>
                <a:ext cx="831595" cy="260468"/>
              </a:xfrm>
              <a:prstGeom prst="homePlate">
                <a:avLst/>
              </a:prstGeom>
              <a:solidFill>
                <a:schemeClr val="accent5">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grpSp>
        <p:sp>
          <p:nvSpPr>
            <p:cNvPr id="41" name="正方形/長方形 40">
              <a:extLst>
                <a:ext uri="{FF2B5EF4-FFF2-40B4-BE49-F238E27FC236}">
                  <a16:creationId xmlns:a16="http://schemas.microsoft.com/office/drawing/2014/main" id="{AB26E9C7-B605-815F-B375-F6FDE8296A39}"/>
                </a:ext>
              </a:extLst>
            </p:cNvPr>
            <p:cNvSpPr/>
            <p:nvPr/>
          </p:nvSpPr>
          <p:spPr>
            <a:xfrm>
              <a:off x="11114980" y="3862554"/>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10</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grpSp>
      <p:sp>
        <p:nvSpPr>
          <p:cNvPr id="70" name="矢印: 五方向 69">
            <a:extLst>
              <a:ext uri="{FF2B5EF4-FFF2-40B4-BE49-F238E27FC236}">
                <a16:creationId xmlns:a16="http://schemas.microsoft.com/office/drawing/2014/main" id="{9EECF6A4-9217-E850-DA50-4F4F3C688165}"/>
              </a:ext>
            </a:extLst>
          </p:cNvPr>
          <p:cNvSpPr/>
          <p:nvPr/>
        </p:nvSpPr>
        <p:spPr>
          <a:xfrm>
            <a:off x="6511973" y="1975725"/>
            <a:ext cx="5238947" cy="295838"/>
          </a:xfrm>
          <a:prstGeom prst="homePlate">
            <a:avLst/>
          </a:prstGeom>
          <a:solidFill>
            <a:schemeClr val="tx1">
              <a:lumMod val="50000"/>
              <a:lumOff val="5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ja-JP" sz="1200">
                <a:latin typeface="メイリオ" panose="020B0604030504040204" pitchFamily="50" charset="-128"/>
                <a:ea typeface="メイリオ" panose="020B0604030504040204" pitchFamily="50" charset="-128"/>
              </a:rPr>
              <a:t>Intel</a:t>
            </a:r>
            <a:r>
              <a:rPr kumimoji="1" lang="en-US" altLang="ja-JP" sz="1200">
                <a:latin typeface="メイリオ" panose="020B0604030504040204" pitchFamily="50" charset="-128"/>
                <a:ea typeface="メイリオ" panose="020B0604030504040204" pitchFamily="50" charset="-128"/>
              </a:rPr>
              <a:t> NOVA LAKE</a:t>
            </a:r>
            <a:r>
              <a:rPr kumimoji="1" lang="ja-JP" altLang="en-US" sz="1200">
                <a:latin typeface="メイリオ" panose="020B0604030504040204" pitchFamily="50" charset="-128"/>
                <a:ea typeface="メイリオ" panose="020B0604030504040204" pitchFamily="50" charset="-128"/>
              </a:rPr>
              <a:t>「</a:t>
            </a:r>
            <a:r>
              <a:rPr kumimoji="1" lang="en-US" altLang="ja-JP" sz="1200">
                <a:latin typeface="メイリオ" panose="020B0604030504040204" pitchFamily="50" charset="-128"/>
                <a:ea typeface="メイリオ" panose="020B0604030504040204" pitchFamily="50" charset="-128"/>
              </a:rPr>
              <a:t>H</a:t>
            </a:r>
            <a:r>
              <a:rPr kumimoji="1" lang="ja-JP" altLang="en-US" sz="1200">
                <a:latin typeface="メイリオ" panose="020B0604030504040204" pitchFamily="50" charset="-128"/>
                <a:ea typeface="メイリオ" panose="020B0604030504040204" pitchFamily="50" charset="-128"/>
              </a:rPr>
              <a:t>」モデル（</a:t>
            </a:r>
            <a:r>
              <a:rPr kumimoji="1" lang="en-US" altLang="ja-JP" sz="1200">
                <a:latin typeface="メイリオ" panose="020B0604030504040204" pitchFamily="50" charset="-128"/>
                <a:ea typeface="メイリオ" panose="020B0604030504040204" pitchFamily="50" charset="-128"/>
              </a:rPr>
              <a:t>G/C</a:t>
            </a:r>
            <a:r>
              <a:rPr kumimoji="1" lang="ja-JP" altLang="en-US" sz="1200">
                <a:latin typeface="メイリオ" panose="020B0604030504040204" pitchFamily="50" charset="-128"/>
                <a:ea typeface="メイリオ" panose="020B0604030504040204" pitchFamily="50" charset="-128"/>
              </a:rPr>
              <a:t>兼用）</a:t>
            </a:r>
            <a:endParaRPr kumimoji="1" lang="en-US" altLang="ja-JP" sz="1200">
              <a:latin typeface="メイリオ" panose="020B0604030504040204" pitchFamily="50" charset="-128"/>
              <a:ea typeface="メイリオ" panose="020B0604030504040204" pitchFamily="50" charset="-128"/>
            </a:endParaRPr>
          </a:p>
        </p:txBody>
      </p:sp>
      <p:sp>
        <p:nvSpPr>
          <p:cNvPr id="74" name="テキスト ボックス 73">
            <a:extLst>
              <a:ext uri="{FF2B5EF4-FFF2-40B4-BE49-F238E27FC236}">
                <a16:creationId xmlns:a16="http://schemas.microsoft.com/office/drawing/2014/main" id="{392A700B-C2CF-586B-0AD9-BDA2F4466DAC}"/>
              </a:ext>
            </a:extLst>
          </p:cNvPr>
          <p:cNvSpPr txBox="1"/>
          <p:nvPr/>
        </p:nvSpPr>
        <p:spPr>
          <a:xfrm>
            <a:off x="181160" y="133644"/>
            <a:ext cx="2259008" cy="369332"/>
          </a:xfrm>
          <a:prstGeom prst="rect">
            <a:avLst/>
          </a:prstGeom>
          <a:noFill/>
        </p:spPr>
        <p:txBody>
          <a:bodyPr wrap="square" rtlCol="0">
            <a:spAutoFit/>
          </a:bodyPr>
          <a:lstStyle/>
          <a:p>
            <a:r>
              <a:rPr lang="en-US" altLang="ja-JP" b="1"/>
              <a:t>N</a:t>
            </a:r>
            <a:r>
              <a:rPr kumimoji="1" lang="ja-JP" altLang="en-US" b="1"/>
              <a:t>シリーズ </a:t>
            </a:r>
            <a:r>
              <a:rPr kumimoji="1" lang="en-US" altLang="ja-JP" b="1"/>
              <a:t>-C</a:t>
            </a:r>
            <a:endParaRPr kumimoji="1" lang="ja-JP" altLang="en-US" b="1"/>
          </a:p>
        </p:txBody>
      </p:sp>
      <p:sp>
        <p:nvSpPr>
          <p:cNvPr id="75" name="矢印: 五方向 74">
            <a:extLst>
              <a:ext uri="{FF2B5EF4-FFF2-40B4-BE49-F238E27FC236}">
                <a16:creationId xmlns:a16="http://schemas.microsoft.com/office/drawing/2014/main" id="{312897F4-DAD0-669C-BEC0-89F1D69467FD}"/>
              </a:ext>
            </a:extLst>
          </p:cNvPr>
          <p:cNvSpPr/>
          <p:nvPr/>
        </p:nvSpPr>
        <p:spPr>
          <a:xfrm>
            <a:off x="333590" y="4002185"/>
            <a:ext cx="6152444" cy="288000"/>
          </a:xfrm>
          <a:prstGeom prst="homePlate">
            <a:avLst/>
          </a:prstGeom>
          <a:solidFill>
            <a:srgbClr val="2F5597"/>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ja-JP" altLang="en-US" sz="1200" b="1">
                <a:latin typeface="メイリオ" panose="020B0604030504040204" pitchFamily="50" charset="-128"/>
                <a:ea typeface="メイリオ" panose="020B0604030504040204" pitchFamily="50" charset="-128"/>
              </a:rPr>
              <a:t>１０：</a:t>
            </a:r>
            <a:r>
              <a:rPr lang="en-US" altLang="ja-JP" sz="1200" b="1">
                <a:latin typeface="メイリオ" panose="020B0604030504040204" pitchFamily="50" charset="-128"/>
                <a:ea typeface="メイリオ" panose="020B0604030504040204" pitchFamily="50" charset="-128"/>
              </a:rPr>
              <a:t>NDR9L-IG-C4</a:t>
            </a:r>
            <a:r>
              <a:rPr lang="ja-JP" altLang="en-US" sz="900">
                <a:latin typeface="メイリオ" panose="020B0604030504040204" pitchFamily="50" charset="-128"/>
                <a:ea typeface="メイリオ" panose="020B0604030504040204" pitchFamily="50" charset="-128"/>
              </a:rPr>
              <a:t>（</a:t>
            </a:r>
            <a:r>
              <a:rPr lang="en-US" altLang="ja-JP" sz="900">
                <a:latin typeface="メイリオ" panose="020B0604030504040204" pitchFamily="50" charset="-128"/>
                <a:ea typeface="メイリオ" panose="020B0604030504040204" pitchFamily="50" charset="-128"/>
              </a:rPr>
              <a:t>CLE V54: 14” Ryzen AI 9 HX470 + </a:t>
            </a:r>
            <a:r>
              <a:rPr lang="en-US" altLang="ja-JP" sz="900" err="1">
                <a:latin typeface="メイリオ" panose="020B0604030504040204" pitchFamily="50" charset="-128"/>
                <a:ea typeface="メイリオ" panose="020B0604030504040204" pitchFamily="50" charset="-128"/>
              </a:rPr>
              <a:t>iGPU</a:t>
            </a:r>
            <a:endParaRPr kumimoji="1" lang="en-US" altLang="ja-JP" sz="900">
              <a:latin typeface="メイリオ" panose="020B0604030504040204" pitchFamily="50" charset="-128"/>
              <a:ea typeface="メイリオ" panose="020B0604030504040204" pitchFamily="50" charset="-128"/>
            </a:endParaRPr>
          </a:p>
        </p:txBody>
      </p:sp>
      <p:sp>
        <p:nvSpPr>
          <p:cNvPr id="76" name="矢印: 五方向 75">
            <a:extLst>
              <a:ext uri="{FF2B5EF4-FFF2-40B4-BE49-F238E27FC236}">
                <a16:creationId xmlns:a16="http://schemas.microsoft.com/office/drawing/2014/main" id="{AF7FEE12-59BE-80F8-EBA3-738BFA764A17}"/>
              </a:ext>
            </a:extLst>
          </p:cNvPr>
          <p:cNvSpPr/>
          <p:nvPr/>
        </p:nvSpPr>
        <p:spPr>
          <a:xfrm>
            <a:off x="2039513" y="6189587"/>
            <a:ext cx="9677165" cy="288000"/>
          </a:xfrm>
          <a:prstGeom prst="homePlat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ja-JP" altLang="en-US" sz="1200" b="1">
                <a:latin typeface="メイリオ" panose="020B0604030504040204" pitchFamily="50" charset="-128"/>
                <a:ea typeface="メイリオ" panose="020B0604030504040204" pitchFamily="50" charset="-128"/>
              </a:rPr>
              <a:t>２０：</a:t>
            </a:r>
            <a:r>
              <a:rPr lang="en-US" altLang="ja-JP" sz="1200" b="1">
                <a:latin typeface="メイリオ" panose="020B0604030504040204" pitchFamily="50" charset="-128"/>
                <a:ea typeface="メイリオ" panose="020B0604030504040204" pitchFamily="50" charset="-128"/>
              </a:rPr>
              <a:t>N</a:t>
            </a:r>
            <a:r>
              <a:rPr kumimoji="1" lang="en-US" altLang="ja-JP" sz="1200" b="1">
                <a:latin typeface="メイリオ" panose="020B0604030504040204" pitchFamily="50" charset="-128"/>
                <a:ea typeface="メイリオ" panose="020B0604030504040204" pitchFamily="50" charset="-128"/>
              </a:rPr>
              <a:t>SC5L-IG-C4</a:t>
            </a:r>
          </a:p>
          <a:p>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WZN </a:t>
            </a:r>
            <a:r>
              <a:rPr lang="ja-JP" altLang="en-US" sz="800">
                <a:latin typeface="メイリオ" panose="020B0604030504040204" pitchFamily="50" charset="-128"/>
                <a:ea typeface="メイリオ" panose="020B0604030504040204" pitchFamily="50" charset="-128"/>
              </a:rPr>
              <a:t> </a:t>
            </a:r>
            <a:r>
              <a:rPr lang="en-US" altLang="ja-JP" sz="800">
                <a:latin typeface="メイリオ" panose="020B0604030504040204" pitchFamily="50" charset="-128"/>
                <a:ea typeface="メイリオ" panose="020B0604030504040204" pitchFamily="50" charset="-128"/>
              </a:rPr>
              <a:t>A14JG</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14”</a:t>
            </a:r>
            <a:r>
              <a:rPr lang="ja-JP" altLang="en-US" sz="800">
                <a:latin typeface="メイリオ" panose="020B0604030504040204" pitchFamily="50" charset="-128"/>
                <a:ea typeface="メイリオ" panose="020B0604030504040204" pitchFamily="50" charset="-128"/>
              </a:rPr>
              <a:t> </a:t>
            </a:r>
            <a:r>
              <a:rPr lang="en-US" altLang="ja-JP" sz="800">
                <a:latin typeface="メイリオ" panose="020B0604030504040204" pitchFamily="50" charset="-128"/>
                <a:ea typeface="メイリオ" panose="020B0604030504040204" pitchFamily="50" charset="-128"/>
              </a:rPr>
              <a:t>Core</a:t>
            </a:r>
            <a:r>
              <a:rPr lang="ja-JP" altLang="en-US" sz="800">
                <a:latin typeface="メイリオ" panose="020B0604030504040204" pitchFamily="50" charset="-128"/>
                <a:ea typeface="メイリオ" panose="020B0604030504040204" pitchFamily="50" charset="-128"/>
              </a:rPr>
              <a:t> </a:t>
            </a:r>
            <a:r>
              <a:rPr lang="en-US" altLang="ja-JP" sz="800">
                <a:latin typeface="メイリオ" panose="020B0604030504040204" pitchFamily="50" charset="-128"/>
                <a:ea typeface="メイリオ" panose="020B0604030504040204" pitchFamily="50" charset="-128"/>
              </a:rPr>
              <a:t>5</a:t>
            </a:r>
            <a:r>
              <a:rPr lang="ja-JP" altLang="en-US" sz="800">
                <a:latin typeface="メイリオ" panose="020B0604030504040204" pitchFamily="50" charset="-128"/>
                <a:ea typeface="メイリオ" panose="020B0604030504040204" pitchFamily="50" charset="-128"/>
              </a:rPr>
              <a:t> </a:t>
            </a:r>
            <a:r>
              <a:rPr lang="en-US" altLang="ja-JP" sz="800">
                <a:latin typeface="メイリオ" panose="020B0604030504040204" pitchFamily="50" charset="-128"/>
                <a:ea typeface="メイリオ" panose="020B0604030504040204" pitchFamily="50" charset="-128"/>
              </a:rPr>
              <a:t>2xxU + </a:t>
            </a:r>
            <a:r>
              <a:rPr lang="en-US" altLang="ja-JP" sz="800" err="1">
                <a:latin typeface="メイリオ" panose="020B0604030504040204" pitchFamily="50" charset="-128"/>
                <a:ea typeface="メイリオ" panose="020B0604030504040204" pitchFamily="50" charset="-128"/>
              </a:rPr>
              <a:t>iGPU</a:t>
            </a:r>
            <a:endParaRPr kumimoji="1" lang="en-US" altLang="ja-JP" sz="900" b="1">
              <a:latin typeface="メイリオ" panose="020B0604030504040204" pitchFamily="50" charset="-128"/>
              <a:ea typeface="メイリオ" panose="020B0604030504040204" pitchFamily="50" charset="-128"/>
            </a:endParaRPr>
          </a:p>
        </p:txBody>
      </p:sp>
      <p:sp>
        <p:nvSpPr>
          <p:cNvPr id="77" name="矢印: 五方向 76">
            <a:extLst>
              <a:ext uri="{FF2B5EF4-FFF2-40B4-BE49-F238E27FC236}">
                <a16:creationId xmlns:a16="http://schemas.microsoft.com/office/drawing/2014/main" id="{C76815CC-3E9B-2E9A-D4A0-1C1CC0250CA2}"/>
              </a:ext>
            </a:extLst>
          </p:cNvPr>
          <p:cNvSpPr/>
          <p:nvPr/>
        </p:nvSpPr>
        <p:spPr>
          <a:xfrm>
            <a:off x="6520277" y="4002185"/>
            <a:ext cx="5238947" cy="287830"/>
          </a:xfrm>
          <a:prstGeom prst="homePlate">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en-US" altLang="ja-JP" sz="1200">
                <a:latin typeface="メイリオ" panose="020B0604030504040204" pitchFamily="50" charset="-128"/>
                <a:ea typeface="メイリオ" panose="020B0604030504040204" pitchFamily="50" charset="-128"/>
              </a:rPr>
              <a:t>14</a:t>
            </a:r>
            <a:r>
              <a:rPr kumimoji="1" lang="ja-JP" altLang="en-US" sz="1200">
                <a:latin typeface="メイリオ" panose="020B0604030504040204" pitchFamily="50" charset="-128"/>
                <a:ea typeface="メイリオ" panose="020B0604030504040204" pitchFamily="50" charset="-128"/>
              </a:rPr>
              <a:t>インチ高性能モデル</a:t>
            </a:r>
            <a:endParaRPr kumimoji="1" lang="en-US" altLang="ja-JP" sz="1200">
              <a:latin typeface="メイリオ" panose="020B0604030504040204" pitchFamily="50" charset="-128"/>
              <a:ea typeface="メイリオ" panose="020B0604030504040204" pitchFamily="50" charset="-128"/>
            </a:endParaRPr>
          </a:p>
        </p:txBody>
      </p:sp>
      <p:sp>
        <p:nvSpPr>
          <p:cNvPr id="78" name="矢印: 五方向 77">
            <a:extLst>
              <a:ext uri="{FF2B5EF4-FFF2-40B4-BE49-F238E27FC236}">
                <a16:creationId xmlns:a16="http://schemas.microsoft.com/office/drawing/2014/main" id="{8A81103D-0262-0069-FD3D-66856B9737F6}"/>
              </a:ext>
            </a:extLst>
          </p:cNvPr>
          <p:cNvSpPr/>
          <p:nvPr/>
        </p:nvSpPr>
        <p:spPr>
          <a:xfrm>
            <a:off x="354050" y="4942303"/>
            <a:ext cx="1372937" cy="288000"/>
          </a:xfrm>
          <a:prstGeom prst="homePlate">
            <a:avLst/>
          </a:prstGeom>
          <a:solidFill>
            <a:srgbClr val="2F5597"/>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en-US" altLang="ja-JP" sz="1200" b="1">
                <a:latin typeface="メイリオ" panose="020B0604030504040204" pitchFamily="50" charset="-128"/>
                <a:ea typeface="メイリオ" panose="020B0604030504040204" pitchFamily="50" charset="-128"/>
              </a:rPr>
              <a:t>RL7C-R56-5N</a:t>
            </a:r>
          </a:p>
          <a:p>
            <a:pPr algn="l"/>
            <a:r>
              <a:rPr kumimoji="1" lang="ja-JP" altLang="en-US" sz="900">
                <a:latin typeface="メイリオ" panose="020B0604030504040204" pitchFamily="50" charset="-128"/>
                <a:ea typeface="メイリオ" panose="020B0604030504040204" pitchFamily="50" charset="-128"/>
              </a:rPr>
              <a:t>（</a:t>
            </a:r>
            <a:r>
              <a:rPr kumimoji="1" lang="en-US" altLang="ja-JP" sz="900">
                <a:latin typeface="メイリオ" panose="020B0604030504040204" pitchFamily="50" charset="-128"/>
                <a:ea typeface="メイリオ" panose="020B0604030504040204" pitchFamily="50" charset="-128"/>
              </a:rPr>
              <a:t>CLE </a:t>
            </a:r>
            <a:r>
              <a:rPr lang="en-US" altLang="ja-JP" sz="900">
                <a:latin typeface="メイリオ" panose="020B0604030504040204" pitchFamily="50" charset="-128"/>
                <a:ea typeface="メイリオ" panose="020B0604030504040204" pitchFamily="50" charset="-128"/>
              </a:rPr>
              <a:t>V35</a:t>
            </a:r>
            <a:r>
              <a:rPr kumimoji="1" lang="en-US" altLang="ja-JP" sz="900">
                <a:latin typeface="メイリオ" panose="020B0604030504040204" pitchFamily="50" charset="-128"/>
                <a:ea typeface="メイリオ" panose="020B0604030504040204" pitchFamily="50" charset="-128"/>
              </a:rPr>
              <a:t> 5060</a:t>
            </a:r>
          </a:p>
        </p:txBody>
      </p:sp>
      <p:sp>
        <p:nvSpPr>
          <p:cNvPr id="79" name="矢印: 五方向 78">
            <a:extLst>
              <a:ext uri="{FF2B5EF4-FFF2-40B4-BE49-F238E27FC236}">
                <a16:creationId xmlns:a16="http://schemas.microsoft.com/office/drawing/2014/main" id="{AC1A0A5C-37C3-0CE8-D78E-EB8ABEB155C5}"/>
              </a:ext>
            </a:extLst>
          </p:cNvPr>
          <p:cNvSpPr/>
          <p:nvPr/>
        </p:nvSpPr>
        <p:spPr>
          <a:xfrm>
            <a:off x="8161500" y="4942303"/>
            <a:ext cx="3580055" cy="763332"/>
          </a:xfrm>
          <a:prstGeom prst="homePlate">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ja-JP" sz="1200">
                <a:latin typeface="メイリオ" panose="020B0604030504040204" pitchFamily="50" charset="-128"/>
                <a:ea typeface="メイリオ" panose="020B0604030504040204" pitchFamily="50" charset="-128"/>
              </a:rPr>
              <a:t>TBD CPU/GPU</a:t>
            </a:r>
            <a:r>
              <a:rPr lang="ja-JP" altLang="en-US" sz="1200">
                <a:latin typeface="メイリオ" panose="020B0604030504040204" pitchFamily="50" charset="-128"/>
                <a:ea typeface="メイリオ" panose="020B0604030504040204" pitchFamily="50" charset="-128"/>
              </a:rPr>
              <a:t>状況に応じて</a:t>
            </a:r>
            <a:r>
              <a:rPr lang="en-US" altLang="ja-JP" sz="1200">
                <a:latin typeface="メイリオ" panose="020B0604030504040204" pitchFamily="50" charset="-128"/>
                <a:ea typeface="メイリオ" panose="020B0604030504040204" pitchFamily="50" charset="-128"/>
              </a:rPr>
              <a:t>ID</a:t>
            </a:r>
            <a:r>
              <a:rPr lang="ja-JP" altLang="en-US" sz="1200">
                <a:latin typeface="メイリオ" panose="020B0604030504040204" pitchFamily="50" charset="-128"/>
                <a:ea typeface="メイリオ" panose="020B0604030504040204" pitchFamily="50" charset="-128"/>
              </a:rPr>
              <a:t>選定</a:t>
            </a:r>
            <a:endParaRPr kumimoji="1" lang="en-US" altLang="ja-JP" sz="1200">
              <a:latin typeface="メイリオ" panose="020B0604030504040204" pitchFamily="50" charset="-128"/>
              <a:ea typeface="メイリオ" panose="020B0604030504040204" pitchFamily="50" charset="-128"/>
            </a:endParaRPr>
          </a:p>
        </p:txBody>
      </p:sp>
      <p:sp>
        <p:nvSpPr>
          <p:cNvPr id="88" name="矢印: 五方向 87">
            <a:extLst>
              <a:ext uri="{FF2B5EF4-FFF2-40B4-BE49-F238E27FC236}">
                <a16:creationId xmlns:a16="http://schemas.microsoft.com/office/drawing/2014/main" id="{CE4511B4-B5A9-227D-FC68-B6803B57545C}"/>
              </a:ext>
            </a:extLst>
          </p:cNvPr>
          <p:cNvSpPr/>
          <p:nvPr/>
        </p:nvSpPr>
        <p:spPr>
          <a:xfrm>
            <a:off x="309105" y="2948607"/>
            <a:ext cx="6152444" cy="288000"/>
          </a:xfrm>
          <a:prstGeom prst="homePlate">
            <a:avLst/>
          </a:prstGeom>
          <a:solidFill>
            <a:srgbClr val="2F5597"/>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en-US" altLang="ja-JP" sz="1200" b="1">
                <a:latin typeface="メイリオ" panose="020B0604030504040204" pitchFamily="50" charset="-128"/>
                <a:ea typeface="メイリオ" panose="020B0604030504040204" pitchFamily="50" charset="-128"/>
              </a:rPr>
              <a:t>ZL9C-R57-C7</a:t>
            </a:r>
            <a:r>
              <a:rPr kumimoji="1" lang="ja-JP" altLang="en-US" sz="900">
                <a:latin typeface="メイリオ" panose="020B0604030504040204" pitchFamily="50" charset="-128"/>
                <a:ea typeface="メイリオ" panose="020B0604030504040204" pitchFamily="50" charset="-128"/>
              </a:rPr>
              <a:t>（</a:t>
            </a:r>
            <a:r>
              <a:rPr kumimoji="1" lang="en-US" altLang="ja-JP" sz="900">
                <a:latin typeface="メイリオ" panose="020B0604030504040204" pitchFamily="50" charset="-128"/>
                <a:ea typeface="メイリオ" panose="020B0604030504040204" pitchFamily="50" charset="-128"/>
              </a:rPr>
              <a:t>CLE V37: 17” Core i9-14900HX + RTX 5070</a:t>
            </a:r>
            <a:r>
              <a:rPr kumimoji="1" lang="ja-JP" altLang="en-US" sz="900">
                <a:latin typeface="メイリオ" panose="020B0604030504040204" pitchFamily="50" charset="-128"/>
                <a:ea typeface="メイリオ" panose="020B0604030504040204" pitchFamily="50" charset="-128"/>
              </a:rPr>
              <a:t>　</a:t>
            </a:r>
            <a:endParaRPr kumimoji="1" lang="en-US" altLang="ja-JP" sz="900">
              <a:latin typeface="メイリオ" panose="020B0604030504040204" pitchFamily="50" charset="-128"/>
              <a:ea typeface="メイリオ" panose="020B0604030504040204" pitchFamily="50" charset="-128"/>
            </a:endParaRPr>
          </a:p>
        </p:txBody>
      </p:sp>
      <p:sp>
        <p:nvSpPr>
          <p:cNvPr id="89" name="矢印: 五方向 88">
            <a:extLst>
              <a:ext uri="{FF2B5EF4-FFF2-40B4-BE49-F238E27FC236}">
                <a16:creationId xmlns:a16="http://schemas.microsoft.com/office/drawing/2014/main" id="{BA35F161-6253-81C1-D6E0-6630CAFFCCC7}"/>
              </a:ext>
            </a:extLst>
          </p:cNvPr>
          <p:cNvSpPr/>
          <p:nvPr/>
        </p:nvSpPr>
        <p:spPr>
          <a:xfrm>
            <a:off x="331066" y="3637717"/>
            <a:ext cx="2108158" cy="288000"/>
          </a:xfrm>
          <a:prstGeom prst="homePlate">
            <a:avLst/>
          </a:prstGeom>
          <a:solidFill>
            <a:srgbClr val="2F5597"/>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en-US" altLang="ja-JP" sz="1200" b="1">
                <a:latin typeface="メイリオ" panose="020B0604030504040204" pitchFamily="50" charset="-128"/>
                <a:ea typeface="メイリオ" panose="020B0604030504040204" pitchFamily="50" charset="-128"/>
              </a:rPr>
              <a:t>XL7C-R56-C6A</a:t>
            </a:r>
            <a:endParaRPr kumimoji="1" lang="en-US" altLang="ja-JP" sz="900">
              <a:latin typeface="メイリオ" panose="020B0604030504040204" pitchFamily="50" charset="-128"/>
              <a:ea typeface="メイリオ" panose="020B0604030504040204" pitchFamily="50" charset="-128"/>
            </a:endParaRPr>
          </a:p>
        </p:txBody>
      </p:sp>
      <p:sp>
        <p:nvSpPr>
          <p:cNvPr id="90" name="矢印: 五方向 89">
            <a:extLst>
              <a:ext uri="{FF2B5EF4-FFF2-40B4-BE49-F238E27FC236}">
                <a16:creationId xmlns:a16="http://schemas.microsoft.com/office/drawing/2014/main" id="{760ACC6F-77FB-24F4-D19F-4DA7E5E10BA0}"/>
              </a:ext>
            </a:extLst>
          </p:cNvPr>
          <p:cNvSpPr/>
          <p:nvPr/>
        </p:nvSpPr>
        <p:spPr>
          <a:xfrm>
            <a:off x="312383" y="3285695"/>
            <a:ext cx="2078345" cy="288000"/>
          </a:xfrm>
          <a:prstGeom prst="homePlate">
            <a:avLst/>
          </a:prstGeom>
          <a:solidFill>
            <a:srgbClr val="2F5597"/>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ja-JP" sz="1200" b="1">
                <a:latin typeface="メイリオ" panose="020B0604030504040204" pitchFamily="50" charset="-128"/>
                <a:ea typeface="メイリオ" panose="020B0604030504040204" pitchFamily="50" charset="-128"/>
              </a:rPr>
              <a:t>NDR9L-R56-C6</a:t>
            </a:r>
            <a:endParaRPr kumimoji="1" lang="en-US" altLang="ja-JP" sz="900">
              <a:latin typeface="メイリオ" panose="020B0604030504040204" pitchFamily="50" charset="-128"/>
              <a:ea typeface="メイリオ" panose="020B0604030504040204" pitchFamily="50" charset="-128"/>
            </a:endParaRPr>
          </a:p>
        </p:txBody>
      </p:sp>
      <p:sp>
        <p:nvSpPr>
          <p:cNvPr id="91" name="楕円 90">
            <a:extLst>
              <a:ext uri="{FF2B5EF4-FFF2-40B4-BE49-F238E27FC236}">
                <a16:creationId xmlns:a16="http://schemas.microsoft.com/office/drawing/2014/main" id="{401B5352-8F59-04A0-D764-E8E233198BEB}"/>
              </a:ext>
            </a:extLst>
          </p:cNvPr>
          <p:cNvSpPr/>
          <p:nvPr/>
        </p:nvSpPr>
        <p:spPr>
          <a:xfrm>
            <a:off x="1563179" y="3410995"/>
            <a:ext cx="1189727" cy="381692"/>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ja-JP" altLang="en-US" sz="800">
                <a:latin typeface="メイリオ" panose="020B0604030504040204" pitchFamily="50" charset="-128"/>
                <a:ea typeface="メイリオ" panose="020B0604030504040204" pitchFamily="50" charset="-128"/>
              </a:rPr>
              <a:t>在庫限り</a:t>
            </a:r>
            <a:endParaRPr kumimoji="1" lang="en-US" altLang="ja-JP" sz="800">
              <a:latin typeface="メイリオ" panose="020B0604030504040204" pitchFamily="50" charset="-128"/>
              <a:ea typeface="メイリオ" panose="020B0604030504040204" pitchFamily="50" charset="-128"/>
            </a:endParaRPr>
          </a:p>
          <a:p>
            <a:pPr algn="ctr"/>
            <a:r>
              <a:rPr kumimoji="1" lang="ja-JP" altLang="en-US" sz="800">
                <a:latin typeface="メイリオ" panose="020B0604030504040204" pitchFamily="50" charset="-128"/>
                <a:ea typeface="メイリオ" panose="020B0604030504040204" pitchFamily="50" charset="-128"/>
              </a:rPr>
              <a:t>売り切り</a:t>
            </a:r>
            <a:r>
              <a:rPr lang="ja-JP" altLang="en-US" sz="800">
                <a:latin typeface="メイリオ" panose="020B0604030504040204" pitchFamily="50" charset="-128"/>
                <a:ea typeface="メイリオ" panose="020B0604030504040204" pitchFamily="50" charset="-128"/>
              </a:rPr>
              <a:t>終了</a:t>
            </a:r>
            <a:endParaRPr kumimoji="1" lang="ja-JP" altLang="en-US" sz="800">
              <a:latin typeface="メイリオ" panose="020B0604030504040204" pitchFamily="50" charset="-128"/>
              <a:ea typeface="メイリオ" panose="020B0604030504040204" pitchFamily="50" charset="-128"/>
            </a:endParaRPr>
          </a:p>
        </p:txBody>
      </p:sp>
      <p:sp>
        <p:nvSpPr>
          <p:cNvPr id="27" name="矢印: 五方向 26">
            <a:extLst>
              <a:ext uri="{FF2B5EF4-FFF2-40B4-BE49-F238E27FC236}">
                <a16:creationId xmlns:a16="http://schemas.microsoft.com/office/drawing/2014/main" id="{519CAB7D-E553-799F-229B-D64C70B0EC1A}"/>
              </a:ext>
            </a:extLst>
          </p:cNvPr>
          <p:cNvSpPr/>
          <p:nvPr/>
        </p:nvSpPr>
        <p:spPr>
          <a:xfrm>
            <a:off x="6509146" y="2932911"/>
            <a:ext cx="5238947" cy="287830"/>
          </a:xfrm>
          <a:prstGeom prst="homePlate">
            <a:avLst/>
          </a:prstGeom>
          <a:solidFill>
            <a:schemeClr val="tx1">
              <a:lumMod val="50000"/>
              <a:lumOff val="5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ja-JP" sz="1200">
                <a:latin typeface="メイリオ" panose="020B0604030504040204" pitchFamily="50" charset="-128"/>
                <a:ea typeface="メイリオ" panose="020B0604030504040204" pitchFamily="50" charset="-128"/>
              </a:rPr>
              <a:t>Intel</a:t>
            </a:r>
            <a:r>
              <a:rPr kumimoji="1" lang="en-US" altLang="ja-JP" sz="1200">
                <a:latin typeface="メイリオ" panose="020B0604030504040204" pitchFamily="50" charset="-128"/>
                <a:ea typeface="メイリオ" panose="020B0604030504040204" pitchFamily="50" charset="-128"/>
              </a:rPr>
              <a:t> NOVA LAKE</a:t>
            </a:r>
            <a:r>
              <a:rPr kumimoji="1" lang="ja-JP" altLang="en-US" sz="1200">
                <a:latin typeface="メイリオ" panose="020B0604030504040204" pitchFamily="50" charset="-128"/>
                <a:ea typeface="メイリオ" panose="020B0604030504040204" pitchFamily="50" charset="-128"/>
              </a:rPr>
              <a:t>「</a:t>
            </a:r>
            <a:r>
              <a:rPr kumimoji="1" lang="en-US" altLang="ja-JP" sz="1200">
                <a:latin typeface="メイリオ" panose="020B0604030504040204" pitchFamily="50" charset="-128"/>
                <a:ea typeface="メイリオ" panose="020B0604030504040204" pitchFamily="50" charset="-128"/>
              </a:rPr>
              <a:t>H</a:t>
            </a:r>
            <a:r>
              <a:rPr kumimoji="1" lang="ja-JP" altLang="en-US" sz="1200">
                <a:latin typeface="メイリオ" panose="020B0604030504040204" pitchFamily="50" charset="-128"/>
                <a:ea typeface="メイリオ" panose="020B0604030504040204" pitchFamily="50" charset="-128"/>
              </a:rPr>
              <a:t>」モデル（</a:t>
            </a:r>
            <a:r>
              <a:rPr kumimoji="1" lang="en-US" altLang="ja-JP" sz="1200">
                <a:latin typeface="メイリオ" panose="020B0604030504040204" pitchFamily="50" charset="-128"/>
                <a:ea typeface="メイリオ" panose="020B0604030504040204" pitchFamily="50" charset="-128"/>
              </a:rPr>
              <a:t>G/C</a:t>
            </a:r>
            <a:r>
              <a:rPr kumimoji="1" lang="ja-JP" altLang="en-US" sz="1200">
                <a:latin typeface="メイリオ" panose="020B0604030504040204" pitchFamily="50" charset="-128"/>
                <a:ea typeface="メイリオ" panose="020B0604030504040204" pitchFamily="50" charset="-128"/>
              </a:rPr>
              <a:t>兼用）</a:t>
            </a:r>
            <a:endParaRPr kumimoji="1" lang="en-US" altLang="ja-JP" sz="1200">
              <a:latin typeface="メイリオ" panose="020B0604030504040204" pitchFamily="50" charset="-128"/>
              <a:ea typeface="メイリオ" panose="020B0604030504040204" pitchFamily="50" charset="-128"/>
            </a:endParaRPr>
          </a:p>
        </p:txBody>
      </p:sp>
      <p:sp>
        <p:nvSpPr>
          <p:cNvPr id="28" name="矢印: 五方向 27">
            <a:extLst>
              <a:ext uri="{FF2B5EF4-FFF2-40B4-BE49-F238E27FC236}">
                <a16:creationId xmlns:a16="http://schemas.microsoft.com/office/drawing/2014/main" id="{3B9A7924-5A0A-E52D-CDFD-A62A4BF65C6C}"/>
              </a:ext>
            </a:extLst>
          </p:cNvPr>
          <p:cNvSpPr/>
          <p:nvPr/>
        </p:nvSpPr>
        <p:spPr>
          <a:xfrm>
            <a:off x="6502608" y="2541906"/>
            <a:ext cx="5238947" cy="287830"/>
          </a:xfrm>
          <a:prstGeom prst="homePlate">
            <a:avLst/>
          </a:prstGeom>
          <a:solidFill>
            <a:schemeClr val="tx1">
              <a:lumMod val="50000"/>
              <a:lumOff val="5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en-US" altLang="ja-JP" sz="1200">
                <a:latin typeface="メイリオ" panose="020B0604030504040204" pitchFamily="50" charset="-128"/>
                <a:ea typeface="メイリオ" panose="020B0604030504040204" pitchFamily="50" charset="-128"/>
              </a:rPr>
              <a:t>AMD </a:t>
            </a:r>
            <a:r>
              <a:rPr kumimoji="1" lang="en-US" altLang="ja-JP" sz="1200" err="1">
                <a:latin typeface="メイリオ" panose="020B0604030504040204" pitchFamily="50" charset="-128"/>
                <a:ea typeface="メイリオ" panose="020B0604030504040204" pitchFamily="50" charset="-128"/>
              </a:rPr>
              <a:t>Gater</a:t>
            </a:r>
            <a:r>
              <a:rPr kumimoji="1" lang="en-US" altLang="ja-JP" sz="1200">
                <a:latin typeface="メイリオ" panose="020B0604030504040204" pitchFamily="50" charset="-128"/>
                <a:ea typeface="メイリオ" panose="020B0604030504040204" pitchFamily="50" charset="-128"/>
              </a:rPr>
              <a:t> Range</a:t>
            </a:r>
            <a:r>
              <a:rPr kumimoji="1" lang="ja-JP" altLang="en-US" sz="1200">
                <a:latin typeface="メイリオ" panose="020B0604030504040204" pitchFamily="50" charset="-128"/>
                <a:ea typeface="メイリオ" panose="020B0604030504040204" pitchFamily="50" charset="-128"/>
              </a:rPr>
              <a:t>「</a:t>
            </a:r>
            <a:r>
              <a:rPr kumimoji="1" lang="en-US" altLang="ja-JP" sz="1200">
                <a:latin typeface="メイリオ" panose="020B0604030504040204" pitchFamily="50" charset="-128"/>
                <a:ea typeface="メイリオ" panose="020B0604030504040204" pitchFamily="50" charset="-128"/>
              </a:rPr>
              <a:t>H</a:t>
            </a:r>
            <a:r>
              <a:rPr kumimoji="1" lang="ja-JP" altLang="en-US" sz="1200">
                <a:latin typeface="メイリオ" panose="020B0604030504040204" pitchFamily="50" charset="-128"/>
                <a:ea typeface="メイリオ" panose="020B0604030504040204" pitchFamily="50" charset="-128"/>
              </a:rPr>
              <a:t>」モデル（</a:t>
            </a:r>
            <a:r>
              <a:rPr kumimoji="1" lang="en-US" altLang="ja-JP" sz="1200">
                <a:latin typeface="メイリオ" panose="020B0604030504040204" pitchFamily="50" charset="-128"/>
                <a:ea typeface="メイリオ" panose="020B0604030504040204" pitchFamily="50" charset="-128"/>
              </a:rPr>
              <a:t>G/C</a:t>
            </a:r>
            <a:r>
              <a:rPr kumimoji="1" lang="ja-JP" altLang="en-US" sz="1200">
                <a:latin typeface="メイリオ" panose="020B0604030504040204" pitchFamily="50" charset="-128"/>
                <a:ea typeface="メイリオ" panose="020B0604030504040204" pitchFamily="50" charset="-128"/>
              </a:rPr>
              <a:t>兼用）</a:t>
            </a:r>
            <a:endParaRPr kumimoji="1" lang="en-US" altLang="ja-JP" sz="1200">
              <a:latin typeface="メイリオ" panose="020B0604030504040204" pitchFamily="50" charset="-128"/>
              <a:ea typeface="メイリオ" panose="020B0604030504040204" pitchFamily="50" charset="-128"/>
            </a:endParaRPr>
          </a:p>
        </p:txBody>
      </p:sp>
      <p:sp>
        <p:nvSpPr>
          <p:cNvPr id="29" name="矢印: 五方向 28">
            <a:extLst>
              <a:ext uri="{FF2B5EF4-FFF2-40B4-BE49-F238E27FC236}">
                <a16:creationId xmlns:a16="http://schemas.microsoft.com/office/drawing/2014/main" id="{FDFD93AE-8D83-669A-F6FE-0A77AF11D984}"/>
              </a:ext>
            </a:extLst>
          </p:cNvPr>
          <p:cNvSpPr/>
          <p:nvPr/>
        </p:nvSpPr>
        <p:spPr>
          <a:xfrm>
            <a:off x="6529036" y="3316595"/>
            <a:ext cx="5238947" cy="287830"/>
          </a:xfrm>
          <a:prstGeom prst="homePlate">
            <a:avLst/>
          </a:prstGeom>
          <a:solidFill>
            <a:schemeClr val="tx1">
              <a:lumMod val="50000"/>
              <a:lumOff val="5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ja-JP" sz="1200">
                <a:latin typeface="メイリオ" panose="020B0604030504040204" pitchFamily="50" charset="-128"/>
                <a:ea typeface="メイリオ" panose="020B0604030504040204" pitchFamily="50" charset="-128"/>
              </a:rPr>
              <a:t>Intel</a:t>
            </a:r>
            <a:r>
              <a:rPr kumimoji="1" lang="en-US" altLang="ja-JP" sz="1200">
                <a:latin typeface="メイリオ" panose="020B0604030504040204" pitchFamily="50" charset="-128"/>
                <a:ea typeface="メイリオ" panose="020B0604030504040204" pitchFamily="50" charset="-128"/>
              </a:rPr>
              <a:t> NOVA LAKE</a:t>
            </a:r>
            <a:r>
              <a:rPr kumimoji="1" lang="ja-JP" altLang="en-US" sz="1200">
                <a:latin typeface="メイリオ" panose="020B0604030504040204" pitchFamily="50" charset="-128"/>
                <a:ea typeface="メイリオ" panose="020B0604030504040204" pitchFamily="50" charset="-128"/>
              </a:rPr>
              <a:t>「</a:t>
            </a:r>
            <a:r>
              <a:rPr kumimoji="1" lang="en-US" altLang="ja-JP" sz="1200">
                <a:latin typeface="メイリオ" panose="020B0604030504040204" pitchFamily="50" charset="-128"/>
                <a:ea typeface="メイリオ" panose="020B0604030504040204" pitchFamily="50" charset="-128"/>
              </a:rPr>
              <a:t>H</a:t>
            </a:r>
            <a:r>
              <a:rPr kumimoji="1" lang="ja-JP" altLang="en-US" sz="1200">
                <a:latin typeface="メイリオ" panose="020B0604030504040204" pitchFamily="50" charset="-128"/>
                <a:ea typeface="メイリオ" panose="020B0604030504040204" pitchFamily="50" charset="-128"/>
              </a:rPr>
              <a:t>」モデル（</a:t>
            </a:r>
            <a:r>
              <a:rPr kumimoji="1" lang="en-US" altLang="ja-JP" sz="1200">
                <a:latin typeface="メイリオ" panose="020B0604030504040204" pitchFamily="50" charset="-128"/>
                <a:ea typeface="メイリオ" panose="020B0604030504040204" pitchFamily="50" charset="-128"/>
              </a:rPr>
              <a:t>G/C</a:t>
            </a:r>
            <a:r>
              <a:rPr kumimoji="1" lang="ja-JP" altLang="en-US" sz="1200">
                <a:latin typeface="メイリオ" panose="020B0604030504040204" pitchFamily="50" charset="-128"/>
                <a:ea typeface="メイリオ" panose="020B0604030504040204" pitchFamily="50" charset="-128"/>
              </a:rPr>
              <a:t>兼用）</a:t>
            </a:r>
            <a:endParaRPr kumimoji="1" lang="en-US" altLang="ja-JP" sz="1200">
              <a:latin typeface="メイリオ" panose="020B0604030504040204" pitchFamily="50" charset="-128"/>
              <a:ea typeface="メイリオ" panose="020B0604030504040204" pitchFamily="50" charset="-128"/>
            </a:endParaRPr>
          </a:p>
        </p:txBody>
      </p:sp>
      <p:sp>
        <p:nvSpPr>
          <p:cNvPr id="92" name="四角形: 角を丸くする 91">
            <a:extLst>
              <a:ext uri="{FF2B5EF4-FFF2-40B4-BE49-F238E27FC236}">
                <a16:creationId xmlns:a16="http://schemas.microsoft.com/office/drawing/2014/main" id="{0EDE3107-7703-1422-182F-214ADD650007}"/>
              </a:ext>
            </a:extLst>
          </p:cNvPr>
          <p:cNvSpPr/>
          <p:nvPr/>
        </p:nvSpPr>
        <p:spPr>
          <a:xfrm>
            <a:off x="6267833" y="1550293"/>
            <a:ext cx="5708495" cy="2133273"/>
          </a:xfrm>
          <a:prstGeom prst="roundRect">
            <a:avLst/>
          </a:prstGeom>
          <a:solidFill>
            <a:schemeClr val="accent2">
              <a:alpha val="34902"/>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l"/>
            <a:r>
              <a:rPr kumimoji="1" lang="en-US" altLang="ja-JP" sz="4800" b="1">
                <a:latin typeface="メイリオ" panose="020B0604030504040204" pitchFamily="50" charset="-128"/>
                <a:ea typeface="メイリオ" panose="020B0604030504040204" pitchFamily="50" charset="-128"/>
              </a:rPr>
              <a:t>G/C</a:t>
            </a:r>
            <a:r>
              <a:rPr kumimoji="1" lang="ja-JP" altLang="en-US" sz="4800" b="1">
                <a:latin typeface="メイリオ" panose="020B0604030504040204" pitchFamily="50" charset="-128"/>
                <a:ea typeface="メイリオ" panose="020B0604030504040204" pitchFamily="50" charset="-128"/>
              </a:rPr>
              <a:t>共通化エリア</a:t>
            </a:r>
          </a:p>
        </p:txBody>
      </p:sp>
      <p:sp>
        <p:nvSpPr>
          <p:cNvPr id="30" name="矢印: 五方向 29">
            <a:extLst>
              <a:ext uri="{FF2B5EF4-FFF2-40B4-BE49-F238E27FC236}">
                <a16:creationId xmlns:a16="http://schemas.microsoft.com/office/drawing/2014/main" id="{99219123-1C07-89BE-6571-04C7666D79FF}"/>
              </a:ext>
            </a:extLst>
          </p:cNvPr>
          <p:cNvSpPr/>
          <p:nvPr/>
        </p:nvSpPr>
        <p:spPr>
          <a:xfrm>
            <a:off x="1726987" y="4948320"/>
            <a:ext cx="6384500" cy="288000"/>
          </a:xfrm>
          <a:prstGeom prst="homePlat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ja-JP" altLang="en-US" sz="1200" b="1">
                <a:latin typeface="メイリオ" panose="020B0604030504040204" pitchFamily="50" charset="-128"/>
                <a:ea typeface="メイリオ" panose="020B0604030504040204" pitchFamily="50" charset="-128"/>
              </a:rPr>
              <a:t>１８：</a:t>
            </a:r>
            <a:r>
              <a:rPr lang="en-US" altLang="ja-JP" sz="1200" b="1">
                <a:latin typeface="メイリオ" panose="020B0604030504040204" pitchFamily="50" charset="-128"/>
                <a:ea typeface="メイリオ" panose="020B0604030504040204" pitchFamily="50" charset="-128"/>
              </a:rPr>
              <a:t>N</a:t>
            </a:r>
            <a:r>
              <a:rPr kumimoji="1" lang="en-US" altLang="ja-JP" sz="1200" b="1">
                <a:latin typeface="メイリオ" panose="020B0604030504040204" pitchFamily="50" charset="-128"/>
                <a:ea typeface="メイリオ" panose="020B0604030504040204" pitchFamily="50" charset="-128"/>
              </a:rPr>
              <a:t>SC7L-R56-C6</a:t>
            </a:r>
          </a:p>
          <a:p>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QNT </a:t>
            </a:r>
            <a:r>
              <a:rPr lang="ja-JP" altLang="en-US" sz="800">
                <a:latin typeface="メイリオ" panose="020B0604030504040204" pitchFamily="50" charset="-128"/>
                <a:ea typeface="メイリオ" panose="020B0604030504040204" pitchFamily="50" charset="-128"/>
              </a:rPr>
              <a:t> </a:t>
            </a:r>
            <a:r>
              <a:rPr lang="en-US" altLang="ja-JP" sz="800">
                <a:latin typeface="メイリオ" panose="020B0604030504040204" pitchFamily="50" charset="-128"/>
                <a:ea typeface="メイリオ" panose="020B0604030504040204" pitchFamily="50" charset="-128"/>
              </a:rPr>
              <a:t>Core 7 240H+5060</a:t>
            </a:r>
            <a:endParaRPr kumimoji="1" lang="en-US" altLang="ja-JP" sz="900" b="1">
              <a:latin typeface="メイリオ" panose="020B0604030504040204" pitchFamily="50" charset="-128"/>
              <a:ea typeface="メイリオ" panose="020B0604030504040204" pitchFamily="50" charset="-128"/>
            </a:endParaRPr>
          </a:p>
        </p:txBody>
      </p:sp>
      <p:sp>
        <p:nvSpPr>
          <p:cNvPr id="31" name="矢印: 五方向 30">
            <a:extLst>
              <a:ext uri="{FF2B5EF4-FFF2-40B4-BE49-F238E27FC236}">
                <a16:creationId xmlns:a16="http://schemas.microsoft.com/office/drawing/2014/main" id="{9360D599-0B9A-4B04-62F7-390C38ACB39E}"/>
              </a:ext>
            </a:extLst>
          </p:cNvPr>
          <p:cNvSpPr/>
          <p:nvPr/>
        </p:nvSpPr>
        <p:spPr>
          <a:xfrm>
            <a:off x="1733512" y="5382110"/>
            <a:ext cx="6385853" cy="288000"/>
          </a:xfrm>
          <a:prstGeom prst="homePlat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ja-JP" altLang="en-US" sz="1200" b="1">
                <a:latin typeface="メイリオ" panose="020B0604030504040204" pitchFamily="50" charset="-128"/>
                <a:ea typeface="メイリオ" panose="020B0604030504040204" pitchFamily="50" charset="-128"/>
              </a:rPr>
              <a:t>１９：</a:t>
            </a:r>
            <a:r>
              <a:rPr lang="en-US" altLang="ja-JP" sz="1200" b="1">
                <a:latin typeface="メイリオ" panose="020B0604030504040204" pitchFamily="50" charset="-128"/>
                <a:ea typeface="メイリオ" panose="020B0604030504040204" pitchFamily="50" charset="-128"/>
              </a:rPr>
              <a:t>N</a:t>
            </a:r>
            <a:r>
              <a:rPr kumimoji="1" lang="en-US" altLang="ja-JP" sz="1200" b="1">
                <a:latin typeface="メイリオ" panose="020B0604030504040204" pitchFamily="50" charset="-128"/>
                <a:ea typeface="メイリオ" panose="020B0604030504040204" pitchFamily="50" charset="-128"/>
              </a:rPr>
              <a:t>SC7L-R55-C6</a:t>
            </a:r>
          </a:p>
          <a:p>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QNT Core</a:t>
            </a:r>
            <a:r>
              <a:rPr lang="ja-JP" altLang="en-US" sz="800">
                <a:latin typeface="メイリオ" panose="020B0604030504040204" pitchFamily="50" charset="-128"/>
                <a:ea typeface="メイリオ" panose="020B0604030504040204" pitchFamily="50" charset="-128"/>
              </a:rPr>
              <a:t> </a:t>
            </a:r>
            <a:r>
              <a:rPr lang="en-US" altLang="ja-JP" sz="800">
                <a:latin typeface="メイリオ" panose="020B0604030504040204" pitchFamily="50" charset="-128"/>
                <a:ea typeface="メイリオ" panose="020B0604030504040204" pitchFamily="50" charset="-128"/>
              </a:rPr>
              <a:t>7</a:t>
            </a:r>
            <a:r>
              <a:rPr lang="ja-JP" altLang="en-US" sz="800">
                <a:latin typeface="メイリオ" panose="020B0604030504040204" pitchFamily="50" charset="-128"/>
                <a:ea typeface="メイリオ" panose="020B0604030504040204" pitchFamily="50" charset="-128"/>
              </a:rPr>
              <a:t> </a:t>
            </a:r>
            <a:r>
              <a:rPr lang="en-US" altLang="ja-JP" sz="800">
                <a:latin typeface="メイリオ" panose="020B0604030504040204" pitchFamily="50" charset="-128"/>
                <a:ea typeface="メイリオ" panose="020B0604030504040204" pitchFamily="50" charset="-128"/>
              </a:rPr>
              <a:t>240H+5050</a:t>
            </a:r>
            <a:endParaRPr kumimoji="1" lang="en-US" altLang="ja-JP" sz="900" b="1">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1681365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正方形/長方形 49">
            <a:extLst>
              <a:ext uri="{FF2B5EF4-FFF2-40B4-BE49-F238E27FC236}">
                <a16:creationId xmlns:a16="http://schemas.microsoft.com/office/drawing/2014/main" id="{1F0F0D3F-5FDB-49D9-8C96-91EF0F9DC2C6}"/>
              </a:ext>
            </a:extLst>
          </p:cNvPr>
          <p:cNvSpPr/>
          <p:nvPr/>
        </p:nvSpPr>
        <p:spPr>
          <a:xfrm>
            <a:off x="9743584" y="293613"/>
            <a:ext cx="617722" cy="260475"/>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latin typeface="メイリオ" panose="020B0604030504040204" pitchFamily="50" charset="-128"/>
                <a:ea typeface="メイリオ" panose="020B0604030504040204" pitchFamily="50" charset="-128"/>
                <a:cs typeface="メイリオ" panose="020B0604030504040204" pitchFamily="50" charset="-128"/>
              </a:rPr>
              <a:t>現行品</a:t>
            </a:r>
            <a:endParaRPr kumimoji="1" lang="ja-JP" altLang="en-US" sz="900" b="1">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0" name="正方形/長方形 69">
            <a:extLst>
              <a:ext uri="{FF2B5EF4-FFF2-40B4-BE49-F238E27FC236}">
                <a16:creationId xmlns:a16="http://schemas.microsoft.com/office/drawing/2014/main" id="{662AD845-178D-47DE-B3AC-6FE7ED2ED594}"/>
              </a:ext>
            </a:extLst>
          </p:cNvPr>
          <p:cNvSpPr/>
          <p:nvPr/>
        </p:nvSpPr>
        <p:spPr>
          <a:xfrm>
            <a:off x="10463808" y="288025"/>
            <a:ext cx="617722" cy="260475"/>
          </a:xfrm>
          <a:prstGeom prst="rect">
            <a:avLst/>
          </a:prstGeom>
          <a:solidFill>
            <a:srgbClr val="ED7D3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latin typeface="メイリオ" panose="020B0604030504040204" pitchFamily="50" charset="-128"/>
                <a:ea typeface="メイリオ" panose="020B0604030504040204" pitchFamily="50" charset="-128"/>
                <a:cs typeface="メイリオ" panose="020B0604030504040204" pitchFamily="50" charset="-128"/>
              </a:rPr>
              <a:t>予定品</a:t>
            </a:r>
            <a:endParaRPr kumimoji="1" lang="ja-JP" altLang="en-US" sz="900" b="1">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76" name="正方形/長方形 75">
            <a:extLst>
              <a:ext uri="{FF2B5EF4-FFF2-40B4-BE49-F238E27FC236}">
                <a16:creationId xmlns:a16="http://schemas.microsoft.com/office/drawing/2014/main" id="{5B044871-540E-4A4A-B182-8CDFB31097A0}"/>
              </a:ext>
            </a:extLst>
          </p:cNvPr>
          <p:cNvSpPr/>
          <p:nvPr/>
        </p:nvSpPr>
        <p:spPr>
          <a:xfrm>
            <a:off x="11184032" y="288176"/>
            <a:ext cx="617722" cy="260475"/>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latin typeface="メイリオ" panose="020B0604030504040204" pitchFamily="50" charset="-128"/>
                <a:ea typeface="メイリオ" panose="020B0604030504040204" pitchFamily="50" charset="-128"/>
                <a:cs typeface="メイリオ" panose="020B0604030504040204" pitchFamily="50" charset="-128"/>
              </a:rPr>
              <a:t>承認済</a:t>
            </a:r>
            <a:endParaRPr kumimoji="1" lang="ja-JP" altLang="en-US" sz="900" b="1">
              <a:latin typeface="メイリオ" panose="020B0604030504040204" pitchFamily="50" charset="-128"/>
              <a:ea typeface="メイリオ" panose="020B0604030504040204" pitchFamily="50" charset="-128"/>
              <a:cs typeface="メイリオ" panose="020B0604030504040204" pitchFamily="50" charset="-128"/>
            </a:endParaRPr>
          </a:p>
        </p:txBody>
      </p:sp>
      <p:grpSp>
        <p:nvGrpSpPr>
          <p:cNvPr id="235" name="グループ化 234">
            <a:extLst>
              <a:ext uri="{FF2B5EF4-FFF2-40B4-BE49-F238E27FC236}">
                <a16:creationId xmlns:a16="http://schemas.microsoft.com/office/drawing/2014/main" id="{49BC9511-60C7-8713-C96C-C9F08EDF824C}"/>
              </a:ext>
            </a:extLst>
          </p:cNvPr>
          <p:cNvGrpSpPr/>
          <p:nvPr/>
        </p:nvGrpSpPr>
        <p:grpSpPr>
          <a:xfrm>
            <a:off x="277422" y="1365058"/>
            <a:ext cx="11637156" cy="820894"/>
            <a:chOff x="266944" y="4518068"/>
            <a:chExt cx="11637156" cy="820894"/>
          </a:xfrm>
        </p:grpSpPr>
        <p:grpSp>
          <p:nvGrpSpPr>
            <p:cNvPr id="31" name="グループ化 30">
              <a:extLst>
                <a:ext uri="{FF2B5EF4-FFF2-40B4-BE49-F238E27FC236}">
                  <a16:creationId xmlns:a16="http://schemas.microsoft.com/office/drawing/2014/main" id="{3164CB0E-1E3E-448F-B206-3F713BECB615}"/>
                </a:ext>
              </a:extLst>
            </p:cNvPr>
            <p:cNvGrpSpPr/>
            <p:nvPr/>
          </p:nvGrpSpPr>
          <p:grpSpPr>
            <a:xfrm>
              <a:off x="266944" y="4518068"/>
              <a:ext cx="11637156" cy="820894"/>
              <a:chOff x="286076" y="502183"/>
              <a:chExt cx="11637156" cy="820894"/>
            </a:xfrm>
          </p:grpSpPr>
          <p:sp>
            <p:nvSpPr>
              <p:cNvPr id="141" name="矢印: 五方向 140">
                <a:extLst>
                  <a:ext uri="{FF2B5EF4-FFF2-40B4-BE49-F238E27FC236}">
                    <a16:creationId xmlns:a16="http://schemas.microsoft.com/office/drawing/2014/main" id="{0522A334-5790-45F6-AA17-7301009E0F44}"/>
                  </a:ext>
                </a:extLst>
              </p:cNvPr>
              <p:cNvSpPr/>
              <p:nvPr/>
            </p:nvSpPr>
            <p:spPr>
              <a:xfrm>
                <a:off x="11091637" y="502183"/>
                <a:ext cx="831595"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cxnSp>
            <p:nvCxnSpPr>
              <p:cNvPr id="15" name="直線コネクタ 14">
                <a:extLst>
                  <a:ext uri="{FF2B5EF4-FFF2-40B4-BE49-F238E27FC236}">
                    <a16:creationId xmlns:a16="http://schemas.microsoft.com/office/drawing/2014/main" id="{A568601F-6871-4809-9F12-114F731BC168}"/>
                  </a:ext>
                </a:extLst>
              </p:cNvPr>
              <p:cNvCxnSpPr>
                <a:cxnSpLocks/>
              </p:cNvCxnSpPr>
              <p:nvPr/>
            </p:nvCxnSpPr>
            <p:spPr>
              <a:xfrm flipH="1">
                <a:off x="286076" y="1323077"/>
                <a:ext cx="11573995" cy="0"/>
              </a:xfrm>
              <a:prstGeom prst="line">
                <a:avLst/>
              </a:prstGeom>
              <a:ln w="38100">
                <a:solidFill>
                  <a:srgbClr val="7F7F7F"/>
                </a:solidFill>
                <a:prstDash val="solid"/>
              </a:ln>
            </p:spPr>
            <p:style>
              <a:lnRef idx="1">
                <a:schemeClr val="accent1"/>
              </a:lnRef>
              <a:fillRef idx="0">
                <a:schemeClr val="accent1"/>
              </a:fillRef>
              <a:effectRef idx="0">
                <a:schemeClr val="accent1"/>
              </a:effectRef>
              <a:fontRef idx="minor">
                <a:schemeClr val="tx1"/>
              </a:fontRef>
            </p:style>
          </p:cxnSp>
          <p:sp>
            <p:nvSpPr>
              <p:cNvPr id="116" name="正方形/長方形 115">
                <a:extLst>
                  <a:ext uri="{FF2B5EF4-FFF2-40B4-BE49-F238E27FC236}">
                    <a16:creationId xmlns:a16="http://schemas.microsoft.com/office/drawing/2014/main" id="{2E9623E1-643C-4025-B822-17B58475CAF9}"/>
                  </a:ext>
                </a:extLst>
              </p:cNvPr>
              <p:cNvSpPr/>
              <p:nvPr/>
            </p:nvSpPr>
            <p:spPr>
              <a:xfrm>
                <a:off x="3176920" y="1073031"/>
                <a:ext cx="722973" cy="216000"/>
              </a:xfrm>
              <a:prstGeom prst="rect">
                <a:avLst/>
              </a:prstGeom>
              <a:solidFill>
                <a:srgbClr val="D0CECE"/>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5</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17" name="正方形/長方形 116">
                <a:extLst>
                  <a:ext uri="{FF2B5EF4-FFF2-40B4-BE49-F238E27FC236}">
                    <a16:creationId xmlns:a16="http://schemas.microsoft.com/office/drawing/2014/main" id="{0AAE90D0-AD0D-403F-98D6-549767AFD427}"/>
                  </a:ext>
                </a:extLst>
              </p:cNvPr>
              <p:cNvSpPr/>
              <p:nvPr/>
            </p:nvSpPr>
            <p:spPr>
              <a:xfrm>
                <a:off x="10394712" y="1072796"/>
                <a:ext cx="722973"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3</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18" name="正方形/長方形 117">
                <a:extLst>
                  <a:ext uri="{FF2B5EF4-FFF2-40B4-BE49-F238E27FC236}">
                    <a16:creationId xmlns:a16="http://schemas.microsoft.com/office/drawing/2014/main" id="{69A2823E-44CE-423A-ACA1-6F4334888E6B}"/>
                  </a:ext>
                </a:extLst>
              </p:cNvPr>
              <p:cNvSpPr/>
              <p:nvPr/>
            </p:nvSpPr>
            <p:spPr>
              <a:xfrm>
                <a:off x="9673541" y="1072796"/>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2</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11" name="正方形/長方形 110">
                <a:extLst>
                  <a:ext uri="{FF2B5EF4-FFF2-40B4-BE49-F238E27FC236}">
                    <a16:creationId xmlns:a16="http://schemas.microsoft.com/office/drawing/2014/main" id="{46AC0A08-A6E1-40B9-8325-BA1DD4490B22}"/>
                  </a:ext>
                </a:extLst>
              </p:cNvPr>
              <p:cNvSpPr/>
              <p:nvPr/>
            </p:nvSpPr>
            <p:spPr>
              <a:xfrm>
                <a:off x="1006031"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2</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12" name="正方形/長方形 111">
                <a:extLst>
                  <a:ext uri="{FF2B5EF4-FFF2-40B4-BE49-F238E27FC236}">
                    <a16:creationId xmlns:a16="http://schemas.microsoft.com/office/drawing/2014/main" id="{683BE098-DD6E-4530-9E3A-CA142367D897}"/>
                  </a:ext>
                </a:extLst>
              </p:cNvPr>
              <p:cNvSpPr/>
              <p:nvPr/>
            </p:nvSpPr>
            <p:spPr>
              <a:xfrm>
                <a:off x="1727420" y="1073031"/>
                <a:ext cx="722973"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3</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13" name="正方形/長方形 112">
                <a:extLst>
                  <a:ext uri="{FF2B5EF4-FFF2-40B4-BE49-F238E27FC236}">
                    <a16:creationId xmlns:a16="http://schemas.microsoft.com/office/drawing/2014/main" id="{677FD7FF-E598-464F-867F-414805ED7F96}"/>
                  </a:ext>
                </a:extLst>
              </p:cNvPr>
              <p:cNvSpPr/>
              <p:nvPr/>
            </p:nvSpPr>
            <p:spPr>
              <a:xfrm>
                <a:off x="2452170"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4</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22" name="正方形/長方形 121">
                <a:extLst>
                  <a:ext uri="{FF2B5EF4-FFF2-40B4-BE49-F238E27FC236}">
                    <a16:creationId xmlns:a16="http://schemas.microsoft.com/office/drawing/2014/main" id="{A3A2BC17-33E5-49C5-8D25-412EFC80CF1D}"/>
                  </a:ext>
                </a:extLst>
              </p:cNvPr>
              <p:cNvSpPr/>
              <p:nvPr/>
            </p:nvSpPr>
            <p:spPr>
              <a:xfrm>
                <a:off x="3902070"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6</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23" name="正方形/長方形 122">
                <a:extLst>
                  <a:ext uri="{FF2B5EF4-FFF2-40B4-BE49-F238E27FC236}">
                    <a16:creationId xmlns:a16="http://schemas.microsoft.com/office/drawing/2014/main" id="{A7288081-C1E6-488A-9AC4-37A0BA5C5F8E}"/>
                  </a:ext>
                </a:extLst>
              </p:cNvPr>
              <p:cNvSpPr/>
              <p:nvPr/>
            </p:nvSpPr>
            <p:spPr>
              <a:xfrm>
                <a:off x="4626820" y="1073031"/>
                <a:ext cx="722973"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7</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26" name="正方形/長方形 125">
                <a:extLst>
                  <a:ext uri="{FF2B5EF4-FFF2-40B4-BE49-F238E27FC236}">
                    <a16:creationId xmlns:a16="http://schemas.microsoft.com/office/drawing/2014/main" id="{59360FAD-05BB-4C8F-BA72-2B7F9EDCCC38}"/>
                  </a:ext>
                </a:extLst>
              </p:cNvPr>
              <p:cNvSpPr/>
              <p:nvPr/>
            </p:nvSpPr>
            <p:spPr>
              <a:xfrm>
                <a:off x="5349986"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8</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27" name="正方形/長方形 126">
                <a:extLst>
                  <a:ext uri="{FF2B5EF4-FFF2-40B4-BE49-F238E27FC236}">
                    <a16:creationId xmlns:a16="http://schemas.microsoft.com/office/drawing/2014/main" id="{FF9E76CD-5F8C-436F-96A2-741B0442BDFA}"/>
                  </a:ext>
                </a:extLst>
              </p:cNvPr>
              <p:cNvSpPr/>
              <p:nvPr/>
            </p:nvSpPr>
            <p:spPr>
              <a:xfrm>
                <a:off x="6071375" y="1073031"/>
                <a:ext cx="722973"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9</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28" name="正方形/長方形 127">
                <a:extLst>
                  <a:ext uri="{FF2B5EF4-FFF2-40B4-BE49-F238E27FC236}">
                    <a16:creationId xmlns:a16="http://schemas.microsoft.com/office/drawing/2014/main" id="{CBD6BDBC-2249-415A-BFBE-6B39E51CACD7}"/>
                  </a:ext>
                </a:extLst>
              </p:cNvPr>
              <p:cNvSpPr/>
              <p:nvPr/>
            </p:nvSpPr>
            <p:spPr>
              <a:xfrm>
                <a:off x="6796125"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10</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30" name="矢印: 五方向 129">
                <a:extLst>
                  <a:ext uri="{FF2B5EF4-FFF2-40B4-BE49-F238E27FC236}">
                    <a16:creationId xmlns:a16="http://schemas.microsoft.com/office/drawing/2014/main" id="{EDD9237B-1809-4989-B898-5B1A9465202C}"/>
                  </a:ext>
                </a:extLst>
              </p:cNvPr>
              <p:cNvSpPr/>
              <p:nvPr/>
            </p:nvSpPr>
            <p:spPr>
              <a:xfrm>
                <a:off x="9015033" y="507620"/>
                <a:ext cx="2240064"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Q1</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31" name="正方形/長方形 130">
                <a:extLst>
                  <a:ext uri="{FF2B5EF4-FFF2-40B4-BE49-F238E27FC236}">
                    <a16:creationId xmlns:a16="http://schemas.microsoft.com/office/drawing/2014/main" id="{0FCA4E55-618E-4AF8-AB00-5A60928D0655}"/>
                  </a:ext>
                </a:extLst>
              </p:cNvPr>
              <p:cNvSpPr/>
              <p:nvPr/>
            </p:nvSpPr>
            <p:spPr>
              <a:xfrm>
                <a:off x="7523831" y="1073031"/>
                <a:ext cx="722973"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11</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32" name="正方形/長方形 131">
                <a:extLst>
                  <a:ext uri="{FF2B5EF4-FFF2-40B4-BE49-F238E27FC236}">
                    <a16:creationId xmlns:a16="http://schemas.microsoft.com/office/drawing/2014/main" id="{7834A4B4-AA7B-4AF5-8D64-0ED7F8CA285F}"/>
                  </a:ext>
                </a:extLst>
              </p:cNvPr>
              <p:cNvSpPr/>
              <p:nvPr/>
            </p:nvSpPr>
            <p:spPr>
              <a:xfrm>
                <a:off x="8245220"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12</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35" name="正方形/長方形 134">
                <a:extLst>
                  <a:ext uri="{FF2B5EF4-FFF2-40B4-BE49-F238E27FC236}">
                    <a16:creationId xmlns:a16="http://schemas.microsoft.com/office/drawing/2014/main" id="{788FF1B9-60F8-43B3-B601-815CC1C6E44E}"/>
                  </a:ext>
                </a:extLst>
              </p:cNvPr>
              <p:cNvSpPr/>
              <p:nvPr/>
            </p:nvSpPr>
            <p:spPr>
              <a:xfrm>
                <a:off x="347523" y="1073031"/>
                <a:ext cx="658726"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1</a:t>
                </a:r>
              </a:p>
            </p:txBody>
          </p:sp>
          <p:sp>
            <p:nvSpPr>
              <p:cNvPr id="142" name="正方形/長方形 141">
                <a:extLst>
                  <a:ext uri="{FF2B5EF4-FFF2-40B4-BE49-F238E27FC236}">
                    <a16:creationId xmlns:a16="http://schemas.microsoft.com/office/drawing/2014/main" id="{DF6592DA-3E22-4FCC-92AA-F751EE68041E}"/>
                  </a:ext>
                </a:extLst>
              </p:cNvPr>
              <p:cNvSpPr/>
              <p:nvPr/>
            </p:nvSpPr>
            <p:spPr>
              <a:xfrm>
                <a:off x="8969970" y="1073031"/>
                <a:ext cx="703571" cy="213213"/>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1</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25" name="矢印: 五方向 124">
                <a:extLst>
                  <a:ext uri="{FF2B5EF4-FFF2-40B4-BE49-F238E27FC236}">
                    <a16:creationId xmlns:a16="http://schemas.microsoft.com/office/drawing/2014/main" id="{890D9C95-4229-4143-B7CA-60D439E61441}"/>
                  </a:ext>
                </a:extLst>
              </p:cNvPr>
              <p:cNvSpPr/>
              <p:nvPr/>
            </p:nvSpPr>
            <p:spPr>
              <a:xfrm>
                <a:off x="6841188" y="507620"/>
                <a:ext cx="2345348"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Q4</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20" name="矢印: 五方向 119">
                <a:extLst>
                  <a:ext uri="{FF2B5EF4-FFF2-40B4-BE49-F238E27FC236}">
                    <a16:creationId xmlns:a16="http://schemas.microsoft.com/office/drawing/2014/main" id="{5AE1CC42-BD28-4094-B798-B10A2FDBF6BA}"/>
                  </a:ext>
                </a:extLst>
              </p:cNvPr>
              <p:cNvSpPr/>
              <p:nvPr/>
            </p:nvSpPr>
            <p:spPr>
              <a:xfrm>
                <a:off x="4671883" y="507620"/>
                <a:ext cx="2345348"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Q3</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15" name="矢印: 五方向 114">
                <a:extLst>
                  <a:ext uri="{FF2B5EF4-FFF2-40B4-BE49-F238E27FC236}">
                    <a16:creationId xmlns:a16="http://schemas.microsoft.com/office/drawing/2014/main" id="{9B92F7C6-82C5-43AE-8AE0-FE4ED0951D37}"/>
                  </a:ext>
                </a:extLst>
              </p:cNvPr>
              <p:cNvSpPr/>
              <p:nvPr/>
            </p:nvSpPr>
            <p:spPr>
              <a:xfrm>
                <a:off x="2500994" y="507620"/>
                <a:ext cx="2345348"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Q2</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87" name="矢印: 五方向 86">
                <a:extLst>
                  <a:ext uri="{FF2B5EF4-FFF2-40B4-BE49-F238E27FC236}">
                    <a16:creationId xmlns:a16="http://schemas.microsoft.com/office/drawing/2014/main" id="{D89E7402-4E1E-44DC-A6E0-4F71959B32B6}"/>
                  </a:ext>
                </a:extLst>
              </p:cNvPr>
              <p:cNvSpPr/>
              <p:nvPr/>
            </p:nvSpPr>
            <p:spPr>
              <a:xfrm>
                <a:off x="330105" y="507620"/>
                <a:ext cx="2345348"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Q1</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24" name="矢印: 五方向 23">
                <a:extLst>
                  <a:ext uri="{FF2B5EF4-FFF2-40B4-BE49-F238E27FC236}">
                    <a16:creationId xmlns:a16="http://schemas.microsoft.com/office/drawing/2014/main" id="{E4C10A9E-981D-4C96-8A78-9FBEF1DD4E7B}"/>
                  </a:ext>
                </a:extLst>
              </p:cNvPr>
              <p:cNvSpPr/>
              <p:nvPr/>
            </p:nvSpPr>
            <p:spPr>
              <a:xfrm>
                <a:off x="9673541" y="784903"/>
                <a:ext cx="2240064" cy="260468"/>
              </a:xfrm>
              <a:prstGeom prst="homePlate">
                <a:avLst/>
              </a:prstGeom>
              <a:solidFill>
                <a:schemeClr val="accent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TWQ2</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25" name="矢印: 五方向 24">
                <a:extLst>
                  <a:ext uri="{FF2B5EF4-FFF2-40B4-BE49-F238E27FC236}">
                    <a16:creationId xmlns:a16="http://schemas.microsoft.com/office/drawing/2014/main" id="{BAD88E89-E7AA-4B00-A24F-8E6F4A0F4BC4}"/>
                  </a:ext>
                </a:extLst>
              </p:cNvPr>
              <p:cNvSpPr/>
              <p:nvPr/>
            </p:nvSpPr>
            <p:spPr>
              <a:xfrm>
                <a:off x="7499696" y="784903"/>
                <a:ext cx="2345348" cy="260468"/>
              </a:xfrm>
              <a:prstGeom prst="homePlate">
                <a:avLst/>
              </a:prstGeom>
              <a:solidFill>
                <a:schemeClr val="accent5">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TWQ1</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26" name="矢印: 五方向 25">
                <a:extLst>
                  <a:ext uri="{FF2B5EF4-FFF2-40B4-BE49-F238E27FC236}">
                    <a16:creationId xmlns:a16="http://schemas.microsoft.com/office/drawing/2014/main" id="{C2139C35-03C5-4E4B-834D-40FFA1651A96}"/>
                  </a:ext>
                </a:extLst>
              </p:cNvPr>
              <p:cNvSpPr/>
              <p:nvPr/>
            </p:nvSpPr>
            <p:spPr>
              <a:xfrm>
                <a:off x="5330391" y="784903"/>
                <a:ext cx="2345348" cy="260468"/>
              </a:xfrm>
              <a:prstGeom prst="homePlate">
                <a:avLst/>
              </a:prstGeom>
              <a:solidFill>
                <a:schemeClr val="accent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TWQ4</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27" name="矢印: 五方向 26">
                <a:extLst>
                  <a:ext uri="{FF2B5EF4-FFF2-40B4-BE49-F238E27FC236}">
                    <a16:creationId xmlns:a16="http://schemas.microsoft.com/office/drawing/2014/main" id="{ADD5DE67-2A9A-4449-BF8A-D028AD48C306}"/>
                  </a:ext>
                </a:extLst>
              </p:cNvPr>
              <p:cNvSpPr/>
              <p:nvPr/>
            </p:nvSpPr>
            <p:spPr>
              <a:xfrm>
                <a:off x="3159502" y="784903"/>
                <a:ext cx="2345348" cy="260468"/>
              </a:xfrm>
              <a:prstGeom prst="homePlate">
                <a:avLst/>
              </a:prstGeom>
              <a:solidFill>
                <a:schemeClr val="accent5">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TWQ4</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28" name="矢印: 五方向 27">
                <a:extLst>
                  <a:ext uri="{FF2B5EF4-FFF2-40B4-BE49-F238E27FC236}">
                    <a16:creationId xmlns:a16="http://schemas.microsoft.com/office/drawing/2014/main" id="{FED17A23-8D1C-4086-8CB2-166F9C0571EC}"/>
                  </a:ext>
                </a:extLst>
              </p:cNvPr>
              <p:cNvSpPr/>
              <p:nvPr/>
            </p:nvSpPr>
            <p:spPr>
              <a:xfrm>
                <a:off x="988613" y="784903"/>
                <a:ext cx="2345348" cy="260468"/>
              </a:xfrm>
              <a:prstGeom prst="homePlate">
                <a:avLst/>
              </a:prstGeom>
              <a:solidFill>
                <a:schemeClr val="accent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TWQ3</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30" name="矢印: 五方向 29">
                <a:extLst>
                  <a:ext uri="{FF2B5EF4-FFF2-40B4-BE49-F238E27FC236}">
                    <a16:creationId xmlns:a16="http://schemas.microsoft.com/office/drawing/2014/main" id="{D430C162-5406-4F13-8D6E-012643AA9090}"/>
                  </a:ext>
                </a:extLst>
              </p:cNvPr>
              <p:cNvSpPr/>
              <p:nvPr/>
            </p:nvSpPr>
            <p:spPr>
              <a:xfrm>
                <a:off x="330105" y="784742"/>
                <a:ext cx="831595" cy="260468"/>
              </a:xfrm>
              <a:prstGeom prst="homePlate">
                <a:avLst/>
              </a:prstGeom>
              <a:solidFill>
                <a:schemeClr val="accent5">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grpSp>
        <p:sp>
          <p:nvSpPr>
            <p:cNvPr id="7" name="正方形/長方形 6">
              <a:extLst>
                <a:ext uri="{FF2B5EF4-FFF2-40B4-BE49-F238E27FC236}">
                  <a16:creationId xmlns:a16="http://schemas.microsoft.com/office/drawing/2014/main" id="{B344B4AE-581D-3DD4-044B-501400E117CA}"/>
                </a:ext>
              </a:extLst>
            </p:cNvPr>
            <p:cNvSpPr/>
            <p:nvPr/>
          </p:nvSpPr>
          <p:spPr>
            <a:xfrm>
              <a:off x="11096751" y="5087522"/>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4</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grpSp>
      <p:grpSp>
        <p:nvGrpSpPr>
          <p:cNvPr id="81" name="グループ化 80">
            <a:extLst>
              <a:ext uri="{FF2B5EF4-FFF2-40B4-BE49-F238E27FC236}">
                <a16:creationId xmlns:a16="http://schemas.microsoft.com/office/drawing/2014/main" id="{90AC340D-F52C-82C1-4A4E-256DC8A6B177}"/>
              </a:ext>
            </a:extLst>
          </p:cNvPr>
          <p:cNvGrpSpPr/>
          <p:nvPr/>
        </p:nvGrpSpPr>
        <p:grpSpPr>
          <a:xfrm>
            <a:off x="277422" y="2404185"/>
            <a:ext cx="11637156" cy="820894"/>
            <a:chOff x="286076" y="1717790"/>
            <a:chExt cx="11637156" cy="820894"/>
          </a:xfrm>
        </p:grpSpPr>
        <p:grpSp>
          <p:nvGrpSpPr>
            <p:cNvPr id="46" name="グループ化 45">
              <a:extLst>
                <a:ext uri="{FF2B5EF4-FFF2-40B4-BE49-F238E27FC236}">
                  <a16:creationId xmlns:a16="http://schemas.microsoft.com/office/drawing/2014/main" id="{3A5E24E5-C0AA-3A3B-9F7F-5D1F1B9756C0}"/>
                </a:ext>
              </a:extLst>
            </p:cNvPr>
            <p:cNvGrpSpPr/>
            <p:nvPr/>
          </p:nvGrpSpPr>
          <p:grpSpPr>
            <a:xfrm>
              <a:off x="286076" y="1717790"/>
              <a:ext cx="11637156" cy="820894"/>
              <a:chOff x="286076" y="502183"/>
              <a:chExt cx="11637156" cy="820894"/>
            </a:xfrm>
          </p:grpSpPr>
          <p:sp>
            <p:nvSpPr>
              <p:cNvPr id="47" name="矢印: 五方向 46">
                <a:extLst>
                  <a:ext uri="{FF2B5EF4-FFF2-40B4-BE49-F238E27FC236}">
                    <a16:creationId xmlns:a16="http://schemas.microsoft.com/office/drawing/2014/main" id="{E4A558C8-5CC2-C738-1B58-766E4C696095}"/>
                  </a:ext>
                </a:extLst>
              </p:cNvPr>
              <p:cNvSpPr/>
              <p:nvPr/>
            </p:nvSpPr>
            <p:spPr>
              <a:xfrm>
                <a:off x="11091637" y="502183"/>
                <a:ext cx="831595"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cxnSp>
            <p:nvCxnSpPr>
              <p:cNvPr id="48" name="直線コネクタ 47">
                <a:extLst>
                  <a:ext uri="{FF2B5EF4-FFF2-40B4-BE49-F238E27FC236}">
                    <a16:creationId xmlns:a16="http://schemas.microsoft.com/office/drawing/2014/main" id="{6DDAF034-73E6-D194-7D1F-76D6551E5967}"/>
                  </a:ext>
                </a:extLst>
              </p:cNvPr>
              <p:cNvCxnSpPr>
                <a:cxnSpLocks/>
              </p:cNvCxnSpPr>
              <p:nvPr/>
            </p:nvCxnSpPr>
            <p:spPr>
              <a:xfrm flipH="1">
                <a:off x="286076" y="1323077"/>
                <a:ext cx="11573995" cy="0"/>
              </a:xfrm>
              <a:prstGeom prst="line">
                <a:avLst/>
              </a:prstGeom>
              <a:ln w="38100">
                <a:solidFill>
                  <a:srgbClr val="7F7F7F"/>
                </a:solidFill>
                <a:prstDash val="solid"/>
              </a:ln>
            </p:spPr>
            <p:style>
              <a:lnRef idx="1">
                <a:schemeClr val="accent1"/>
              </a:lnRef>
              <a:fillRef idx="0">
                <a:schemeClr val="accent1"/>
              </a:fillRef>
              <a:effectRef idx="0">
                <a:schemeClr val="accent1"/>
              </a:effectRef>
              <a:fontRef idx="minor">
                <a:schemeClr val="tx1"/>
              </a:fontRef>
            </p:style>
          </p:cxnSp>
          <p:sp>
            <p:nvSpPr>
              <p:cNvPr id="49" name="正方形/長方形 48">
                <a:extLst>
                  <a:ext uri="{FF2B5EF4-FFF2-40B4-BE49-F238E27FC236}">
                    <a16:creationId xmlns:a16="http://schemas.microsoft.com/office/drawing/2014/main" id="{0F8F727D-72D6-E9A0-C865-5842D6C7D423}"/>
                  </a:ext>
                </a:extLst>
              </p:cNvPr>
              <p:cNvSpPr/>
              <p:nvPr/>
            </p:nvSpPr>
            <p:spPr>
              <a:xfrm>
                <a:off x="3176920" y="1073031"/>
                <a:ext cx="722973" cy="216000"/>
              </a:xfrm>
              <a:prstGeom prst="rect">
                <a:avLst/>
              </a:prstGeom>
              <a:solidFill>
                <a:srgbClr val="D0CECE"/>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8</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52" name="正方形/長方形 51">
                <a:extLst>
                  <a:ext uri="{FF2B5EF4-FFF2-40B4-BE49-F238E27FC236}">
                    <a16:creationId xmlns:a16="http://schemas.microsoft.com/office/drawing/2014/main" id="{7666F8B0-9379-FDB9-4DDD-6D20BAECE42B}"/>
                  </a:ext>
                </a:extLst>
              </p:cNvPr>
              <p:cNvSpPr/>
              <p:nvPr/>
            </p:nvSpPr>
            <p:spPr>
              <a:xfrm>
                <a:off x="10394712" y="1072796"/>
                <a:ext cx="722973"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6</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53" name="正方形/長方形 52">
                <a:extLst>
                  <a:ext uri="{FF2B5EF4-FFF2-40B4-BE49-F238E27FC236}">
                    <a16:creationId xmlns:a16="http://schemas.microsoft.com/office/drawing/2014/main" id="{B52FCB6F-2431-F922-5E0F-2F5FECCEE304}"/>
                  </a:ext>
                </a:extLst>
              </p:cNvPr>
              <p:cNvSpPr/>
              <p:nvPr/>
            </p:nvSpPr>
            <p:spPr>
              <a:xfrm>
                <a:off x="9673541" y="1072796"/>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5</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54" name="正方形/長方形 53">
                <a:extLst>
                  <a:ext uri="{FF2B5EF4-FFF2-40B4-BE49-F238E27FC236}">
                    <a16:creationId xmlns:a16="http://schemas.microsoft.com/office/drawing/2014/main" id="{DD04D90D-D0EB-65B4-D046-A71A18DEEC7C}"/>
                  </a:ext>
                </a:extLst>
              </p:cNvPr>
              <p:cNvSpPr/>
              <p:nvPr/>
            </p:nvSpPr>
            <p:spPr>
              <a:xfrm>
                <a:off x="1006031"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5</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55" name="正方形/長方形 54">
                <a:extLst>
                  <a:ext uri="{FF2B5EF4-FFF2-40B4-BE49-F238E27FC236}">
                    <a16:creationId xmlns:a16="http://schemas.microsoft.com/office/drawing/2014/main" id="{57291FFE-B26A-45E7-77BB-4B47C7FC9A9C}"/>
                  </a:ext>
                </a:extLst>
              </p:cNvPr>
              <p:cNvSpPr/>
              <p:nvPr/>
            </p:nvSpPr>
            <p:spPr>
              <a:xfrm>
                <a:off x="1727420" y="1073031"/>
                <a:ext cx="722973"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6</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56" name="正方形/長方形 55">
                <a:extLst>
                  <a:ext uri="{FF2B5EF4-FFF2-40B4-BE49-F238E27FC236}">
                    <a16:creationId xmlns:a16="http://schemas.microsoft.com/office/drawing/2014/main" id="{A6340D48-C420-3F93-C74B-738E828E3D0D}"/>
                  </a:ext>
                </a:extLst>
              </p:cNvPr>
              <p:cNvSpPr/>
              <p:nvPr/>
            </p:nvSpPr>
            <p:spPr>
              <a:xfrm>
                <a:off x="2452170"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7</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57" name="正方形/長方形 56">
                <a:extLst>
                  <a:ext uri="{FF2B5EF4-FFF2-40B4-BE49-F238E27FC236}">
                    <a16:creationId xmlns:a16="http://schemas.microsoft.com/office/drawing/2014/main" id="{18989314-E13B-BCB5-4767-DACF30E6D6D3}"/>
                  </a:ext>
                </a:extLst>
              </p:cNvPr>
              <p:cNvSpPr/>
              <p:nvPr/>
            </p:nvSpPr>
            <p:spPr>
              <a:xfrm>
                <a:off x="3902070"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9</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58" name="正方形/長方形 57">
                <a:extLst>
                  <a:ext uri="{FF2B5EF4-FFF2-40B4-BE49-F238E27FC236}">
                    <a16:creationId xmlns:a16="http://schemas.microsoft.com/office/drawing/2014/main" id="{94D54DA7-D81B-7DCC-4B10-3C3DDBFEBD4A}"/>
                  </a:ext>
                </a:extLst>
              </p:cNvPr>
              <p:cNvSpPr/>
              <p:nvPr/>
            </p:nvSpPr>
            <p:spPr>
              <a:xfrm>
                <a:off x="4626820" y="1073031"/>
                <a:ext cx="722973"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10</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59" name="正方形/長方形 58">
                <a:extLst>
                  <a:ext uri="{FF2B5EF4-FFF2-40B4-BE49-F238E27FC236}">
                    <a16:creationId xmlns:a16="http://schemas.microsoft.com/office/drawing/2014/main" id="{7281FC3A-9F20-8B8B-EC23-1D5F84AE00EB}"/>
                  </a:ext>
                </a:extLst>
              </p:cNvPr>
              <p:cNvSpPr/>
              <p:nvPr/>
            </p:nvSpPr>
            <p:spPr>
              <a:xfrm>
                <a:off x="5349986"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11</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60" name="正方形/長方形 59">
                <a:extLst>
                  <a:ext uri="{FF2B5EF4-FFF2-40B4-BE49-F238E27FC236}">
                    <a16:creationId xmlns:a16="http://schemas.microsoft.com/office/drawing/2014/main" id="{7146EB01-B4FF-6F1E-DAE0-CB0938AA46A8}"/>
                  </a:ext>
                </a:extLst>
              </p:cNvPr>
              <p:cNvSpPr/>
              <p:nvPr/>
            </p:nvSpPr>
            <p:spPr>
              <a:xfrm>
                <a:off x="6071375" y="1073031"/>
                <a:ext cx="722973"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12</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61" name="正方形/長方形 60">
                <a:extLst>
                  <a:ext uri="{FF2B5EF4-FFF2-40B4-BE49-F238E27FC236}">
                    <a16:creationId xmlns:a16="http://schemas.microsoft.com/office/drawing/2014/main" id="{38112DFE-2E5B-5B5D-7A2E-41DAD1D215FA}"/>
                  </a:ext>
                </a:extLst>
              </p:cNvPr>
              <p:cNvSpPr/>
              <p:nvPr/>
            </p:nvSpPr>
            <p:spPr>
              <a:xfrm>
                <a:off x="6796125"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1</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62" name="矢印: 五方向 61">
                <a:extLst>
                  <a:ext uri="{FF2B5EF4-FFF2-40B4-BE49-F238E27FC236}">
                    <a16:creationId xmlns:a16="http://schemas.microsoft.com/office/drawing/2014/main" id="{1475D8DC-8B9E-DE03-921D-C992A126D026}"/>
                  </a:ext>
                </a:extLst>
              </p:cNvPr>
              <p:cNvSpPr/>
              <p:nvPr/>
            </p:nvSpPr>
            <p:spPr>
              <a:xfrm>
                <a:off x="9015033" y="507620"/>
                <a:ext cx="2240064"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Q2</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63" name="正方形/長方形 62">
                <a:extLst>
                  <a:ext uri="{FF2B5EF4-FFF2-40B4-BE49-F238E27FC236}">
                    <a16:creationId xmlns:a16="http://schemas.microsoft.com/office/drawing/2014/main" id="{174E2FED-12E6-29D7-3516-A2221811B1D8}"/>
                  </a:ext>
                </a:extLst>
              </p:cNvPr>
              <p:cNvSpPr/>
              <p:nvPr/>
            </p:nvSpPr>
            <p:spPr>
              <a:xfrm>
                <a:off x="7523831" y="1073031"/>
                <a:ext cx="722973"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2</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64" name="正方形/長方形 63">
                <a:extLst>
                  <a:ext uri="{FF2B5EF4-FFF2-40B4-BE49-F238E27FC236}">
                    <a16:creationId xmlns:a16="http://schemas.microsoft.com/office/drawing/2014/main" id="{B60F44C2-A9D8-8679-4BCE-FB270BF458DC}"/>
                  </a:ext>
                </a:extLst>
              </p:cNvPr>
              <p:cNvSpPr/>
              <p:nvPr/>
            </p:nvSpPr>
            <p:spPr>
              <a:xfrm>
                <a:off x="8245220"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3</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65" name="正方形/長方形 64">
                <a:extLst>
                  <a:ext uri="{FF2B5EF4-FFF2-40B4-BE49-F238E27FC236}">
                    <a16:creationId xmlns:a16="http://schemas.microsoft.com/office/drawing/2014/main" id="{6595F3C4-C381-DA79-997F-0DD6EE7ED0A5}"/>
                  </a:ext>
                </a:extLst>
              </p:cNvPr>
              <p:cNvSpPr/>
              <p:nvPr/>
            </p:nvSpPr>
            <p:spPr>
              <a:xfrm>
                <a:off x="347523" y="1073031"/>
                <a:ext cx="658726"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4</a:t>
                </a:r>
              </a:p>
            </p:txBody>
          </p:sp>
          <p:sp>
            <p:nvSpPr>
              <p:cNvPr id="66" name="正方形/長方形 65">
                <a:extLst>
                  <a:ext uri="{FF2B5EF4-FFF2-40B4-BE49-F238E27FC236}">
                    <a16:creationId xmlns:a16="http://schemas.microsoft.com/office/drawing/2014/main" id="{547FCBF2-14CB-2DF1-2FCD-172F821F2EB2}"/>
                  </a:ext>
                </a:extLst>
              </p:cNvPr>
              <p:cNvSpPr/>
              <p:nvPr/>
            </p:nvSpPr>
            <p:spPr>
              <a:xfrm>
                <a:off x="8969970" y="1073031"/>
                <a:ext cx="703571" cy="213213"/>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4</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67" name="矢印: 五方向 66">
                <a:extLst>
                  <a:ext uri="{FF2B5EF4-FFF2-40B4-BE49-F238E27FC236}">
                    <a16:creationId xmlns:a16="http://schemas.microsoft.com/office/drawing/2014/main" id="{7CF015F4-2649-F915-E954-F3934247D805}"/>
                  </a:ext>
                </a:extLst>
              </p:cNvPr>
              <p:cNvSpPr/>
              <p:nvPr/>
            </p:nvSpPr>
            <p:spPr>
              <a:xfrm>
                <a:off x="6841188" y="507620"/>
                <a:ext cx="2345348"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Q1</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68" name="矢印: 五方向 67">
                <a:extLst>
                  <a:ext uri="{FF2B5EF4-FFF2-40B4-BE49-F238E27FC236}">
                    <a16:creationId xmlns:a16="http://schemas.microsoft.com/office/drawing/2014/main" id="{95FB9274-A36E-3F00-4F9E-FCF76552618F}"/>
                  </a:ext>
                </a:extLst>
              </p:cNvPr>
              <p:cNvSpPr/>
              <p:nvPr/>
            </p:nvSpPr>
            <p:spPr>
              <a:xfrm>
                <a:off x="4671883" y="507620"/>
                <a:ext cx="2345348"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Q4</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71" name="矢印: 五方向 70">
                <a:extLst>
                  <a:ext uri="{FF2B5EF4-FFF2-40B4-BE49-F238E27FC236}">
                    <a16:creationId xmlns:a16="http://schemas.microsoft.com/office/drawing/2014/main" id="{17429B84-8FB0-2D76-356E-8205701C6327}"/>
                  </a:ext>
                </a:extLst>
              </p:cNvPr>
              <p:cNvSpPr/>
              <p:nvPr/>
            </p:nvSpPr>
            <p:spPr>
              <a:xfrm>
                <a:off x="2500994" y="507620"/>
                <a:ext cx="2345348"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Q3</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72" name="矢印: 五方向 71">
                <a:extLst>
                  <a:ext uri="{FF2B5EF4-FFF2-40B4-BE49-F238E27FC236}">
                    <a16:creationId xmlns:a16="http://schemas.microsoft.com/office/drawing/2014/main" id="{01143219-8AB5-9467-8C17-570F84F263C2}"/>
                  </a:ext>
                </a:extLst>
              </p:cNvPr>
              <p:cNvSpPr/>
              <p:nvPr/>
            </p:nvSpPr>
            <p:spPr>
              <a:xfrm>
                <a:off x="330105" y="507620"/>
                <a:ext cx="2345348"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Q2</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73" name="矢印: 五方向 72">
                <a:extLst>
                  <a:ext uri="{FF2B5EF4-FFF2-40B4-BE49-F238E27FC236}">
                    <a16:creationId xmlns:a16="http://schemas.microsoft.com/office/drawing/2014/main" id="{52DD5CC9-00C2-BCE2-6956-2A1C81FFD1F6}"/>
                  </a:ext>
                </a:extLst>
              </p:cNvPr>
              <p:cNvSpPr/>
              <p:nvPr/>
            </p:nvSpPr>
            <p:spPr>
              <a:xfrm>
                <a:off x="9673541" y="784903"/>
                <a:ext cx="2240064" cy="260468"/>
              </a:xfrm>
              <a:prstGeom prst="homePlate">
                <a:avLst/>
              </a:prstGeom>
              <a:solidFill>
                <a:schemeClr val="accent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TWQ4</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74" name="矢印: 五方向 73">
                <a:extLst>
                  <a:ext uri="{FF2B5EF4-FFF2-40B4-BE49-F238E27FC236}">
                    <a16:creationId xmlns:a16="http://schemas.microsoft.com/office/drawing/2014/main" id="{78636EF2-8624-EC54-8E18-47AC39D76D6D}"/>
                  </a:ext>
                </a:extLst>
              </p:cNvPr>
              <p:cNvSpPr/>
              <p:nvPr/>
            </p:nvSpPr>
            <p:spPr>
              <a:xfrm>
                <a:off x="7499696" y="784903"/>
                <a:ext cx="2345348" cy="260468"/>
              </a:xfrm>
              <a:prstGeom prst="homePlate">
                <a:avLst/>
              </a:prstGeom>
              <a:solidFill>
                <a:schemeClr val="accent5">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TWQ3</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75" name="矢印: 五方向 74">
                <a:extLst>
                  <a:ext uri="{FF2B5EF4-FFF2-40B4-BE49-F238E27FC236}">
                    <a16:creationId xmlns:a16="http://schemas.microsoft.com/office/drawing/2014/main" id="{CD4C78DD-F9D1-7D87-A15B-60B31A16EFDC}"/>
                  </a:ext>
                </a:extLst>
              </p:cNvPr>
              <p:cNvSpPr/>
              <p:nvPr/>
            </p:nvSpPr>
            <p:spPr>
              <a:xfrm>
                <a:off x="5330391" y="784903"/>
                <a:ext cx="2345348" cy="260468"/>
              </a:xfrm>
              <a:prstGeom prst="homePlate">
                <a:avLst/>
              </a:prstGeom>
              <a:solidFill>
                <a:schemeClr val="accent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TWQ2</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77" name="矢印: 五方向 76">
                <a:extLst>
                  <a:ext uri="{FF2B5EF4-FFF2-40B4-BE49-F238E27FC236}">
                    <a16:creationId xmlns:a16="http://schemas.microsoft.com/office/drawing/2014/main" id="{55FD6FE2-019D-3BD7-D8C9-3A10BE1AA48A}"/>
                  </a:ext>
                </a:extLst>
              </p:cNvPr>
              <p:cNvSpPr/>
              <p:nvPr/>
            </p:nvSpPr>
            <p:spPr>
              <a:xfrm>
                <a:off x="3159502" y="784903"/>
                <a:ext cx="2345348" cy="260468"/>
              </a:xfrm>
              <a:prstGeom prst="homePlate">
                <a:avLst/>
              </a:prstGeom>
              <a:solidFill>
                <a:schemeClr val="accent5">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TWQ1</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78" name="矢印: 五方向 77">
                <a:extLst>
                  <a:ext uri="{FF2B5EF4-FFF2-40B4-BE49-F238E27FC236}">
                    <a16:creationId xmlns:a16="http://schemas.microsoft.com/office/drawing/2014/main" id="{6C8E6B5E-B3A8-6FAB-5BF3-91AE06489BB6}"/>
                  </a:ext>
                </a:extLst>
              </p:cNvPr>
              <p:cNvSpPr/>
              <p:nvPr/>
            </p:nvSpPr>
            <p:spPr>
              <a:xfrm>
                <a:off x="988613" y="784903"/>
                <a:ext cx="2345348" cy="260468"/>
              </a:xfrm>
              <a:prstGeom prst="homePlate">
                <a:avLst/>
              </a:prstGeom>
              <a:solidFill>
                <a:schemeClr val="accent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TWQ4</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79" name="矢印: 五方向 78">
                <a:extLst>
                  <a:ext uri="{FF2B5EF4-FFF2-40B4-BE49-F238E27FC236}">
                    <a16:creationId xmlns:a16="http://schemas.microsoft.com/office/drawing/2014/main" id="{8CC08914-6090-D5C9-F9CB-16D6A764C9DA}"/>
                  </a:ext>
                </a:extLst>
              </p:cNvPr>
              <p:cNvSpPr/>
              <p:nvPr/>
            </p:nvSpPr>
            <p:spPr>
              <a:xfrm>
                <a:off x="330105" y="784742"/>
                <a:ext cx="831595" cy="260468"/>
              </a:xfrm>
              <a:prstGeom prst="homePlate">
                <a:avLst/>
              </a:prstGeom>
              <a:solidFill>
                <a:schemeClr val="accent5">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grpSp>
        <p:sp>
          <p:nvSpPr>
            <p:cNvPr id="80" name="正方形/長方形 79">
              <a:extLst>
                <a:ext uri="{FF2B5EF4-FFF2-40B4-BE49-F238E27FC236}">
                  <a16:creationId xmlns:a16="http://schemas.microsoft.com/office/drawing/2014/main" id="{7BFED710-31FC-5E3E-7C52-7DC65F05B729}"/>
                </a:ext>
              </a:extLst>
            </p:cNvPr>
            <p:cNvSpPr/>
            <p:nvPr/>
          </p:nvSpPr>
          <p:spPr>
            <a:xfrm>
              <a:off x="11131406" y="2293230"/>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7</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grpSp>
      <p:grpSp>
        <p:nvGrpSpPr>
          <p:cNvPr id="205" name="グループ化 204">
            <a:extLst>
              <a:ext uri="{FF2B5EF4-FFF2-40B4-BE49-F238E27FC236}">
                <a16:creationId xmlns:a16="http://schemas.microsoft.com/office/drawing/2014/main" id="{74257879-96BC-ADB5-2BEE-73977671A805}"/>
              </a:ext>
            </a:extLst>
          </p:cNvPr>
          <p:cNvGrpSpPr/>
          <p:nvPr/>
        </p:nvGrpSpPr>
        <p:grpSpPr>
          <a:xfrm>
            <a:off x="277422" y="3415471"/>
            <a:ext cx="11637156" cy="820894"/>
            <a:chOff x="277422" y="3292034"/>
            <a:chExt cx="11637156" cy="820894"/>
          </a:xfrm>
        </p:grpSpPr>
        <p:grpSp>
          <p:nvGrpSpPr>
            <p:cNvPr id="82" name="グループ化 81">
              <a:extLst>
                <a:ext uri="{FF2B5EF4-FFF2-40B4-BE49-F238E27FC236}">
                  <a16:creationId xmlns:a16="http://schemas.microsoft.com/office/drawing/2014/main" id="{CADD5609-87BC-3A4E-46E3-6AA5751FEF3B}"/>
                </a:ext>
              </a:extLst>
            </p:cNvPr>
            <p:cNvGrpSpPr/>
            <p:nvPr/>
          </p:nvGrpSpPr>
          <p:grpSpPr>
            <a:xfrm>
              <a:off x="277422" y="3292034"/>
              <a:ext cx="11637156" cy="820894"/>
              <a:chOff x="286076" y="502183"/>
              <a:chExt cx="11637156" cy="820894"/>
            </a:xfrm>
          </p:grpSpPr>
          <p:sp>
            <p:nvSpPr>
              <p:cNvPr id="83" name="矢印: 五方向 82">
                <a:extLst>
                  <a:ext uri="{FF2B5EF4-FFF2-40B4-BE49-F238E27FC236}">
                    <a16:creationId xmlns:a16="http://schemas.microsoft.com/office/drawing/2014/main" id="{95769065-B789-0F24-78E8-12209278F3A6}"/>
                  </a:ext>
                </a:extLst>
              </p:cNvPr>
              <p:cNvSpPr/>
              <p:nvPr/>
            </p:nvSpPr>
            <p:spPr>
              <a:xfrm>
                <a:off x="11091637" y="502183"/>
                <a:ext cx="831595"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cxnSp>
            <p:nvCxnSpPr>
              <p:cNvPr id="84" name="直線コネクタ 83">
                <a:extLst>
                  <a:ext uri="{FF2B5EF4-FFF2-40B4-BE49-F238E27FC236}">
                    <a16:creationId xmlns:a16="http://schemas.microsoft.com/office/drawing/2014/main" id="{F525BBCB-F02F-EC52-132F-B3C685EBB91A}"/>
                  </a:ext>
                </a:extLst>
              </p:cNvPr>
              <p:cNvCxnSpPr>
                <a:cxnSpLocks/>
              </p:cNvCxnSpPr>
              <p:nvPr/>
            </p:nvCxnSpPr>
            <p:spPr>
              <a:xfrm flipH="1">
                <a:off x="286076" y="1323077"/>
                <a:ext cx="11573995" cy="0"/>
              </a:xfrm>
              <a:prstGeom prst="line">
                <a:avLst/>
              </a:prstGeom>
              <a:ln w="38100">
                <a:solidFill>
                  <a:srgbClr val="7F7F7F"/>
                </a:solidFill>
                <a:prstDash val="solid"/>
              </a:ln>
            </p:spPr>
            <p:style>
              <a:lnRef idx="1">
                <a:schemeClr val="accent1"/>
              </a:lnRef>
              <a:fillRef idx="0">
                <a:schemeClr val="accent1"/>
              </a:fillRef>
              <a:effectRef idx="0">
                <a:schemeClr val="accent1"/>
              </a:effectRef>
              <a:fontRef idx="minor">
                <a:schemeClr val="tx1"/>
              </a:fontRef>
            </p:style>
          </p:cxnSp>
          <p:sp>
            <p:nvSpPr>
              <p:cNvPr id="85" name="正方形/長方形 84">
                <a:extLst>
                  <a:ext uri="{FF2B5EF4-FFF2-40B4-BE49-F238E27FC236}">
                    <a16:creationId xmlns:a16="http://schemas.microsoft.com/office/drawing/2014/main" id="{232AA5B3-FD1A-B01B-3E19-FDA0E513A0E3}"/>
                  </a:ext>
                </a:extLst>
              </p:cNvPr>
              <p:cNvSpPr/>
              <p:nvPr/>
            </p:nvSpPr>
            <p:spPr>
              <a:xfrm>
                <a:off x="3176920" y="1073031"/>
                <a:ext cx="722973" cy="216000"/>
              </a:xfrm>
              <a:prstGeom prst="rect">
                <a:avLst/>
              </a:prstGeom>
              <a:solidFill>
                <a:srgbClr val="D0CECE"/>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11</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86" name="正方形/長方形 85">
                <a:extLst>
                  <a:ext uri="{FF2B5EF4-FFF2-40B4-BE49-F238E27FC236}">
                    <a16:creationId xmlns:a16="http://schemas.microsoft.com/office/drawing/2014/main" id="{0CA7B273-A253-62B0-B0C2-FE12CF0EDFE8}"/>
                  </a:ext>
                </a:extLst>
              </p:cNvPr>
              <p:cNvSpPr/>
              <p:nvPr/>
            </p:nvSpPr>
            <p:spPr>
              <a:xfrm>
                <a:off x="10394712" y="1072796"/>
                <a:ext cx="722973"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9</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88" name="正方形/長方形 87">
                <a:extLst>
                  <a:ext uri="{FF2B5EF4-FFF2-40B4-BE49-F238E27FC236}">
                    <a16:creationId xmlns:a16="http://schemas.microsoft.com/office/drawing/2014/main" id="{5088A89F-58C9-0BF8-484A-5C50F25D7B02}"/>
                  </a:ext>
                </a:extLst>
              </p:cNvPr>
              <p:cNvSpPr/>
              <p:nvPr/>
            </p:nvSpPr>
            <p:spPr>
              <a:xfrm>
                <a:off x="9673541" y="1072796"/>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8</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89" name="正方形/長方形 88">
                <a:extLst>
                  <a:ext uri="{FF2B5EF4-FFF2-40B4-BE49-F238E27FC236}">
                    <a16:creationId xmlns:a16="http://schemas.microsoft.com/office/drawing/2014/main" id="{89EB81D2-818C-0A71-4FC9-C4D8CEDC24C4}"/>
                  </a:ext>
                </a:extLst>
              </p:cNvPr>
              <p:cNvSpPr/>
              <p:nvPr/>
            </p:nvSpPr>
            <p:spPr>
              <a:xfrm>
                <a:off x="1006031"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8</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90" name="正方形/長方形 89">
                <a:extLst>
                  <a:ext uri="{FF2B5EF4-FFF2-40B4-BE49-F238E27FC236}">
                    <a16:creationId xmlns:a16="http://schemas.microsoft.com/office/drawing/2014/main" id="{46E9C7BC-107E-0E26-E229-6E8A61D6EE59}"/>
                  </a:ext>
                </a:extLst>
              </p:cNvPr>
              <p:cNvSpPr/>
              <p:nvPr/>
            </p:nvSpPr>
            <p:spPr>
              <a:xfrm>
                <a:off x="1727420" y="1073031"/>
                <a:ext cx="722973"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9</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91" name="正方形/長方形 90">
                <a:extLst>
                  <a:ext uri="{FF2B5EF4-FFF2-40B4-BE49-F238E27FC236}">
                    <a16:creationId xmlns:a16="http://schemas.microsoft.com/office/drawing/2014/main" id="{D282C3A3-81ED-76F5-3DD8-1A7FA87E2798}"/>
                  </a:ext>
                </a:extLst>
              </p:cNvPr>
              <p:cNvSpPr/>
              <p:nvPr/>
            </p:nvSpPr>
            <p:spPr>
              <a:xfrm>
                <a:off x="2452170"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10</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92" name="正方形/長方形 91">
                <a:extLst>
                  <a:ext uri="{FF2B5EF4-FFF2-40B4-BE49-F238E27FC236}">
                    <a16:creationId xmlns:a16="http://schemas.microsoft.com/office/drawing/2014/main" id="{C10AB6C8-30A0-ECF5-6F56-BC407E75B532}"/>
                  </a:ext>
                </a:extLst>
              </p:cNvPr>
              <p:cNvSpPr/>
              <p:nvPr/>
            </p:nvSpPr>
            <p:spPr>
              <a:xfrm>
                <a:off x="3902070"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12</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04" name="正方形/長方形 103">
                <a:extLst>
                  <a:ext uri="{FF2B5EF4-FFF2-40B4-BE49-F238E27FC236}">
                    <a16:creationId xmlns:a16="http://schemas.microsoft.com/office/drawing/2014/main" id="{E860EB03-CD6E-DEBC-5D96-4B8B9BACB9E1}"/>
                  </a:ext>
                </a:extLst>
              </p:cNvPr>
              <p:cNvSpPr/>
              <p:nvPr/>
            </p:nvSpPr>
            <p:spPr>
              <a:xfrm>
                <a:off x="4626820" y="1073031"/>
                <a:ext cx="722973"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1</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06" name="正方形/長方形 105">
                <a:extLst>
                  <a:ext uri="{FF2B5EF4-FFF2-40B4-BE49-F238E27FC236}">
                    <a16:creationId xmlns:a16="http://schemas.microsoft.com/office/drawing/2014/main" id="{7CD76A8E-0F11-5C64-802D-E5AFA95D31AD}"/>
                  </a:ext>
                </a:extLst>
              </p:cNvPr>
              <p:cNvSpPr/>
              <p:nvPr/>
            </p:nvSpPr>
            <p:spPr>
              <a:xfrm>
                <a:off x="5349986"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2</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07" name="正方形/長方形 106">
                <a:extLst>
                  <a:ext uri="{FF2B5EF4-FFF2-40B4-BE49-F238E27FC236}">
                    <a16:creationId xmlns:a16="http://schemas.microsoft.com/office/drawing/2014/main" id="{0AB0E01C-031E-803C-4C02-A4F44914579B}"/>
                  </a:ext>
                </a:extLst>
              </p:cNvPr>
              <p:cNvSpPr/>
              <p:nvPr/>
            </p:nvSpPr>
            <p:spPr>
              <a:xfrm>
                <a:off x="6071375" y="1073031"/>
                <a:ext cx="722973"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3</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08" name="正方形/長方形 107">
                <a:extLst>
                  <a:ext uri="{FF2B5EF4-FFF2-40B4-BE49-F238E27FC236}">
                    <a16:creationId xmlns:a16="http://schemas.microsoft.com/office/drawing/2014/main" id="{AF8A074F-9D98-7046-1FC0-E018A4EC5893}"/>
                  </a:ext>
                </a:extLst>
              </p:cNvPr>
              <p:cNvSpPr/>
              <p:nvPr/>
            </p:nvSpPr>
            <p:spPr>
              <a:xfrm>
                <a:off x="6796125"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4</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09" name="矢印: 五方向 108">
                <a:extLst>
                  <a:ext uri="{FF2B5EF4-FFF2-40B4-BE49-F238E27FC236}">
                    <a16:creationId xmlns:a16="http://schemas.microsoft.com/office/drawing/2014/main" id="{5E23CAEF-873F-9D98-BCD6-88C0CD33171B}"/>
                  </a:ext>
                </a:extLst>
              </p:cNvPr>
              <p:cNvSpPr/>
              <p:nvPr/>
            </p:nvSpPr>
            <p:spPr>
              <a:xfrm>
                <a:off x="9015033" y="507620"/>
                <a:ext cx="2240064"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Q3</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10" name="正方形/長方形 109">
                <a:extLst>
                  <a:ext uri="{FF2B5EF4-FFF2-40B4-BE49-F238E27FC236}">
                    <a16:creationId xmlns:a16="http://schemas.microsoft.com/office/drawing/2014/main" id="{005A8DD9-8F4F-54C6-CB22-6487EED6706D}"/>
                  </a:ext>
                </a:extLst>
              </p:cNvPr>
              <p:cNvSpPr/>
              <p:nvPr/>
            </p:nvSpPr>
            <p:spPr>
              <a:xfrm>
                <a:off x="7523831" y="1073031"/>
                <a:ext cx="722973"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5</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14" name="正方形/長方形 113">
                <a:extLst>
                  <a:ext uri="{FF2B5EF4-FFF2-40B4-BE49-F238E27FC236}">
                    <a16:creationId xmlns:a16="http://schemas.microsoft.com/office/drawing/2014/main" id="{E9CD4056-6BD0-2C11-9829-619562CC04A9}"/>
                  </a:ext>
                </a:extLst>
              </p:cNvPr>
              <p:cNvSpPr/>
              <p:nvPr/>
            </p:nvSpPr>
            <p:spPr>
              <a:xfrm>
                <a:off x="8245220"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6</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19" name="正方形/長方形 118">
                <a:extLst>
                  <a:ext uri="{FF2B5EF4-FFF2-40B4-BE49-F238E27FC236}">
                    <a16:creationId xmlns:a16="http://schemas.microsoft.com/office/drawing/2014/main" id="{EB126CC6-C8FB-798B-719B-CC2AFE8504E7}"/>
                  </a:ext>
                </a:extLst>
              </p:cNvPr>
              <p:cNvSpPr/>
              <p:nvPr/>
            </p:nvSpPr>
            <p:spPr>
              <a:xfrm>
                <a:off x="347523" y="1073031"/>
                <a:ext cx="658726"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7</a:t>
                </a:r>
              </a:p>
            </p:txBody>
          </p:sp>
          <p:sp>
            <p:nvSpPr>
              <p:cNvPr id="121" name="正方形/長方形 120">
                <a:extLst>
                  <a:ext uri="{FF2B5EF4-FFF2-40B4-BE49-F238E27FC236}">
                    <a16:creationId xmlns:a16="http://schemas.microsoft.com/office/drawing/2014/main" id="{981CAC06-B140-FD8A-B06C-C51CA118EAAF}"/>
                  </a:ext>
                </a:extLst>
              </p:cNvPr>
              <p:cNvSpPr/>
              <p:nvPr/>
            </p:nvSpPr>
            <p:spPr>
              <a:xfrm>
                <a:off x="8969970" y="1073031"/>
                <a:ext cx="703571" cy="213213"/>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7</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24" name="矢印: 五方向 123">
                <a:extLst>
                  <a:ext uri="{FF2B5EF4-FFF2-40B4-BE49-F238E27FC236}">
                    <a16:creationId xmlns:a16="http://schemas.microsoft.com/office/drawing/2014/main" id="{BD9C79A9-7D63-CFAC-07DD-F63A0AAAC14D}"/>
                  </a:ext>
                </a:extLst>
              </p:cNvPr>
              <p:cNvSpPr/>
              <p:nvPr/>
            </p:nvSpPr>
            <p:spPr>
              <a:xfrm>
                <a:off x="6841188" y="507620"/>
                <a:ext cx="2345348"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Q2</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29" name="矢印: 五方向 128">
                <a:extLst>
                  <a:ext uri="{FF2B5EF4-FFF2-40B4-BE49-F238E27FC236}">
                    <a16:creationId xmlns:a16="http://schemas.microsoft.com/office/drawing/2014/main" id="{0A009EDD-677F-155B-CAD0-D7DCCDC2FB81}"/>
                  </a:ext>
                </a:extLst>
              </p:cNvPr>
              <p:cNvSpPr/>
              <p:nvPr/>
            </p:nvSpPr>
            <p:spPr>
              <a:xfrm>
                <a:off x="4671883" y="507620"/>
                <a:ext cx="2345348"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Q1</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33" name="矢印: 五方向 132">
                <a:extLst>
                  <a:ext uri="{FF2B5EF4-FFF2-40B4-BE49-F238E27FC236}">
                    <a16:creationId xmlns:a16="http://schemas.microsoft.com/office/drawing/2014/main" id="{5C537812-86CF-B11B-B560-DB4F96D479D8}"/>
                  </a:ext>
                </a:extLst>
              </p:cNvPr>
              <p:cNvSpPr/>
              <p:nvPr/>
            </p:nvSpPr>
            <p:spPr>
              <a:xfrm>
                <a:off x="2500994" y="507620"/>
                <a:ext cx="2345348"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Q4</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36" name="矢印: 五方向 135">
                <a:extLst>
                  <a:ext uri="{FF2B5EF4-FFF2-40B4-BE49-F238E27FC236}">
                    <a16:creationId xmlns:a16="http://schemas.microsoft.com/office/drawing/2014/main" id="{51FACC1D-01BE-BAF0-A09A-08B7E9E6B2A2}"/>
                  </a:ext>
                </a:extLst>
              </p:cNvPr>
              <p:cNvSpPr/>
              <p:nvPr/>
            </p:nvSpPr>
            <p:spPr>
              <a:xfrm>
                <a:off x="330105" y="507620"/>
                <a:ext cx="2345348"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Q3</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37" name="矢印: 五方向 136">
                <a:extLst>
                  <a:ext uri="{FF2B5EF4-FFF2-40B4-BE49-F238E27FC236}">
                    <a16:creationId xmlns:a16="http://schemas.microsoft.com/office/drawing/2014/main" id="{9055EB43-BC9D-4DC4-825F-64D3AFFD2195}"/>
                  </a:ext>
                </a:extLst>
              </p:cNvPr>
              <p:cNvSpPr/>
              <p:nvPr/>
            </p:nvSpPr>
            <p:spPr>
              <a:xfrm>
                <a:off x="9673541" y="784903"/>
                <a:ext cx="2240064" cy="260468"/>
              </a:xfrm>
              <a:prstGeom prst="homePlate">
                <a:avLst/>
              </a:prstGeom>
              <a:solidFill>
                <a:schemeClr val="accent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TWQ1</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38" name="矢印: 五方向 137">
                <a:extLst>
                  <a:ext uri="{FF2B5EF4-FFF2-40B4-BE49-F238E27FC236}">
                    <a16:creationId xmlns:a16="http://schemas.microsoft.com/office/drawing/2014/main" id="{C561AB22-B703-DD3F-0656-14DB3D21D9F1}"/>
                  </a:ext>
                </a:extLst>
              </p:cNvPr>
              <p:cNvSpPr/>
              <p:nvPr/>
            </p:nvSpPr>
            <p:spPr>
              <a:xfrm>
                <a:off x="7499696" y="784903"/>
                <a:ext cx="2345348" cy="260468"/>
              </a:xfrm>
              <a:prstGeom prst="homePlate">
                <a:avLst/>
              </a:prstGeom>
              <a:solidFill>
                <a:schemeClr val="accent5">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TWQ4</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39" name="矢印: 五方向 138">
                <a:extLst>
                  <a:ext uri="{FF2B5EF4-FFF2-40B4-BE49-F238E27FC236}">
                    <a16:creationId xmlns:a16="http://schemas.microsoft.com/office/drawing/2014/main" id="{3D637D9A-D292-7C2E-1F6B-33DA0A2E4423}"/>
                  </a:ext>
                </a:extLst>
              </p:cNvPr>
              <p:cNvSpPr/>
              <p:nvPr/>
            </p:nvSpPr>
            <p:spPr>
              <a:xfrm>
                <a:off x="5330391" y="784903"/>
                <a:ext cx="2345348" cy="260468"/>
              </a:xfrm>
              <a:prstGeom prst="homePlate">
                <a:avLst/>
              </a:prstGeom>
              <a:solidFill>
                <a:schemeClr val="accent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TWQ3</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40" name="矢印: 五方向 139">
                <a:extLst>
                  <a:ext uri="{FF2B5EF4-FFF2-40B4-BE49-F238E27FC236}">
                    <a16:creationId xmlns:a16="http://schemas.microsoft.com/office/drawing/2014/main" id="{550C3C38-0FF0-C876-BD47-3F665CB6C10C}"/>
                  </a:ext>
                </a:extLst>
              </p:cNvPr>
              <p:cNvSpPr/>
              <p:nvPr/>
            </p:nvSpPr>
            <p:spPr>
              <a:xfrm>
                <a:off x="3159502" y="784903"/>
                <a:ext cx="2345348" cy="260468"/>
              </a:xfrm>
              <a:prstGeom prst="homePlate">
                <a:avLst/>
              </a:prstGeom>
              <a:solidFill>
                <a:schemeClr val="accent5">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TWQ2</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44" name="矢印: 五方向 143">
                <a:extLst>
                  <a:ext uri="{FF2B5EF4-FFF2-40B4-BE49-F238E27FC236}">
                    <a16:creationId xmlns:a16="http://schemas.microsoft.com/office/drawing/2014/main" id="{2A3A9D50-E14F-3ED1-187C-610331368248}"/>
                  </a:ext>
                </a:extLst>
              </p:cNvPr>
              <p:cNvSpPr/>
              <p:nvPr/>
            </p:nvSpPr>
            <p:spPr>
              <a:xfrm>
                <a:off x="988613" y="784903"/>
                <a:ext cx="2345348" cy="260468"/>
              </a:xfrm>
              <a:prstGeom prst="homePlate">
                <a:avLst/>
              </a:prstGeom>
              <a:solidFill>
                <a:schemeClr val="accent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TWQ1</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145" name="矢印: 五方向 144">
                <a:extLst>
                  <a:ext uri="{FF2B5EF4-FFF2-40B4-BE49-F238E27FC236}">
                    <a16:creationId xmlns:a16="http://schemas.microsoft.com/office/drawing/2014/main" id="{A0CAE785-59D4-84EE-4671-5D8966CF4F2B}"/>
                  </a:ext>
                </a:extLst>
              </p:cNvPr>
              <p:cNvSpPr/>
              <p:nvPr/>
            </p:nvSpPr>
            <p:spPr>
              <a:xfrm>
                <a:off x="330105" y="784742"/>
                <a:ext cx="831595" cy="260468"/>
              </a:xfrm>
              <a:prstGeom prst="homePlate">
                <a:avLst/>
              </a:prstGeom>
              <a:solidFill>
                <a:schemeClr val="accent5">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grpSp>
        <p:sp>
          <p:nvSpPr>
            <p:cNvPr id="204" name="正方形/長方形 203">
              <a:extLst>
                <a:ext uri="{FF2B5EF4-FFF2-40B4-BE49-F238E27FC236}">
                  <a16:creationId xmlns:a16="http://schemas.microsoft.com/office/drawing/2014/main" id="{5724B8C8-9689-C8D3-ACFA-BD76C67AF979}"/>
                </a:ext>
              </a:extLst>
            </p:cNvPr>
            <p:cNvSpPr/>
            <p:nvPr/>
          </p:nvSpPr>
          <p:spPr>
            <a:xfrm>
              <a:off x="11114980" y="3862554"/>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10</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grpSp>
      <p:grpSp>
        <p:nvGrpSpPr>
          <p:cNvPr id="237" name="グループ化 236">
            <a:extLst>
              <a:ext uri="{FF2B5EF4-FFF2-40B4-BE49-F238E27FC236}">
                <a16:creationId xmlns:a16="http://schemas.microsoft.com/office/drawing/2014/main" id="{B52AFB40-0332-0C0B-7569-7988BD0C8C16}"/>
              </a:ext>
            </a:extLst>
          </p:cNvPr>
          <p:cNvGrpSpPr/>
          <p:nvPr/>
        </p:nvGrpSpPr>
        <p:grpSpPr>
          <a:xfrm>
            <a:off x="277422" y="4427603"/>
            <a:ext cx="11637156" cy="820894"/>
            <a:chOff x="330105" y="902913"/>
            <a:chExt cx="11637156" cy="820894"/>
          </a:xfrm>
        </p:grpSpPr>
        <p:grpSp>
          <p:nvGrpSpPr>
            <p:cNvPr id="206" name="グループ化 205">
              <a:extLst>
                <a:ext uri="{FF2B5EF4-FFF2-40B4-BE49-F238E27FC236}">
                  <a16:creationId xmlns:a16="http://schemas.microsoft.com/office/drawing/2014/main" id="{E103DE27-6681-0E5F-EFB5-FFBD5F328E40}"/>
                </a:ext>
              </a:extLst>
            </p:cNvPr>
            <p:cNvGrpSpPr/>
            <p:nvPr/>
          </p:nvGrpSpPr>
          <p:grpSpPr>
            <a:xfrm>
              <a:off x="330105" y="902913"/>
              <a:ext cx="11637156" cy="820894"/>
              <a:chOff x="286076" y="502183"/>
              <a:chExt cx="11637156" cy="820894"/>
            </a:xfrm>
          </p:grpSpPr>
          <p:sp>
            <p:nvSpPr>
              <p:cNvPr id="207" name="矢印: 五方向 206">
                <a:extLst>
                  <a:ext uri="{FF2B5EF4-FFF2-40B4-BE49-F238E27FC236}">
                    <a16:creationId xmlns:a16="http://schemas.microsoft.com/office/drawing/2014/main" id="{CAECC145-E0A9-25E7-8A52-70A3AAA5474E}"/>
                  </a:ext>
                </a:extLst>
              </p:cNvPr>
              <p:cNvSpPr/>
              <p:nvPr/>
            </p:nvSpPr>
            <p:spPr>
              <a:xfrm>
                <a:off x="11091637" y="502183"/>
                <a:ext cx="831595"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cxnSp>
            <p:nvCxnSpPr>
              <p:cNvPr id="208" name="直線コネクタ 207">
                <a:extLst>
                  <a:ext uri="{FF2B5EF4-FFF2-40B4-BE49-F238E27FC236}">
                    <a16:creationId xmlns:a16="http://schemas.microsoft.com/office/drawing/2014/main" id="{86D7CA07-E7D6-FC51-D53D-F233D4D9D567}"/>
                  </a:ext>
                </a:extLst>
              </p:cNvPr>
              <p:cNvCxnSpPr>
                <a:cxnSpLocks/>
              </p:cNvCxnSpPr>
              <p:nvPr/>
            </p:nvCxnSpPr>
            <p:spPr>
              <a:xfrm flipH="1">
                <a:off x="286076" y="1323077"/>
                <a:ext cx="11573995" cy="0"/>
              </a:xfrm>
              <a:prstGeom prst="line">
                <a:avLst/>
              </a:prstGeom>
              <a:ln w="38100">
                <a:solidFill>
                  <a:srgbClr val="7F7F7F"/>
                </a:solidFill>
                <a:prstDash val="solid"/>
              </a:ln>
            </p:spPr>
            <p:style>
              <a:lnRef idx="1">
                <a:schemeClr val="accent1"/>
              </a:lnRef>
              <a:fillRef idx="0">
                <a:schemeClr val="accent1"/>
              </a:fillRef>
              <a:effectRef idx="0">
                <a:schemeClr val="accent1"/>
              </a:effectRef>
              <a:fontRef idx="minor">
                <a:schemeClr val="tx1"/>
              </a:fontRef>
            </p:style>
          </p:cxnSp>
          <p:sp>
            <p:nvSpPr>
              <p:cNvPr id="209" name="正方形/長方形 208">
                <a:extLst>
                  <a:ext uri="{FF2B5EF4-FFF2-40B4-BE49-F238E27FC236}">
                    <a16:creationId xmlns:a16="http://schemas.microsoft.com/office/drawing/2014/main" id="{A4894BC5-8E0F-0B0C-88BE-77F73F639826}"/>
                  </a:ext>
                </a:extLst>
              </p:cNvPr>
              <p:cNvSpPr/>
              <p:nvPr/>
            </p:nvSpPr>
            <p:spPr>
              <a:xfrm>
                <a:off x="3176920" y="1073031"/>
                <a:ext cx="722973" cy="216000"/>
              </a:xfrm>
              <a:prstGeom prst="rect">
                <a:avLst/>
              </a:prstGeom>
              <a:solidFill>
                <a:srgbClr val="D0CECE"/>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2</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210" name="正方形/長方形 209">
                <a:extLst>
                  <a:ext uri="{FF2B5EF4-FFF2-40B4-BE49-F238E27FC236}">
                    <a16:creationId xmlns:a16="http://schemas.microsoft.com/office/drawing/2014/main" id="{82EF2636-CD5B-8626-901A-9664E9AE02A2}"/>
                  </a:ext>
                </a:extLst>
              </p:cNvPr>
              <p:cNvSpPr/>
              <p:nvPr/>
            </p:nvSpPr>
            <p:spPr>
              <a:xfrm>
                <a:off x="10394712" y="1072796"/>
                <a:ext cx="722973"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12</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211" name="正方形/長方形 210">
                <a:extLst>
                  <a:ext uri="{FF2B5EF4-FFF2-40B4-BE49-F238E27FC236}">
                    <a16:creationId xmlns:a16="http://schemas.microsoft.com/office/drawing/2014/main" id="{5833D87F-4306-2671-272A-F4EE795FB1A7}"/>
                  </a:ext>
                </a:extLst>
              </p:cNvPr>
              <p:cNvSpPr/>
              <p:nvPr/>
            </p:nvSpPr>
            <p:spPr>
              <a:xfrm>
                <a:off x="9673541" y="1072796"/>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11</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212" name="正方形/長方形 211">
                <a:extLst>
                  <a:ext uri="{FF2B5EF4-FFF2-40B4-BE49-F238E27FC236}">
                    <a16:creationId xmlns:a16="http://schemas.microsoft.com/office/drawing/2014/main" id="{9329B19C-78A8-425E-D8F5-DA4E0FA2DC68}"/>
                  </a:ext>
                </a:extLst>
              </p:cNvPr>
              <p:cNvSpPr/>
              <p:nvPr/>
            </p:nvSpPr>
            <p:spPr>
              <a:xfrm>
                <a:off x="1006031"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11</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213" name="正方形/長方形 212">
                <a:extLst>
                  <a:ext uri="{FF2B5EF4-FFF2-40B4-BE49-F238E27FC236}">
                    <a16:creationId xmlns:a16="http://schemas.microsoft.com/office/drawing/2014/main" id="{D283DC9B-BAC9-C111-F44D-22E14C5CCB03}"/>
                  </a:ext>
                </a:extLst>
              </p:cNvPr>
              <p:cNvSpPr/>
              <p:nvPr/>
            </p:nvSpPr>
            <p:spPr>
              <a:xfrm>
                <a:off x="1727420" y="1073031"/>
                <a:ext cx="722973"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12</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214" name="正方形/長方形 213">
                <a:extLst>
                  <a:ext uri="{FF2B5EF4-FFF2-40B4-BE49-F238E27FC236}">
                    <a16:creationId xmlns:a16="http://schemas.microsoft.com/office/drawing/2014/main" id="{3F0D432B-030B-7A1B-D4F7-DE505E326320}"/>
                  </a:ext>
                </a:extLst>
              </p:cNvPr>
              <p:cNvSpPr/>
              <p:nvPr/>
            </p:nvSpPr>
            <p:spPr>
              <a:xfrm>
                <a:off x="2452170"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1</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215" name="正方形/長方形 214">
                <a:extLst>
                  <a:ext uri="{FF2B5EF4-FFF2-40B4-BE49-F238E27FC236}">
                    <a16:creationId xmlns:a16="http://schemas.microsoft.com/office/drawing/2014/main" id="{BABEF6BC-509A-9247-3A4F-22D065F303BF}"/>
                  </a:ext>
                </a:extLst>
              </p:cNvPr>
              <p:cNvSpPr/>
              <p:nvPr/>
            </p:nvSpPr>
            <p:spPr>
              <a:xfrm>
                <a:off x="3902070"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3</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216" name="正方形/長方形 215">
                <a:extLst>
                  <a:ext uri="{FF2B5EF4-FFF2-40B4-BE49-F238E27FC236}">
                    <a16:creationId xmlns:a16="http://schemas.microsoft.com/office/drawing/2014/main" id="{79D2496D-AAD5-B2EC-CEF3-09EA41A07C12}"/>
                  </a:ext>
                </a:extLst>
              </p:cNvPr>
              <p:cNvSpPr/>
              <p:nvPr/>
            </p:nvSpPr>
            <p:spPr>
              <a:xfrm>
                <a:off x="4626820" y="1073031"/>
                <a:ext cx="722973"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4</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217" name="正方形/長方形 216">
                <a:extLst>
                  <a:ext uri="{FF2B5EF4-FFF2-40B4-BE49-F238E27FC236}">
                    <a16:creationId xmlns:a16="http://schemas.microsoft.com/office/drawing/2014/main" id="{C9659168-241B-1322-7C80-D10264BF7325}"/>
                  </a:ext>
                </a:extLst>
              </p:cNvPr>
              <p:cNvSpPr/>
              <p:nvPr/>
            </p:nvSpPr>
            <p:spPr>
              <a:xfrm>
                <a:off x="5349986"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5</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218" name="正方形/長方形 217">
                <a:extLst>
                  <a:ext uri="{FF2B5EF4-FFF2-40B4-BE49-F238E27FC236}">
                    <a16:creationId xmlns:a16="http://schemas.microsoft.com/office/drawing/2014/main" id="{5C4333AC-33E5-913E-9335-A4F6B5E9E710}"/>
                  </a:ext>
                </a:extLst>
              </p:cNvPr>
              <p:cNvSpPr/>
              <p:nvPr/>
            </p:nvSpPr>
            <p:spPr>
              <a:xfrm>
                <a:off x="6071375" y="1073031"/>
                <a:ext cx="722973"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6</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219" name="正方形/長方形 218">
                <a:extLst>
                  <a:ext uri="{FF2B5EF4-FFF2-40B4-BE49-F238E27FC236}">
                    <a16:creationId xmlns:a16="http://schemas.microsoft.com/office/drawing/2014/main" id="{225AC742-0F5C-E513-FF46-60F49C7CFFFA}"/>
                  </a:ext>
                </a:extLst>
              </p:cNvPr>
              <p:cNvSpPr/>
              <p:nvPr/>
            </p:nvSpPr>
            <p:spPr>
              <a:xfrm>
                <a:off x="6796125"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7</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220" name="矢印: 五方向 219">
                <a:extLst>
                  <a:ext uri="{FF2B5EF4-FFF2-40B4-BE49-F238E27FC236}">
                    <a16:creationId xmlns:a16="http://schemas.microsoft.com/office/drawing/2014/main" id="{C86D080E-BC8E-9CDB-78C1-9F04895283D2}"/>
                  </a:ext>
                </a:extLst>
              </p:cNvPr>
              <p:cNvSpPr/>
              <p:nvPr/>
            </p:nvSpPr>
            <p:spPr>
              <a:xfrm>
                <a:off x="9015033" y="507620"/>
                <a:ext cx="2240064"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Q4</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221" name="正方形/長方形 220">
                <a:extLst>
                  <a:ext uri="{FF2B5EF4-FFF2-40B4-BE49-F238E27FC236}">
                    <a16:creationId xmlns:a16="http://schemas.microsoft.com/office/drawing/2014/main" id="{6DCC88A0-6450-66D1-D505-17EB11C60982}"/>
                  </a:ext>
                </a:extLst>
              </p:cNvPr>
              <p:cNvSpPr/>
              <p:nvPr/>
            </p:nvSpPr>
            <p:spPr>
              <a:xfrm>
                <a:off x="7523831" y="1073031"/>
                <a:ext cx="722973"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8</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222" name="正方形/長方形 221">
                <a:extLst>
                  <a:ext uri="{FF2B5EF4-FFF2-40B4-BE49-F238E27FC236}">
                    <a16:creationId xmlns:a16="http://schemas.microsoft.com/office/drawing/2014/main" id="{660E8668-06A2-EF32-EAC8-7006C979EF13}"/>
                  </a:ext>
                </a:extLst>
              </p:cNvPr>
              <p:cNvSpPr/>
              <p:nvPr/>
            </p:nvSpPr>
            <p:spPr>
              <a:xfrm>
                <a:off x="8245220" y="1073031"/>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9</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223" name="正方形/長方形 222">
                <a:extLst>
                  <a:ext uri="{FF2B5EF4-FFF2-40B4-BE49-F238E27FC236}">
                    <a16:creationId xmlns:a16="http://schemas.microsoft.com/office/drawing/2014/main" id="{225CE6DC-B0DB-0C15-7207-D3191175ECCC}"/>
                  </a:ext>
                </a:extLst>
              </p:cNvPr>
              <p:cNvSpPr/>
              <p:nvPr/>
            </p:nvSpPr>
            <p:spPr>
              <a:xfrm>
                <a:off x="347523" y="1073031"/>
                <a:ext cx="658726" cy="216000"/>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10</a:t>
                </a:r>
              </a:p>
            </p:txBody>
          </p:sp>
          <p:sp>
            <p:nvSpPr>
              <p:cNvPr id="224" name="正方形/長方形 223">
                <a:extLst>
                  <a:ext uri="{FF2B5EF4-FFF2-40B4-BE49-F238E27FC236}">
                    <a16:creationId xmlns:a16="http://schemas.microsoft.com/office/drawing/2014/main" id="{1326EF95-833C-E11E-3350-21210373633A}"/>
                  </a:ext>
                </a:extLst>
              </p:cNvPr>
              <p:cNvSpPr/>
              <p:nvPr/>
            </p:nvSpPr>
            <p:spPr>
              <a:xfrm>
                <a:off x="8969970" y="1073031"/>
                <a:ext cx="703571" cy="213213"/>
              </a:xfrm>
              <a:prstGeom prst="rect">
                <a:avLst/>
              </a:prstGeom>
              <a:solidFill>
                <a:schemeClr val="bg2">
                  <a:lumMod val="9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10</a:t>
                </a: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225" name="矢印: 五方向 224">
                <a:extLst>
                  <a:ext uri="{FF2B5EF4-FFF2-40B4-BE49-F238E27FC236}">
                    <a16:creationId xmlns:a16="http://schemas.microsoft.com/office/drawing/2014/main" id="{66C89850-D6C7-0E38-CDE5-971A38E02CEE}"/>
                  </a:ext>
                </a:extLst>
              </p:cNvPr>
              <p:cNvSpPr/>
              <p:nvPr/>
            </p:nvSpPr>
            <p:spPr>
              <a:xfrm>
                <a:off x="6841188" y="507620"/>
                <a:ext cx="2345348"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Q3</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226" name="矢印: 五方向 225">
                <a:extLst>
                  <a:ext uri="{FF2B5EF4-FFF2-40B4-BE49-F238E27FC236}">
                    <a16:creationId xmlns:a16="http://schemas.microsoft.com/office/drawing/2014/main" id="{9F370A07-13EC-09A2-1DC1-3D7ECB27FF88}"/>
                  </a:ext>
                </a:extLst>
              </p:cNvPr>
              <p:cNvSpPr/>
              <p:nvPr/>
            </p:nvSpPr>
            <p:spPr>
              <a:xfrm>
                <a:off x="4671883" y="507620"/>
                <a:ext cx="2345348"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Q2</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227" name="矢印: 五方向 226">
                <a:extLst>
                  <a:ext uri="{FF2B5EF4-FFF2-40B4-BE49-F238E27FC236}">
                    <a16:creationId xmlns:a16="http://schemas.microsoft.com/office/drawing/2014/main" id="{A01D1B06-2210-00E6-D31B-007D1A039A92}"/>
                  </a:ext>
                </a:extLst>
              </p:cNvPr>
              <p:cNvSpPr/>
              <p:nvPr/>
            </p:nvSpPr>
            <p:spPr>
              <a:xfrm>
                <a:off x="2500994" y="507620"/>
                <a:ext cx="2345348"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Q1</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228" name="矢印: 五方向 227">
                <a:extLst>
                  <a:ext uri="{FF2B5EF4-FFF2-40B4-BE49-F238E27FC236}">
                    <a16:creationId xmlns:a16="http://schemas.microsoft.com/office/drawing/2014/main" id="{D7617161-F67B-2834-74F7-FAE173CA653A}"/>
                  </a:ext>
                </a:extLst>
              </p:cNvPr>
              <p:cNvSpPr/>
              <p:nvPr/>
            </p:nvSpPr>
            <p:spPr>
              <a:xfrm>
                <a:off x="330105" y="507620"/>
                <a:ext cx="2345348" cy="260468"/>
              </a:xfrm>
              <a:prstGeom prst="homePlate">
                <a:avLst/>
              </a:prstGeom>
              <a:solidFill>
                <a:schemeClr val="tx1">
                  <a:lumMod val="85000"/>
                  <a:lumOff val="1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Q4</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229" name="矢印: 五方向 228">
                <a:extLst>
                  <a:ext uri="{FF2B5EF4-FFF2-40B4-BE49-F238E27FC236}">
                    <a16:creationId xmlns:a16="http://schemas.microsoft.com/office/drawing/2014/main" id="{AC3610D0-CB11-82D9-FAF1-DA8455D465B3}"/>
                  </a:ext>
                </a:extLst>
              </p:cNvPr>
              <p:cNvSpPr/>
              <p:nvPr/>
            </p:nvSpPr>
            <p:spPr>
              <a:xfrm>
                <a:off x="9673541" y="784903"/>
                <a:ext cx="2240064" cy="260468"/>
              </a:xfrm>
              <a:prstGeom prst="homePlate">
                <a:avLst/>
              </a:prstGeom>
              <a:solidFill>
                <a:schemeClr val="accent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TWQ2</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230" name="矢印: 五方向 229">
                <a:extLst>
                  <a:ext uri="{FF2B5EF4-FFF2-40B4-BE49-F238E27FC236}">
                    <a16:creationId xmlns:a16="http://schemas.microsoft.com/office/drawing/2014/main" id="{FFF660E6-B2B1-8ED4-A21C-F438317CD3B2}"/>
                  </a:ext>
                </a:extLst>
              </p:cNvPr>
              <p:cNvSpPr/>
              <p:nvPr/>
            </p:nvSpPr>
            <p:spPr>
              <a:xfrm>
                <a:off x="7499696" y="784903"/>
                <a:ext cx="2345348" cy="260468"/>
              </a:xfrm>
              <a:prstGeom prst="homePlate">
                <a:avLst/>
              </a:prstGeom>
              <a:solidFill>
                <a:schemeClr val="accent5">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TWQ1</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231" name="矢印: 五方向 230">
                <a:extLst>
                  <a:ext uri="{FF2B5EF4-FFF2-40B4-BE49-F238E27FC236}">
                    <a16:creationId xmlns:a16="http://schemas.microsoft.com/office/drawing/2014/main" id="{843BCD71-1A79-C5F5-7D3B-B8E82266E259}"/>
                  </a:ext>
                </a:extLst>
              </p:cNvPr>
              <p:cNvSpPr/>
              <p:nvPr/>
            </p:nvSpPr>
            <p:spPr>
              <a:xfrm>
                <a:off x="5330391" y="784903"/>
                <a:ext cx="2345348" cy="260468"/>
              </a:xfrm>
              <a:prstGeom prst="homePlate">
                <a:avLst/>
              </a:prstGeom>
              <a:solidFill>
                <a:schemeClr val="accent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TWQ4</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232" name="矢印: 五方向 231">
                <a:extLst>
                  <a:ext uri="{FF2B5EF4-FFF2-40B4-BE49-F238E27FC236}">
                    <a16:creationId xmlns:a16="http://schemas.microsoft.com/office/drawing/2014/main" id="{981370EE-E9E8-4786-4D23-D91DE89582FE}"/>
                  </a:ext>
                </a:extLst>
              </p:cNvPr>
              <p:cNvSpPr/>
              <p:nvPr/>
            </p:nvSpPr>
            <p:spPr>
              <a:xfrm>
                <a:off x="3159502" y="784903"/>
                <a:ext cx="2345348" cy="260468"/>
              </a:xfrm>
              <a:prstGeom prst="homePlate">
                <a:avLst/>
              </a:prstGeom>
              <a:solidFill>
                <a:schemeClr val="accent5">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TWQ3</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233" name="矢印: 五方向 232">
                <a:extLst>
                  <a:ext uri="{FF2B5EF4-FFF2-40B4-BE49-F238E27FC236}">
                    <a16:creationId xmlns:a16="http://schemas.microsoft.com/office/drawing/2014/main" id="{15D90119-B198-568E-D6CE-4A4AC809EBA4}"/>
                  </a:ext>
                </a:extLst>
              </p:cNvPr>
              <p:cNvSpPr/>
              <p:nvPr/>
            </p:nvSpPr>
            <p:spPr>
              <a:xfrm>
                <a:off x="988613" y="784903"/>
                <a:ext cx="2345348" cy="260468"/>
              </a:xfrm>
              <a:prstGeom prst="homePlate">
                <a:avLst/>
              </a:prstGeom>
              <a:solidFill>
                <a:schemeClr val="accent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TWQ2</a:t>
                </a: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sp>
            <p:nvSpPr>
              <p:cNvPr id="234" name="矢印: 五方向 233">
                <a:extLst>
                  <a:ext uri="{FF2B5EF4-FFF2-40B4-BE49-F238E27FC236}">
                    <a16:creationId xmlns:a16="http://schemas.microsoft.com/office/drawing/2014/main" id="{7576B525-849C-7143-A789-D7312585524F}"/>
                  </a:ext>
                </a:extLst>
              </p:cNvPr>
              <p:cNvSpPr/>
              <p:nvPr/>
            </p:nvSpPr>
            <p:spPr>
              <a:xfrm>
                <a:off x="330105" y="784742"/>
                <a:ext cx="831595" cy="260468"/>
              </a:xfrm>
              <a:prstGeom prst="homePlate">
                <a:avLst/>
              </a:prstGeom>
              <a:solidFill>
                <a:schemeClr val="accent5">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rPr>
                  <a:t>　</a:t>
                </a:r>
                <a:endParaRPr kumimoji="1" lang="ja-JP" altLang="en-US" sz="14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grpSp>
        <p:sp>
          <p:nvSpPr>
            <p:cNvPr id="236" name="正方形/長方形 235">
              <a:extLst>
                <a:ext uri="{FF2B5EF4-FFF2-40B4-BE49-F238E27FC236}">
                  <a16:creationId xmlns:a16="http://schemas.microsoft.com/office/drawing/2014/main" id="{15CEA9B9-30EF-EFBF-1E29-F090A3AAD4CB}"/>
                </a:ext>
              </a:extLst>
            </p:cNvPr>
            <p:cNvSpPr/>
            <p:nvPr/>
          </p:nvSpPr>
          <p:spPr>
            <a:xfrm>
              <a:off x="11167663" y="1470974"/>
              <a:ext cx="722973" cy="216000"/>
            </a:xfrm>
            <a:prstGeom prst="rect">
              <a:avLst/>
            </a:prstGeom>
            <a:solidFill>
              <a:schemeClr val="tx1">
                <a:lumMod val="50000"/>
                <a:lumOff val="50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rPr>
                <a:t>１</a:t>
              </a:r>
              <a:endParaRPr kumimoji="1" lang="ja-JP" altLang="en-US" sz="1600">
                <a:latin typeface="A-OTF 見出ゴMB31 Pr6N MB31" panose="020B0600000000000000" pitchFamily="34" charset="-128"/>
                <a:ea typeface="A-OTF 見出ゴMB31 Pr6N MB31" panose="020B0600000000000000" pitchFamily="34" charset="-128"/>
                <a:cs typeface="メイリオ" panose="020B0604030504040204" pitchFamily="50" charset="-128"/>
              </a:endParaRPr>
            </a:p>
          </p:txBody>
        </p:sp>
      </p:grpSp>
      <p:sp>
        <p:nvSpPr>
          <p:cNvPr id="2" name="テキスト ボックス 1">
            <a:extLst>
              <a:ext uri="{FF2B5EF4-FFF2-40B4-BE49-F238E27FC236}">
                <a16:creationId xmlns:a16="http://schemas.microsoft.com/office/drawing/2014/main" id="{1FED04ED-CA79-DBF3-1C74-1B1DD9DDDD27}"/>
              </a:ext>
            </a:extLst>
          </p:cNvPr>
          <p:cNvSpPr txBox="1"/>
          <p:nvPr/>
        </p:nvSpPr>
        <p:spPr>
          <a:xfrm>
            <a:off x="181160" y="133644"/>
            <a:ext cx="2259008" cy="369332"/>
          </a:xfrm>
          <a:prstGeom prst="rect">
            <a:avLst/>
          </a:prstGeom>
          <a:noFill/>
        </p:spPr>
        <p:txBody>
          <a:bodyPr wrap="square" rtlCol="0">
            <a:spAutoFit/>
          </a:bodyPr>
          <a:lstStyle/>
          <a:p>
            <a:r>
              <a:rPr kumimoji="1" lang="en-US" altLang="ja-JP" b="1"/>
              <a:t>Quarter</a:t>
            </a:r>
            <a:r>
              <a:rPr kumimoji="1" lang="ja-JP" altLang="en-US" b="1"/>
              <a:t>別テンプレ</a:t>
            </a:r>
          </a:p>
        </p:txBody>
      </p:sp>
    </p:spTree>
    <p:extLst>
      <p:ext uri="{BB962C8B-B14F-4D97-AF65-F5344CB8AC3E}">
        <p14:creationId xmlns:p14="http://schemas.microsoft.com/office/powerpoint/2010/main" val="7630728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1">
            <a:extLst>
              <a:ext uri="{FF2B5EF4-FFF2-40B4-BE49-F238E27FC236}">
                <a16:creationId xmlns:a16="http://schemas.microsoft.com/office/drawing/2014/main" id="{AE5DA069-76D3-908B-16E8-56E9FEB88E4A}"/>
              </a:ext>
            </a:extLst>
          </p:cNvPr>
          <p:cNvSpPr>
            <a:spLocks noGrp="1"/>
          </p:cNvSpPr>
          <p:nvPr>
            <p:ph type="title"/>
          </p:nvPr>
        </p:nvSpPr>
        <p:spPr>
          <a:xfrm>
            <a:off x="838200" y="595890"/>
            <a:ext cx="10515600" cy="5666220"/>
          </a:xfrm>
        </p:spPr>
        <p:txBody>
          <a:bodyPr>
            <a:normAutofit/>
          </a:bodyPr>
          <a:lstStyle/>
          <a:p>
            <a:r>
              <a:rPr kumimoji="1" lang="en-US" altLang="ja-JP"/>
              <a:t>GALLERIA</a:t>
            </a:r>
            <a:r>
              <a:rPr kumimoji="1" lang="ja-JP" altLang="en-US"/>
              <a:t>ノート</a:t>
            </a:r>
            <a:br>
              <a:rPr kumimoji="1" lang="en-US" altLang="ja-JP"/>
            </a:br>
            <a:r>
              <a:rPr kumimoji="1" lang="ja-JP" altLang="en-US"/>
              <a:t>ラインアップ再構成案</a:t>
            </a:r>
            <a:br>
              <a:rPr kumimoji="1" lang="en-US" altLang="ja-JP"/>
            </a:br>
            <a:r>
              <a:rPr kumimoji="1" lang="ja-JP" altLang="en-US"/>
              <a:t>（シリーズ区分再整理）</a:t>
            </a:r>
            <a:br>
              <a:rPr kumimoji="1" lang="en-US" altLang="ja-JP"/>
            </a:br>
            <a:br>
              <a:rPr kumimoji="1" lang="en-US" altLang="ja-JP"/>
            </a:br>
            <a:r>
              <a:rPr kumimoji="1" lang="en-US" altLang="ja-JP"/>
              <a:t>2025/11/19</a:t>
            </a:r>
            <a:br>
              <a:rPr lang="en-US" altLang="ja-JP"/>
            </a:br>
            <a:r>
              <a:rPr kumimoji="1" lang="ja-JP" altLang="en-US"/>
              <a:t>企画部 </a:t>
            </a:r>
            <a:r>
              <a:rPr kumimoji="1" lang="en-US" altLang="ja-JP"/>
              <a:t>– </a:t>
            </a:r>
            <a:r>
              <a:rPr kumimoji="1" lang="ja-JP" altLang="en-US"/>
              <a:t>プロモ部</a:t>
            </a:r>
          </a:p>
        </p:txBody>
      </p:sp>
      <p:sp>
        <p:nvSpPr>
          <p:cNvPr id="6" name="四角形: 角を丸くする 5">
            <a:extLst>
              <a:ext uri="{FF2B5EF4-FFF2-40B4-BE49-F238E27FC236}">
                <a16:creationId xmlns:a16="http://schemas.microsoft.com/office/drawing/2014/main" id="{40EC8170-3B39-BF65-314F-1E40E8C64621}"/>
              </a:ext>
            </a:extLst>
          </p:cNvPr>
          <p:cNvSpPr/>
          <p:nvPr/>
        </p:nvSpPr>
        <p:spPr>
          <a:xfrm>
            <a:off x="572654" y="304945"/>
            <a:ext cx="11046691" cy="1062181"/>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lang="ja-JP" altLang="en-US" sz="1600">
                <a:latin typeface="メイリオ" panose="020B0604030504040204" pitchFamily="50" charset="-128"/>
                <a:ea typeface="メイリオ" panose="020B0604030504040204" pitchFamily="50" charset="-128"/>
              </a:rPr>
              <a:t>以降のシートは過去ログとなります。</a:t>
            </a:r>
            <a:endParaRPr lang="en-US" altLang="ja-JP" sz="1600">
              <a:latin typeface="メイリオ" panose="020B0604030504040204" pitchFamily="50" charset="-128"/>
              <a:ea typeface="メイリオ" panose="020B0604030504040204" pitchFamily="50" charset="-128"/>
            </a:endParaRPr>
          </a:p>
          <a:p>
            <a:pPr algn="ctr"/>
            <a:r>
              <a:rPr lang="ja-JP" altLang="en-US" sz="1600">
                <a:latin typeface="メイリオ" panose="020B0604030504040204" pitchFamily="50" charset="-128"/>
                <a:ea typeface="メイリオ" panose="020B0604030504040204" pitchFamily="50" charset="-128"/>
              </a:rPr>
              <a:t>取り扱いは参考にとどめてください。</a:t>
            </a:r>
            <a:endParaRPr lang="en-US" altLang="ja-JP" sz="16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2306965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A0F8470D-8504-77E9-CCA8-0843D79FE071}"/>
              </a:ext>
            </a:extLst>
          </p:cNvPr>
          <p:cNvSpPr>
            <a:spLocks noGrp="1"/>
          </p:cNvSpPr>
          <p:nvPr>
            <p:ph idx="1"/>
          </p:nvPr>
        </p:nvSpPr>
        <p:spPr>
          <a:xfrm>
            <a:off x="838200" y="1487055"/>
            <a:ext cx="10515600" cy="4689907"/>
          </a:xfrm>
        </p:spPr>
        <p:txBody>
          <a:bodyPr/>
          <a:lstStyle/>
          <a:p>
            <a:endParaRPr kumimoji="1" lang="ja-JP" altLang="en-US"/>
          </a:p>
          <a:p>
            <a:endParaRPr kumimoji="1" lang="ja-JP" altLang="en-US"/>
          </a:p>
          <a:p>
            <a:endParaRPr kumimoji="1" lang="ja-JP" altLang="en-US"/>
          </a:p>
        </p:txBody>
      </p:sp>
      <p:sp>
        <p:nvSpPr>
          <p:cNvPr id="5" name="タイトル 1">
            <a:extLst>
              <a:ext uri="{FF2B5EF4-FFF2-40B4-BE49-F238E27FC236}">
                <a16:creationId xmlns:a16="http://schemas.microsoft.com/office/drawing/2014/main" id="{46EE8E61-D732-5507-4EB3-A00E224FB11D}"/>
              </a:ext>
            </a:extLst>
          </p:cNvPr>
          <p:cNvSpPr>
            <a:spLocks noGrp="1"/>
          </p:cNvSpPr>
          <p:nvPr>
            <p:ph type="title"/>
          </p:nvPr>
        </p:nvSpPr>
        <p:spPr>
          <a:xfrm>
            <a:off x="838200" y="365125"/>
            <a:ext cx="10515600" cy="1325563"/>
          </a:xfrm>
        </p:spPr>
        <p:txBody>
          <a:bodyPr/>
          <a:lstStyle/>
          <a:p>
            <a:r>
              <a:rPr kumimoji="1" lang="ja-JP" altLang="en-US"/>
              <a:t>目次</a:t>
            </a:r>
          </a:p>
        </p:txBody>
      </p:sp>
      <p:sp>
        <p:nvSpPr>
          <p:cNvPr id="6" name="コンテンツ プレースホルダー 2">
            <a:extLst>
              <a:ext uri="{FF2B5EF4-FFF2-40B4-BE49-F238E27FC236}">
                <a16:creationId xmlns:a16="http://schemas.microsoft.com/office/drawing/2014/main" id="{1CDBF28C-7133-8CAF-4340-5965D2A6E3E1}"/>
              </a:ext>
            </a:extLst>
          </p:cNvPr>
          <p:cNvSpPr txBox="1">
            <a:spLocks/>
          </p:cNvSpPr>
          <p:nvPr/>
        </p:nvSpPr>
        <p:spPr>
          <a:xfrm>
            <a:off x="838200" y="1437698"/>
            <a:ext cx="10515600" cy="473926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400"/>
              <a:t>概要 </a:t>
            </a:r>
            <a:r>
              <a:rPr lang="en-US" altLang="ja-JP" sz="2400"/>
              <a:t>– </a:t>
            </a:r>
            <a:r>
              <a:rPr lang="ja-JP" altLang="en-US" sz="2400"/>
              <a:t>背景</a:t>
            </a:r>
            <a:endParaRPr lang="ja-JP" altLang="en-US" sz="2400">
              <a:solidFill>
                <a:srgbClr val="FF0000"/>
              </a:solidFill>
            </a:endParaRPr>
          </a:p>
          <a:p>
            <a:r>
              <a:rPr lang="en-US" altLang="ja-JP" sz="2400"/>
              <a:t>GALLERIA</a:t>
            </a:r>
            <a:r>
              <a:rPr lang="ja-JP" altLang="en-US" sz="2400"/>
              <a:t>：シリーズ編成（全体）</a:t>
            </a:r>
            <a:endParaRPr lang="en-US" altLang="ja-JP" sz="2400">
              <a:solidFill>
                <a:srgbClr val="FF0000"/>
              </a:solidFill>
            </a:endParaRPr>
          </a:p>
          <a:p>
            <a:r>
              <a:rPr lang="en-US" altLang="ja-JP" sz="2400"/>
              <a:t>G/C</a:t>
            </a:r>
            <a:r>
              <a:rPr lang="ja-JP" altLang="en-US" sz="2400"/>
              <a:t>シリーズ </a:t>
            </a:r>
            <a:r>
              <a:rPr lang="en-US" altLang="ja-JP" sz="2400"/>
              <a:t>– </a:t>
            </a:r>
            <a:r>
              <a:rPr lang="ja-JP" altLang="en-US" sz="2400"/>
              <a:t>展開にあたっての詳細事項</a:t>
            </a:r>
          </a:p>
          <a:p>
            <a:pPr lvl="1"/>
            <a:r>
              <a:rPr lang="ja-JP" altLang="en-US" sz="1800"/>
              <a:t>シリーズ：キーワード</a:t>
            </a:r>
          </a:p>
          <a:p>
            <a:pPr lvl="1"/>
            <a:r>
              <a:rPr lang="ja-JP" altLang="en-US" sz="1800"/>
              <a:t>シリーズ </a:t>
            </a:r>
            <a:r>
              <a:rPr lang="en-US" altLang="ja-JP" sz="1800"/>
              <a:t>x </a:t>
            </a:r>
            <a:r>
              <a:rPr lang="ja-JP" altLang="en-US" sz="1800"/>
              <a:t>グレード一覧</a:t>
            </a:r>
          </a:p>
          <a:p>
            <a:pPr lvl="1"/>
            <a:r>
              <a:rPr lang="ja-JP" altLang="en-US" sz="1800"/>
              <a:t>ブランド・シリーズ内ポジショニング（グレードのポジション）</a:t>
            </a:r>
          </a:p>
          <a:p>
            <a:pPr lvl="1"/>
            <a:r>
              <a:rPr lang="en-US" altLang="ja-JP" sz="1800"/>
              <a:t>2025</a:t>
            </a:r>
            <a:r>
              <a:rPr lang="ja-JP" altLang="en-US" sz="1800"/>
              <a:t>年時点ラインアップへの当て込み</a:t>
            </a:r>
            <a:endParaRPr lang="en-US" altLang="ja-JP" sz="1800"/>
          </a:p>
          <a:p>
            <a:pPr lvl="1"/>
            <a:r>
              <a:rPr lang="ja-JP" altLang="en-US" sz="1800"/>
              <a:t>価格帯とリファレンス</a:t>
            </a:r>
            <a:endParaRPr lang="en-US" altLang="ja-JP" sz="1800"/>
          </a:p>
          <a:p>
            <a:pPr lvl="1"/>
            <a:r>
              <a:rPr lang="ja-JP" altLang="en-US" sz="1800"/>
              <a:t>各グレードのターゲット想定  </a:t>
            </a:r>
            <a:r>
              <a:rPr lang="en-US" altLang="ja-JP" sz="1800"/>
              <a:t>/ </a:t>
            </a:r>
            <a:r>
              <a:rPr lang="ja-JP" altLang="en-US" sz="1800"/>
              <a:t>使用するソフトウェア、プラットフォームのイメージ</a:t>
            </a:r>
          </a:p>
          <a:p>
            <a:r>
              <a:rPr lang="ja-JP" altLang="en-US" sz="2400"/>
              <a:t>シリーズ刷新に係る具体事項</a:t>
            </a:r>
            <a:endParaRPr lang="en-US" altLang="ja-JP" sz="2400"/>
          </a:p>
          <a:p>
            <a:pPr lvl="1"/>
            <a:r>
              <a:rPr lang="ja-JP" altLang="en-US" sz="1800"/>
              <a:t>各シリーズ・グレードの要求仕様詳細</a:t>
            </a:r>
          </a:p>
          <a:p>
            <a:pPr lvl="1"/>
            <a:r>
              <a:rPr lang="ja-JP" altLang="en-US" sz="1800"/>
              <a:t>型番規則　</a:t>
            </a:r>
            <a:endParaRPr lang="ja-JP" altLang="en-US" sz="1800">
              <a:solidFill>
                <a:srgbClr val="FF0000"/>
              </a:solidFill>
            </a:endParaRPr>
          </a:p>
          <a:p>
            <a:pPr lvl="1"/>
            <a:r>
              <a:rPr lang="ja-JP" altLang="en-US" sz="1800"/>
              <a:t>～</a:t>
            </a:r>
            <a:r>
              <a:rPr lang="en-US" altLang="ja-JP" sz="1800"/>
              <a:t>2027 GALLERIA</a:t>
            </a:r>
            <a:r>
              <a:rPr lang="ja-JP" altLang="en-US" sz="1800"/>
              <a:t>型番</a:t>
            </a:r>
            <a:r>
              <a:rPr lang="en-US" altLang="ja-JP" sz="1800"/>
              <a:t>(</a:t>
            </a:r>
            <a:r>
              <a:rPr lang="ja-JP" altLang="en-US" sz="1800"/>
              <a:t>モデル名</a:t>
            </a:r>
            <a:r>
              <a:rPr lang="en-US" altLang="ja-JP" sz="1800"/>
              <a:t>)</a:t>
            </a:r>
            <a:r>
              <a:rPr lang="ja-JP" altLang="en-US" sz="1800"/>
              <a:t>における</a:t>
            </a:r>
            <a:r>
              <a:rPr lang="en-US" altLang="ja-JP" sz="1800"/>
              <a:t>CPU</a:t>
            </a:r>
            <a:r>
              <a:rPr lang="ja-JP" altLang="en-US" sz="1800"/>
              <a:t>略号策定</a:t>
            </a:r>
          </a:p>
          <a:p>
            <a:pPr lvl="1"/>
            <a:r>
              <a:rPr lang="ja-JP" altLang="en-US" sz="1800"/>
              <a:t>シリーズ・モデル名反映時期 </a:t>
            </a:r>
            <a:r>
              <a:rPr lang="en-US" altLang="ja-JP" sz="1800"/>
              <a:t>(※</a:t>
            </a:r>
            <a:r>
              <a:rPr lang="ja-JP" altLang="en-US" sz="1800"/>
              <a:t>相談事項</a:t>
            </a:r>
            <a:r>
              <a:rPr lang="en-US" altLang="ja-JP" sz="1800"/>
              <a:t>)</a:t>
            </a:r>
            <a:r>
              <a:rPr lang="ja-JP" altLang="en-US" sz="1800"/>
              <a:t>　</a:t>
            </a:r>
            <a:endParaRPr lang="en-US" altLang="ja-JP" sz="1800">
              <a:solidFill>
                <a:srgbClr val="FF0000"/>
              </a:solidFill>
            </a:endParaRPr>
          </a:p>
          <a:p>
            <a:endParaRPr lang="ja-JP" altLang="en-US" sz="1600"/>
          </a:p>
        </p:txBody>
      </p:sp>
    </p:spTree>
    <p:extLst>
      <p:ext uri="{BB962C8B-B14F-4D97-AF65-F5344CB8AC3E}">
        <p14:creationId xmlns:p14="http://schemas.microsoft.com/office/powerpoint/2010/main" val="23104056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5928D-F80E-F54B-17D3-036EE3AC8C5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CDC19FC-B0E2-0813-C2B8-DD885916388D}"/>
              </a:ext>
            </a:extLst>
          </p:cNvPr>
          <p:cNvSpPr>
            <a:spLocks noGrp="1"/>
          </p:cNvSpPr>
          <p:nvPr>
            <p:ph type="title"/>
          </p:nvPr>
        </p:nvSpPr>
        <p:spPr/>
        <p:txBody>
          <a:bodyPr/>
          <a:lstStyle/>
          <a:p>
            <a:r>
              <a:rPr kumimoji="1" lang="ja-JP" altLang="en-US"/>
              <a:t>概要 </a:t>
            </a:r>
            <a:r>
              <a:rPr kumimoji="1" lang="en-US" altLang="ja-JP"/>
              <a:t>– </a:t>
            </a:r>
            <a:r>
              <a:rPr kumimoji="1" lang="ja-JP" altLang="en-US"/>
              <a:t>背景</a:t>
            </a:r>
          </a:p>
        </p:txBody>
      </p:sp>
      <p:sp>
        <p:nvSpPr>
          <p:cNvPr id="3" name="コンテンツ プレースホルダー 2">
            <a:extLst>
              <a:ext uri="{FF2B5EF4-FFF2-40B4-BE49-F238E27FC236}">
                <a16:creationId xmlns:a16="http://schemas.microsoft.com/office/drawing/2014/main" id="{CC8914CB-61AA-ADE1-308A-5772BDE0F3EA}"/>
              </a:ext>
            </a:extLst>
          </p:cNvPr>
          <p:cNvSpPr>
            <a:spLocks noGrp="1"/>
          </p:cNvSpPr>
          <p:nvPr>
            <p:ph idx="1"/>
          </p:nvPr>
        </p:nvSpPr>
        <p:spPr>
          <a:xfrm>
            <a:off x="838200" y="1437698"/>
            <a:ext cx="10515600" cy="1508702"/>
          </a:xfrm>
        </p:spPr>
        <p:txBody>
          <a:bodyPr>
            <a:normAutofit/>
          </a:bodyPr>
          <a:lstStyle/>
          <a:p>
            <a:r>
              <a:rPr lang="en-US" altLang="ja-JP" sz="1600"/>
              <a:t>2025</a:t>
            </a:r>
            <a:r>
              <a:rPr lang="ja-JP" altLang="en-US" sz="1600"/>
              <a:t>年：</a:t>
            </a:r>
            <a:r>
              <a:rPr lang="en-US" altLang="ja-JP" sz="1600"/>
              <a:t>GALLERIA</a:t>
            </a:r>
            <a:r>
              <a:rPr lang="ja-JP" altLang="en-US" sz="1600"/>
              <a:t>デスクトップラインアップは新ケースの導入に合わせてシリーズ概念を一新した。</a:t>
            </a:r>
            <a:endParaRPr lang="en-US" altLang="ja-JP" sz="1600"/>
          </a:p>
          <a:p>
            <a:r>
              <a:rPr lang="ja-JP" altLang="en-US" sz="1600"/>
              <a:t>一方で</a:t>
            </a:r>
            <a:r>
              <a:rPr kumimoji="1" lang="ja-JP" altLang="en-US" sz="1600"/>
              <a:t>ノートパソコンは旧来のシリーズを踏襲したままとなっている。</a:t>
            </a:r>
            <a:endParaRPr kumimoji="1" lang="en-US" altLang="ja-JP" sz="1600"/>
          </a:p>
          <a:p>
            <a:r>
              <a:rPr kumimoji="1" lang="ja-JP" altLang="en-US" sz="1600"/>
              <a:t>デスクトップ・ノートパソコンで統一性のないシリーズ運用となっているため、ノートパソコンのシリーズを再制定する。</a:t>
            </a:r>
          </a:p>
        </p:txBody>
      </p:sp>
      <p:sp>
        <p:nvSpPr>
          <p:cNvPr id="5" name="コンテンツ プレースホルダー 2">
            <a:extLst>
              <a:ext uri="{FF2B5EF4-FFF2-40B4-BE49-F238E27FC236}">
                <a16:creationId xmlns:a16="http://schemas.microsoft.com/office/drawing/2014/main" id="{F81E76AC-939F-4A7A-CF01-882BA6A41D78}"/>
              </a:ext>
            </a:extLst>
          </p:cNvPr>
          <p:cNvSpPr txBox="1">
            <a:spLocks/>
          </p:cNvSpPr>
          <p:nvPr/>
        </p:nvSpPr>
        <p:spPr>
          <a:xfrm>
            <a:off x="949036" y="4645890"/>
            <a:ext cx="10515600" cy="13817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ja-JP" altLang="en-US"/>
          </a:p>
        </p:txBody>
      </p:sp>
      <p:sp>
        <p:nvSpPr>
          <p:cNvPr id="6" name="コンテンツ プレースホルダー 2">
            <a:extLst>
              <a:ext uri="{FF2B5EF4-FFF2-40B4-BE49-F238E27FC236}">
                <a16:creationId xmlns:a16="http://schemas.microsoft.com/office/drawing/2014/main" id="{589FFEB0-00C2-26EC-E2EF-3B332B339601}"/>
              </a:ext>
            </a:extLst>
          </p:cNvPr>
          <p:cNvSpPr txBox="1">
            <a:spLocks/>
          </p:cNvSpPr>
          <p:nvPr/>
        </p:nvSpPr>
        <p:spPr>
          <a:xfrm>
            <a:off x="838200" y="3200400"/>
            <a:ext cx="10515600" cy="22199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2400"/>
              <a:t>ノートパソコンのラインアップにもデスクトップラインアップ同様に</a:t>
            </a:r>
            <a:endParaRPr lang="en-US" altLang="ja-JP" sz="2400"/>
          </a:p>
          <a:p>
            <a:pPr marL="0" indent="0">
              <a:buNone/>
            </a:pPr>
            <a:r>
              <a:rPr lang="ja-JP" altLang="en-US" sz="2400"/>
              <a:t>シリーズ </a:t>
            </a:r>
            <a:r>
              <a:rPr lang="en-US" altLang="ja-JP" sz="2400"/>
              <a:t>/ </a:t>
            </a:r>
            <a:r>
              <a:rPr lang="ja-JP" altLang="en-US" sz="2400"/>
              <a:t>グレード制を導入する。</a:t>
            </a:r>
            <a:endParaRPr lang="en-US" altLang="ja-JP" sz="2400"/>
          </a:p>
          <a:p>
            <a:pPr marL="0" indent="0">
              <a:buNone/>
            </a:pPr>
            <a:endParaRPr lang="ja-JP" altLang="en-US" sz="2400"/>
          </a:p>
        </p:txBody>
      </p:sp>
    </p:spTree>
    <p:extLst>
      <p:ext uri="{BB962C8B-B14F-4D97-AF65-F5344CB8AC3E}">
        <p14:creationId xmlns:p14="http://schemas.microsoft.com/office/powerpoint/2010/main" val="30671744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FA5E1102-C17F-F556-5282-234480C1B6BD}"/>
              </a:ext>
            </a:extLst>
          </p:cNvPr>
          <p:cNvSpPr>
            <a:spLocks noGrp="1"/>
          </p:cNvSpPr>
          <p:nvPr>
            <p:ph type="title"/>
          </p:nvPr>
        </p:nvSpPr>
        <p:spPr>
          <a:xfrm>
            <a:off x="838200" y="365125"/>
            <a:ext cx="10515600" cy="1325563"/>
          </a:xfrm>
        </p:spPr>
        <p:txBody>
          <a:bodyPr/>
          <a:lstStyle/>
          <a:p>
            <a:r>
              <a:rPr lang="en-US" altLang="ja-JP"/>
              <a:t>N</a:t>
            </a:r>
            <a:r>
              <a:rPr lang="ja-JP" altLang="en-US"/>
              <a:t>シリーズ </a:t>
            </a:r>
            <a:br>
              <a:rPr lang="en-US" altLang="ja-JP"/>
            </a:br>
            <a:r>
              <a:rPr lang="en-US" altLang="ja-JP"/>
              <a:t>– </a:t>
            </a:r>
            <a:r>
              <a:rPr lang="ja-JP" altLang="en-US"/>
              <a:t>展開にあたっての詳細事項</a:t>
            </a:r>
          </a:p>
        </p:txBody>
      </p:sp>
    </p:spTree>
    <p:extLst>
      <p:ext uri="{BB962C8B-B14F-4D97-AF65-F5344CB8AC3E}">
        <p14:creationId xmlns:p14="http://schemas.microsoft.com/office/powerpoint/2010/main" val="36405332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25391-F944-EAD8-0FF5-046FA3BF12E0}"/>
            </a:ext>
          </a:extLst>
        </p:cNvPr>
        <p:cNvGrpSpPr/>
        <p:nvPr/>
      </p:nvGrpSpPr>
      <p:grpSpPr>
        <a:xfrm>
          <a:off x="0" y="0"/>
          <a:ext cx="0" cy="0"/>
          <a:chOff x="0" y="0"/>
          <a:chExt cx="0" cy="0"/>
        </a:xfrm>
      </p:grpSpPr>
      <p:sp>
        <p:nvSpPr>
          <p:cNvPr id="8" name="四角形: 角を丸くする 7">
            <a:extLst>
              <a:ext uri="{FF2B5EF4-FFF2-40B4-BE49-F238E27FC236}">
                <a16:creationId xmlns:a16="http://schemas.microsoft.com/office/drawing/2014/main" id="{801454B4-C347-A637-B338-C9B19FA2BD38}"/>
              </a:ext>
            </a:extLst>
          </p:cNvPr>
          <p:cNvSpPr/>
          <p:nvPr/>
        </p:nvSpPr>
        <p:spPr>
          <a:xfrm>
            <a:off x="3129537" y="5717970"/>
            <a:ext cx="2463659" cy="504825"/>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a:latin typeface="Meiryo UI" panose="020B0604030504040204" pitchFamily="50" charset="-128"/>
                <a:ea typeface="Meiryo UI" panose="020B0604030504040204" pitchFamily="50" charset="-128"/>
              </a:rPr>
              <a:t>D Series</a:t>
            </a:r>
            <a:endParaRPr kumimoji="1" lang="ja-JP" altLang="en-US" b="1">
              <a:latin typeface="Meiryo UI" panose="020B0604030504040204" pitchFamily="50" charset="-128"/>
              <a:ea typeface="Meiryo UI" panose="020B0604030504040204" pitchFamily="50" charset="-128"/>
            </a:endParaRPr>
          </a:p>
        </p:txBody>
      </p:sp>
      <p:sp>
        <p:nvSpPr>
          <p:cNvPr id="9" name="テキスト ボックス 8">
            <a:extLst>
              <a:ext uri="{FF2B5EF4-FFF2-40B4-BE49-F238E27FC236}">
                <a16:creationId xmlns:a16="http://schemas.microsoft.com/office/drawing/2014/main" id="{C862DDDE-2BD2-1232-F9B0-E45A25F96CF1}"/>
              </a:ext>
            </a:extLst>
          </p:cNvPr>
          <p:cNvSpPr txBox="1"/>
          <p:nvPr/>
        </p:nvSpPr>
        <p:spPr>
          <a:xfrm>
            <a:off x="370318" y="1923465"/>
            <a:ext cx="2276475" cy="369332"/>
          </a:xfrm>
          <a:prstGeom prst="rect">
            <a:avLst/>
          </a:prstGeom>
          <a:solidFill>
            <a:schemeClr val="bg1"/>
          </a:solidFill>
          <a:ln w="19050">
            <a:solidFill>
              <a:srgbClr val="C00000"/>
            </a:solidFill>
          </a:ln>
        </p:spPr>
        <p:txBody>
          <a:bodyPr wrap="square" rtlCol="0">
            <a:spAutoFit/>
          </a:bodyPr>
          <a:lstStyle/>
          <a:p>
            <a:pPr algn="ctr"/>
            <a:r>
              <a:rPr lang="en-US" altLang="ja-JP" b="1"/>
              <a:t>Desktop / Game</a:t>
            </a:r>
            <a:endParaRPr kumimoji="1" lang="en-US" altLang="ja-JP" b="1"/>
          </a:p>
        </p:txBody>
      </p:sp>
      <p:sp>
        <p:nvSpPr>
          <p:cNvPr id="10" name="テキスト ボックス 9">
            <a:extLst>
              <a:ext uri="{FF2B5EF4-FFF2-40B4-BE49-F238E27FC236}">
                <a16:creationId xmlns:a16="http://schemas.microsoft.com/office/drawing/2014/main" id="{D100C5E4-DFB2-CB71-B977-A8E008CEA4B3}"/>
              </a:ext>
            </a:extLst>
          </p:cNvPr>
          <p:cNvSpPr txBox="1"/>
          <p:nvPr/>
        </p:nvSpPr>
        <p:spPr>
          <a:xfrm>
            <a:off x="1802252" y="613350"/>
            <a:ext cx="2276475" cy="707886"/>
          </a:xfrm>
          <a:prstGeom prst="rect">
            <a:avLst/>
          </a:prstGeom>
          <a:solidFill>
            <a:schemeClr val="bg1"/>
          </a:solidFill>
          <a:ln w="19050">
            <a:noFill/>
          </a:ln>
        </p:spPr>
        <p:txBody>
          <a:bodyPr wrap="square" rtlCol="0">
            <a:spAutoFit/>
          </a:bodyPr>
          <a:lstStyle/>
          <a:p>
            <a:pPr algn="ctr"/>
            <a:r>
              <a:rPr lang="en-US" altLang="ja-JP" sz="4000" b="1"/>
              <a:t>~2025</a:t>
            </a:r>
            <a:endParaRPr kumimoji="1" lang="en-US" altLang="ja-JP" sz="4000" b="1"/>
          </a:p>
        </p:txBody>
      </p:sp>
      <p:sp>
        <p:nvSpPr>
          <p:cNvPr id="11" name="テキスト ボックス 10">
            <a:extLst>
              <a:ext uri="{FF2B5EF4-FFF2-40B4-BE49-F238E27FC236}">
                <a16:creationId xmlns:a16="http://schemas.microsoft.com/office/drawing/2014/main" id="{BFEF9B5A-AD86-E552-B3A4-E4592CACEF9D}"/>
              </a:ext>
            </a:extLst>
          </p:cNvPr>
          <p:cNvSpPr txBox="1"/>
          <p:nvPr/>
        </p:nvSpPr>
        <p:spPr>
          <a:xfrm>
            <a:off x="3129540" y="1923465"/>
            <a:ext cx="2276475" cy="369332"/>
          </a:xfrm>
          <a:prstGeom prst="rect">
            <a:avLst/>
          </a:prstGeom>
          <a:solidFill>
            <a:schemeClr val="bg1"/>
          </a:solidFill>
          <a:ln w="19050">
            <a:solidFill>
              <a:srgbClr val="C00000"/>
            </a:solidFill>
          </a:ln>
        </p:spPr>
        <p:txBody>
          <a:bodyPr wrap="square" rtlCol="0">
            <a:spAutoFit/>
          </a:bodyPr>
          <a:lstStyle/>
          <a:p>
            <a:pPr algn="ctr"/>
            <a:r>
              <a:rPr lang="en-US" altLang="ja-JP" b="1"/>
              <a:t>Desktop / Create</a:t>
            </a:r>
            <a:endParaRPr kumimoji="1" lang="en-US" altLang="ja-JP" b="1"/>
          </a:p>
        </p:txBody>
      </p:sp>
      <p:sp>
        <p:nvSpPr>
          <p:cNvPr id="12" name="テキスト ボックス 11">
            <a:extLst>
              <a:ext uri="{FF2B5EF4-FFF2-40B4-BE49-F238E27FC236}">
                <a16:creationId xmlns:a16="http://schemas.microsoft.com/office/drawing/2014/main" id="{ACFF7750-417A-2BF8-EC59-174F60CDC6AB}"/>
              </a:ext>
            </a:extLst>
          </p:cNvPr>
          <p:cNvSpPr txBox="1"/>
          <p:nvPr/>
        </p:nvSpPr>
        <p:spPr>
          <a:xfrm>
            <a:off x="570776" y="2237933"/>
            <a:ext cx="2276475" cy="369332"/>
          </a:xfrm>
          <a:prstGeom prst="rect">
            <a:avLst/>
          </a:prstGeom>
          <a:solidFill>
            <a:schemeClr val="bg1"/>
          </a:solidFill>
          <a:ln w="19050">
            <a:solidFill>
              <a:srgbClr val="C00000"/>
            </a:solidFill>
          </a:ln>
        </p:spPr>
        <p:txBody>
          <a:bodyPr wrap="square" rtlCol="0">
            <a:spAutoFit/>
          </a:bodyPr>
          <a:lstStyle/>
          <a:p>
            <a:pPr algn="ctr"/>
            <a:r>
              <a:rPr lang="en-US" altLang="ja-JP" b="1"/>
              <a:t>Laptop</a:t>
            </a:r>
            <a:r>
              <a:rPr kumimoji="1" lang="en-US" altLang="ja-JP" b="1"/>
              <a:t> / Game</a:t>
            </a:r>
          </a:p>
        </p:txBody>
      </p:sp>
      <p:sp>
        <p:nvSpPr>
          <p:cNvPr id="13" name="テキスト ボックス 12">
            <a:extLst>
              <a:ext uri="{FF2B5EF4-FFF2-40B4-BE49-F238E27FC236}">
                <a16:creationId xmlns:a16="http://schemas.microsoft.com/office/drawing/2014/main" id="{2779C21C-6004-377F-A6B4-73DEA2EC9532}"/>
              </a:ext>
            </a:extLst>
          </p:cNvPr>
          <p:cNvSpPr txBox="1"/>
          <p:nvPr/>
        </p:nvSpPr>
        <p:spPr>
          <a:xfrm>
            <a:off x="3329998" y="2237933"/>
            <a:ext cx="2276475" cy="369332"/>
          </a:xfrm>
          <a:prstGeom prst="rect">
            <a:avLst/>
          </a:prstGeom>
          <a:solidFill>
            <a:schemeClr val="bg1"/>
          </a:solidFill>
          <a:ln w="19050">
            <a:solidFill>
              <a:srgbClr val="C00000"/>
            </a:solidFill>
          </a:ln>
        </p:spPr>
        <p:txBody>
          <a:bodyPr wrap="square" rtlCol="0">
            <a:spAutoFit/>
          </a:bodyPr>
          <a:lstStyle/>
          <a:p>
            <a:pPr algn="ctr"/>
            <a:r>
              <a:rPr lang="en-US" altLang="ja-JP" b="1"/>
              <a:t>Laptop / Create</a:t>
            </a:r>
            <a:endParaRPr kumimoji="1" lang="en-US" altLang="ja-JP" b="1"/>
          </a:p>
        </p:txBody>
      </p:sp>
      <p:sp>
        <p:nvSpPr>
          <p:cNvPr id="14" name="四角形: 角を丸くする 13">
            <a:extLst>
              <a:ext uri="{FF2B5EF4-FFF2-40B4-BE49-F238E27FC236}">
                <a16:creationId xmlns:a16="http://schemas.microsoft.com/office/drawing/2014/main" id="{CAEB2D0F-E11C-2A36-935D-3C060B0E0C4A}"/>
              </a:ext>
            </a:extLst>
          </p:cNvPr>
          <p:cNvSpPr/>
          <p:nvPr/>
        </p:nvSpPr>
        <p:spPr>
          <a:xfrm>
            <a:off x="390663" y="3012870"/>
            <a:ext cx="5215808" cy="504825"/>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a:latin typeface="Meiryo UI" panose="020B0604030504040204" pitchFamily="50" charset="-128"/>
                <a:ea typeface="Meiryo UI" panose="020B0604030504040204" pitchFamily="50" charset="-128"/>
              </a:rPr>
              <a:t>U Series</a:t>
            </a:r>
            <a:endParaRPr kumimoji="1" lang="ja-JP" altLang="en-US" b="1">
              <a:latin typeface="Meiryo UI" panose="020B0604030504040204" pitchFamily="50" charset="-128"/>
              <a:ea typeface="Meiryo UI" panose="020B0604030504040204" pitchFamily="50" charset="-128"/>
            </a:endParaRPr>
          </a:p>
        </p:txBody>
      </p:sp>
      <p:sp>
        <p:nvSpPr>
          <p:cNvPr id="15" name="四角形: 角を丸くする 14">
            <a:extLst>
              <a:ext uri="{FF2B5EF4-FFF2-40B4-BE49-F238E27FC236}">
                <a16:creationId xmlns:a16="http://schemas.microsoft.com/office/drawing/2014/main" id="{ACFFF146-4D09-E046-2DC1-59A81261C2DA}"/>
              </a:ext>
            </a:extLst>
          </p:cNvPr>
          <p:cNvSpPr/>
          <p:nvPr/>
        </p:nvSpPr>
        <p:spPr>
          <a:xfrm>
            <a:off x="390663" y="3689145"/>
            <a:ext cx="5215808" cy="504825"/>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a:latin typeface="Meiryo UI" panose="020B0604030504040204" pitchFamily="50" charset="-128"/>
                <a:ea typeface="Meiryo UI" panose="020B0604030504040204" pitchFamily="50" charset="-128"/>
              </a:rPr>
              <a:t>Z Series</a:t>
            </a:r>
            <a:endParaRPr kumimoji="1" lang="ja-JP" altLang="en-US" b="1">
              <a:latin typeface="Meiryo UI" panose="020B0604030504040204" pitchFamily="50" charset="-128"/>
              <a:ea typeface="Meiryo UI" panose="020B0604030504040204" pitchFamily="50" charset="-128"/>
            </a:endParaRPr>
          </a:p>
        </p:txBody>
      </p:sp>
      <p:sp>
        <p:nvSpPr>
          <p:cNvPr id="16" name="四角形: 角を丸くする 15">
            <a:extLst>
              <a:ext uri="{FF2B5EF4-FFF2-40B4-BE49-F238E27FC236}">
                <a16:creationId xmlns:a16="http://schemas.microsoft.com/office/drawing/2014/main" id="{31C03F1F-C823-302F-81FD-D2623E99E0E3}"/>
              </a:ext>
            </a:extLst>
          </p:cNvPr>
          <p:cNvSpPr/>
          <p:nvPr/>
        </p:nvSpPr>
        <p:spPr>
          <a:xfrm>
            <a:off x="390662" y="4365420"/>
            <a:ext cx="5215808" cy="504825"/>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a:latin typeface="Meiryo UI" panose="020B0604030504040204" pitchFamily="50" charset="-128"/>
                <a:ea typeface="Meiryo UI" panose="020B0604030504040204" pitchFamily="50" charset="-128"/>
              </a:rPr>
              <a:t>X</a:t>
            </a:r>
            <a:r>
              <a:rPr kumimoji="1" lang="en-US" altLang="ja-JP" b="1">
                <a:latin typeface="Meiryo UI" panose="020B0604030504040204" pitchFamily="50" charset="-128"/>
                <a:ea typeface="Meiryo UI" panose="020B0604030504040204" pitchFamily="50" charset="-128"/>
              </a:rPr>
              <a:t> Series</a:t>
            </a:r>
            <a:endParaRPr kumimoji="1" lang="ja-JP" altLang="en-US" b="1">
              <a:latin typeface="Meiryo UI" panose="020B0604030504040204" pitchFamily="50" charset="-128"/>
              <a:ea typeface="Meiryo UI" panose="020B0604030504040204" pitchFamily="50" charset="-128"/>
            </a:endParaRPr>
          </a:p>
        </p:txBody>
      </p:sp>
      <p:sp>
        <p:nvSpPr>
          <p:cNvPr id="17" name="四角形: 角を丸くする 16">
            <a:extLst>
              <a:ext uri="{FF2B5EF4-FFF2-40B4-BE49-F238E27FC236}">
                <a16:creationId xmlns:a16="http://schemas.microsoft.com/office/drawing/2014/main" id="{167A55E0-095D-995B-5732-E5465EB381BC}"/>
              </a:ext>
            </a:extLst>
          </p:cNvPr>
          <p:cNvSpPr/>
          <p:nvPr/>
        </p:nvSpPr>
        <p:spPr>
          <a:xfrm>
            <a:off x="390661" y="5041695"/>
            <a:ext cx="5215808" cy="504825"/>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a:latin typeface="Meiryo UI" panose="020B0604030504040204" pitchFamily="50" charset="-128"/>
                <a:ea typeface="Meiryo UI" panose="020B0604030504040204" pitchFamily="50" charset="-128"/>
              </a:rPr>
              <a:t>R Series</a:t>
            </a:r>
            <a:endParaRPr kumimoji="1" lang="ja-JP" altLang="en-US" b="1">
              <a:latin typeface="Meiryo UI" panose="020B0604030504040204" pitchFamily="50" charset="-128"/>
              <a:ea typeface="Meiryo UI" panose="020B0604030504040204" pitchFamily="50" charset="-128"/>
            </a:endParaRPr>
          </a:p>
        </p:txBody>
      </p:sp>
      <p:cxnSp>
        <p:nvCxnSpPr>
          <p:cNvPr id="21" name="直線コネクタ 20">
            <a:extLst>
              <a:ext uri="{FF2B5EF4-FFF2-40B4-BE49-F238E27FC236}">
                <a16:creationId xmlns:a16="http://schemas.microsoft.com/office/drawing/2014/main" id="{16F25A14-363D-9810-577C-6E157EDAAD81}"/>
              </a:ext>
            </a:extLst>
          </p:cNvPr>
          <p:cNvCxnSpPr/>
          <p:nvPr/>
        </p:nvCxnSpPr>
        <p:spPr>
          <a:xfrm>
            <a:off x="6096000" y="544946"/>
            <a:ext cx="0" cy="5920509"/>
          </a:xfrm>
          <a:prstGeom prst="line">
            <a:avLst/>
          </a:prstGeom>
        </p:spPr>
        <p:style>
          <a:lnRef idx="1">
            <a:schemeClr val="accent1"/>
          </a:lnRef>
          <a:fillRef idx="0">
            <a:schemeClr val="accent1"/>
          </a:fillRef>
          <a:effectRef idx="0">
            <a:schemeClr val="accent1"/>
          </a:effectRef>
          <a:fontRef idx="minor">
            <a:schemeClr val="tx1"/>
          </a:fontRef>
        </p:style>
      </p:cxnSp>
      <p:sp>
        <p:nvSpPr>
          <p:cNvPr id="22" name="テキスト ボックス 21">
            <a:extLst>
              <a:ext uri="{FF2B5EF4-FFF2-40B4-BE49-F238E27FC236}">
                <a16:creationId xmlns:a16="http://schemas.microsoft.com/office/drawing/2014/main" id="{F99AF35A-A860-781B-4648-3596E7B93950}"/>
              </a:ext>
            </a:extLst>
          </p:cNvPr>
          <p:cNvSpPr txBox="1"/>
          <p:nvPr/>
        </p:nvSpPr>
        <p:spPr>
          <a:xfrm>
            <a:off x="8113273" y="613350"/>
            <a:ext cx="2276475" cy="707886"/>
          </a:xfrm>
          <a:prstGeom prst="rect">
            <a:avLst/>
          </a:prstGeom>
          <a:solidFill>
            <a:schemeClr val="bg1"/>
          </a:solidFill>
          <a:ln w="19050">
            <a:noFill/>
          </a:ln>
        </p:spPr>
        <p:txBody>
          <a:bodyPr wrap="square" rtlCol="0">
            <a:spAutoFit/>
          </a:bodyPr>
          <a:lstStyle/>
          <a:p>
            <a:pPr algn="ctr"/>
            <a:r>
              <a:rPr lang="en-US" altLang="ja-JP" sz="4000" b="1"/>
              <a:t>2026~</a:t>
            </a:r>
            <a:endParaRPr kumimoji="1" lang="en-US" altLang="ja-JP" sz="4000" b="1"/>
          </a:p>
        </p:txBody>
      </p:sp>
      <p:sp>
        <p:nvSpPr>
          <p:cNvPr id="23" name="四角形: 角を丸くする 22">
            <a:extLst>
              <a:ext uri="{FF2B5EF4-FFF2-40B4-BE49-F238E27FC236}">
                <a16:creationId xmlns:a16="http://schemas.microsoft.com/office/drawing/2014/main" id="{C19B09F1-07EB-1EAE-7E64-D4B71D26F06C}"/>
              </a:ext>
            </a:extLst>
          </p:cNvPr>
          <p:cNvSpPr/>
          <p:nvPr/>
        </p:nvSpPr>
        <p:spPr>
          <a:xfrm>
            <a:off x="6386373" y="2996829"/>
            <a:ext cx="1284430" cy="504825"/>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a:latin typeface="Meiryo UI" panose="020B0604030504040204" pitchFamily="50" charset="-128"/>
                <a:ea typeface="Meiryo UI" panose="020B0604030504040204" pitchFamily="50" charset="-128"/>
              </a:rPr>
              <a:t>S</a:t>
            </a:r>
            <a:r>
              <a:rPr kumimoji="1" lang="en-US" altLang="ja-JP" b="1">
                <a:latin typeface="Meiryo UI" panose="020B0604030504040204" pitchFamily="50" charset="-128"/>
                <a:ea typeface="Meiryo UI" panose="020B0604030504040204" pitchFamily="50" charset="-128"/>
              </a:rPr>
              <a:t> Series</a:t>
            </a:r>
            <a:endParaRPr kumimoji="1" lang="ja-JP" altLang="en-US" b="1">
              <a:latin typeface="Meiryo UI" panose="020B0604030504040204" pitchFamily="50" charset="-128"/>
              <a:ea typeface="Meiryo UI" panose="020B0604030504040204" pitchFamily="50" charset="-128"/>
            </a:endParaRPr>
          </a:p>
        </p:txBody>
      </p:sp>
      <p:sp>
        <p:nvSpPr>
          <p:cNvPr id="24" name="四角形: 角を丸くする 23">
            <a:extLst>
              <a:ext uri="{FF2B5EF4-FFF2-40B4-BE49-F238E27FC236}">
                <a16:creationId xmlns:a16="http://schemas.microsoft.com/office/drawing/2014/main" id="{EFDFDF72-DC04-DC35-2663-12EA9D98D7BC}"/>
              </a:ext>
            </a:extLst>
          </p:cNvPr>
          <p:cNvSpPr/>
          <p:nvPr/>
        </p:nvSpPr>
        <p:spPr>
          <a:xfrm>
            <a:off x="7795851" y="2996827"/>
            <a:ext cx="1284430" cy="504825"/>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a:latin typeface="Meiryo UI" panose="020B0604030504040204" pitchFamily="50" charset="-128"/>
                <a:ea typeface="Meiryo UI" panose="020B0604030504040204" pitchFamily="50" charset="-128"/>
              </a:rPr>
              <a:t>X Series</a:t>
            </a:r>
            <a:endParaRPr kumimoji="1" lang="ja-JP" altLang="en-US" b="1">
              <a:latin typeface="Meiryo UI" panose="020B0604030504040204" pitchFamily="50" charset="-128"/>
              <a:ea typeface="Meiryo UI" panose="020B0604030504040204" pitchFamily="50" charset="-128"/>
            </a:endParaRPr>
          </a:p>
        </p:txBody>
      </p:sp>
      <p:sp>
        <p:nvSpPr>
          <p:cNvPr id="25" name="四角形: 角を丸くする 24">
            <a:extLst>
              <a:ext uri="{FF2B5EF4-FFF2-40B4-BE49-F238E27FC236}">
                <a16:creationId xmlns:a16="http://schemas.microsoft.com/office/drawing/2014/main" id="{A9AFCD21-5033-142B-00D4-66892B5A1553}"/>
              </a:ext>
            </a:extLst>
          </p:cNvPr>
          <p:cNvSpPr/>
          <p:nvPr/>
        </p:nvSpPr>
        <p:spPr>
          <a:xfrm>
            <a:off x="9205329" y="2996827"/>
            <a:ext cx="1284430" cy="504825"/>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a:latin typeface="Meiryo UI" panose="020B0604030504040204" pitchFamily="50" charset="-128"/>
                <a:ea typeface="Meiryo UI" panose="020B0604030504040204" pitchFamily="50" charset="-128"/>
              </a:rPr>
              <a:t>F Series</a:t>
            </a:r>
            <a:endParaRPr kumimoji="1" lang="ja-JP" altLang="en-US" b="1">
              <a:latin typeface="Meiryo UI" panose="020B0604030504040204" pitchFamily="50" charset="-128"/>
              <a:ea typeface="Meiryo UI" panose="020B0604030504040204" pitchFamily="50" charset="-128"/>
            </a:endParaRPr>
          </a:p>
        </p:txBody>
      </p:sp>
      <p:sp>
        <p:nvSpPr>
          <p:cNvPr id="26" name="四角形: 角を丸くする 25">
            <a:extLst>
              <a:ext uri="{FF2B5EF4-FFF2-40B4-BE49-F238E27FC236}">
                <a16:creationId xmlns:a16="http://schemas.microsoft.com/office/drawing/2014/main" id="{67CB589B-1BEE-4204-C6A6-479D1C7D5839}"/>
              </a:ext>
            </a:extLst>
          </p:cNvPr>
          <p:cNvSpPr/>
          <p:nvPr/>
        </p:nvSpPr>
        <p:spPr>
          <a:xfrm>
            <a:off x="10614807" y="2989767"/>
            <a:ext cx="1284426" cy="504825"/>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a:latin typeface="Meiryo UI" panose="020B0604030504040204" pitchFamily="50" charset="-128"/>
                <a:ea typeface="Meiryo UI" panose="020B0604030504040204" pitchFamily="50" charset="-128"/>
              </a:rPr>
              <a:t>E Series</a:t>
            </a:r>
            <a:endParaRPr kumimoji="1" lang="ja-JP" altLang="en-US" b="1">
              <a:latin typeface="Meiryo UI" panose="020B0604030504040204" pitchFamily="50" charset="-128"/>
              <a:ea typeface="Meiryo UI" panose="020B0604030504040204" pitchFamily="50" charset="-128"/>
            </a:endParaRPr>
          </a:p>
        </p:txBody>
      </p:sp>
      <p:sp>
        <p:nvSpPr>
          <p:cNvPr id="38" name="テキスト ボックス 37">
            <a:extLst>
              <a:ext uri="{FF2B5EF4-FFF2-40B4-BE49-F238E27FC236}">
                <a16:creationId xmlns:a16="http://schemas.microsoft.com/office/drawing/2014/main" id="{05281D04-CAF9-3992-01D3-D0C0BDA50082}"/>
              </a:ext>
            </a:extLst>
          </p:cNvPr>
          <p:cNvSpPr txBox="1"/>
          <p:nvPr/>
        </p:nvSpPr>
        <p:spPr>
          <a:xfrm>
            <a:off x="7571069" y="1923465"/>
            <a:ext cx="2276475" cy="369332"/>
          </a:xfrm>
          <a:prstGeom prst="rect">
            <a:avLst/>
          </a:prstGeom>
          <a:solidFill>
            <a:schemeClr val="bg1"/>
          </a:solidFill>
          <a:ln w="19050">
            <a:solidFill>
              <a:srgbClr val="C00000"/>
            </a:solidFill>
          </a:ln>
        </p:spPr>
        <p:txBody>
          <a:bodyPr wrap="square" rtlCol="0">
            <a:spAutoFit/>
          </a:bodyPr>
          <a:lstStyle/>
          <a:p>
            <a:pPr algn="ctr"/>
            <a:r>
              <a:rPr lang="en-US" altLang="ja-JP" b="1"/>
              <a:t>Desktop / Game</a:t>
            </a:r>
            <a:endParaRPr kumimoji="1" lang="en-US" altLang="ja-JP" b="1"/>
          </a:p>
        </p:txBody>
      </p:sp>
      <p:sp>
        <p:nvSpPr>
          <p:cNvPr id="39" name="テキスト ボックス 38">
            <a:extLst>
              <a:ext uri="{FF2B5EF4-FFF2-40B4-BE49-F238E27FC236}">
                <a16:creationId xmlns:a16="http://schemas.microsoft.com/office/drawing/2014/main" id="{AA4C48CD-EA37-6119-CF06-F2336ABA00FB}"/>
              </a:ext>
            </a:extLst>
          </p:cNvPr>
          <p:cNvSpPr txBox="1"/>
          <p:nvPr/>
        </p:nvSpPr>
        <p:spPr>
          <a:xfrm>
            <a:off x="8338332" y="2238804"/>
            <a:ext cx="2276475" cy="369332"/>
          </a:xfrm>
          <a:prstGeom prst="rect">
            <a:avLst/>
          </a:prstGeom>
          <a:solidFill>
            <a:schemeClr val="bg1"/>
          </a:solidFill>
          <a:ln w="19050">
            <a:solidFill>
              <a:srgbClr val="C00000"/>
            </a:solidFill>
          </a:ln>
        </p:spPr>
        <p:txBody>
          <a:bodyPr wrap="square" rtlCol="0">
            <a:spAutoFit/>
          </a:bodyPr>
          <a:lstStyle/>
          <a:p>
            <a:pPr algn="ctr"/>
            <a:r>
              <a:rPr lang="en-US" altLang="ja-JP" b="1"/>
              <a:t>Desktop / Create</a:t>
            </a:r>
            <a:endParaRPr kumimoji="1" lang="en-US" altLang="ja-JP" b="1"/>
          </a:p>
        </p:txBody>
      </p:sp>
      <p:sp>
        <p:nvSpPr>
          <p:cNvPr id="40" name="テキスト ボックス 39">
            <a:extLst>
              <a:ext uri="{FF2B5EF4-FFF2-40B4-BE49-F238E27FC236}">
                <a16:creationId xmlns:a16="http://schemas.microsoft.com/office/drawing/2014/main" id="{723F6C31-5214-F58F-9E7B-A5D806E023C9}"/>
              </a:ext>
            </a:extLst>
          </p:cNvPr>
          <p:cNvSpPr txBox="1"/>
          <p:nvPr/>
        </p:nvSpPr>
        <p:spPr>
          <a:xfrm>
            <a:off x="8874749" y="3606284"/>
            <a:ext cx="3029997" cy="276999"/>
          </a:xfrm>
          <a:prstGeom prst="rect">
            <a:avLst/>
          </a:prstGeom>
          <a:noFill/>
        </p:spPr>
        <p:txBody>
          <a:bodyPr wrap="square" rtlCol="0">
            <a:spAutoFit/>
          </a:bodyPr>
          <a:lstStyle/>
          <a:p>
            <a:pPr algn="r"/>
            <a:r>
              <a:rPr lang="en-US" altLang="ja-JP" sz="1200"/>
              <a:t>※F Series</a:t>
            </a:r>
            <a:r>
              <a:rPr lang="ja-JP" altLang="en-US" sz="1200"/>
              <a:t>通常ラインアップは</a:t>
            </a:r>
            <a:r>
              <a:rPr lang="en-US" altLang="ja-JP" sz="1200"/>
              <a:t>Game</a:t>
            </a:r>
            <a:r>
              <a:rPr lang="ja-JP" altLang="en-US" sz="1200"/>
              <a:t>のみ</a:t>
            </a:r>
            <a:endParaRPr kumimoji="1" lang="ja-JP" altLang="en-US" sz="1200"/>
          </a:p>
        </p:txBody>
      </p:sp>
      <p:sp>
        <p:nvSpPr>
          <p:cNvPr id="41" name="テキスト ボックス 40">
            <a:extLst>
              <a:ext uri="{FF2B5EF4-FFF2-40B4-BE49-F238E27FC236}">
                <a16:creationId xmlns:a16="http://schemas.microsoft.com/office/drawing/2014/main" id="{BB6DC6D8-0284-B037-22B3-77175315C97E}"/>
              </a:ext>
            </a:extLst>
          </p:cNvPr>
          <p:cNvSpPr txBox="1"/>
          <p:nvPr/>
        </p:nvSpPr>
        <p:spPr>
          <a:xfrm>
            <a:off x="7571069" y="4220201"/>
            <a:ext cx="2276475" cy="369332"/>
          </a:xfrm>
          <a:prstGeom prst="rect">
            <a:avLst/>
          </a:prstGeom>
          <a:solidFill>
            <a:schemeClr val="bg1"/>
          </a:solidFill>
          <a:ln w="19050">
            <a:solidFill>
              <a:srgbClr val="C00000"/>
            </a:solidFill>
          </a:ln>
        </p:spPr>
        <p:txBody>
          <a:bodyPr wrap="square" rtlCol="0">
            <a:spAutoFit/>
          </a:bodyPr>
          <a:lstStyle/>
          <a:p>
            <a:pPr algn="ctr"/>
            <a:r>
              <a:rPr lang="en-US" altLang="ja-JP" b="1"/>
              <a:t>Laptop</a:t>
            </a:r>
            <a:r>
              <a:rPr kumimoji="1" lang="en-US" altLang="ja-JP" b="1"/>
              <a:t> / Game</a:t>
            </a:r>
          </a:p>
        </p:txBody>
      </p:sp>
      <p:sp>
        <p:nvSpPr>
          <p:cNvPr id="42" name="テキスト ボックス 41">
            <a:extLst>
              <a:ext uri="{FF2B5EF4-FFF2-40B4-BE49-F238E27FC236}">
                <a16:creationId xmlns:a16="http://schemas.microsoft.com/office/drawing/2014/main" id="{6E3B0604-F66F-DAEF-2AB3-1824ABB31C66}"/>
              </a:ext>
            </a:extLst>
          </p:cNvPr>
          <p:cNvSpPr txBox="1"/>
          <p:nvPr/>
        </p:nvSpPr>
        <p:spPr>
          <a:xfrm>
            <a:off x="8338331" y="4543224"/>
            <a:ext cx="2276475" cy="369332"/>
          </a:xfrm>
          <a:prstGeom prst="rect">
            <a:avLst/>
          </a:prstGeom>
          <a:solidFill>
            <a:schemeClr val="bg1"/>
          </a:solidFill>
          <a:ln w="19050">
            <a:solidFill>
              <a:srgbClr val="C00000"/>
            </a:solidFill>
          </a:ln>
        </p:spPr>
        <p:txBody>
          <a:bodyPr wrap="square" rtlCol="0">
            <a:spAutoFit/>
          </a:bodyPr>
          <a:lstStyle/>
          <a:p>
            <a:pPr algn="ctr"/>
            <a:r>
              <a:rPr lang="en-US" altLang="ja-JP" b="1"/>
              <a:t>Laptop / Create</a:t>
            </a:r>
            <a:endParaRPr kumimoji="1" lang="en-US" altLang="ja-JP" b="1"/>
          </a:p>
        </p:txBody>
      </p:sp>
      <p:sp>
        <p:nvSpPr>
          <p:cNvPr id="43" name="四角形: 角を丸くする 42">
            <a:extLst>
              <a:ext uri="{FF2B5EF4-FFF2-40B4-BE49-F238E27FC236}">
                <a16:creationId xmlns:a16="http://schemas.microsoft.com/office/drawing/2014/main" id="{B7717553-C1B6-3CBB-A857-A6DB63FD47A1}"/>
              </a:ext>
            </a:extLst>
          </p:cNvPr>
          <p:cNvSpPr/>
          <p:nvPr/>
        </p:nvSpPr>
        <p:spPr>
          <a:xfrm>
            <a:off x="8614738" y="5092322"/>
            <a:ext cx="1284430" cy="504825"/>
          </a:xfrm>
          <a:prstGeom prst="roundRect">
            <a:avLst/>
          </a:prstGeom>
          <a:solidFill>
            <a:srgbClr val="172C5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a:latin typeface="Meiryo UI" panose="020B0604030504040204" pitchFamily="50" charset="-128"/>
                <a:ea typeface="Meiryo UI" panose="020B0604030504040204" pitchFamily="50" charset="-128"/>
              </a:rPr>
              <a:t>N Series</a:t>
            </a:r>
            <a:endParaRPr kumimoji="1" lang="ja-JP" altLang="en-US" b="1">
              <a:latin typeface="Meiryo UI" panose="020B0604030504040204" pitchFamily="50" charset="-128"/>
              <a:ea typeface="Meiryo UI" panose="020B0604030504040204" pitchFamily="50" charset="-128"/>
            </a:endParaRPr>
          </a:p>
        </p:txBody>
      </p:sp>
      <p:sp>
        <p:nvSpPr>
          <p:cNvPr id="2" name="テキスト ボックス 1">
            <a:extLst>
              <a:ext uri="{FF2B5EF4-FFF2-40B4-BE49-F238E27FC236}">
                <a16:creationId xmlns:a16="http://schemas.microsoft.com/office/drawing/2014/main" id="{2E3A3AB6-6991-01ED-ABB8-95E848390A7C}"/>
              </a:ext>
            </a:extLst>
          </p:cNvPr>
          <p:cNvSpPr txBox="1"/>
          <p:nvPr/>
        </p:nvSpPr>
        <p:spPr>
          <a:xfrm>
            <a:off x="250145" y="245577"/>
            <a:ext cx="5166284" cy="369332"/>
          </a:xfrm>
          <a:prstGeom prst="rect">
            <a:avLst/>
          </a:prstGeom>
          <a:noFill/>
        </p:spPr>
        <p:txBody>
          <a:bodyPr wrap="square" rtlCol="0">
            <a:spAutoFit/>
          </a:bodyPr>
          <a:lstStyle/>
          <a:p>
            <a:r>
              <a:rPr kumimoji="1" lang="en-US" altLang="ja-JP" b="1"/>
              <a:t>GALLERIA</a:t>
            </a:r>
            <a:r>
              <a:rPr lang="ja-JP" altLang="en-US" b="1"/>
              <a:t>：シリーズ編成（全体）</a:t>
            </a:r>
            <a:endParaRPr kumimoji="1" lang="ja-JP" altLang="en-US" b="1"/>
          </a:p>
        </p:txBody>
      </p:sp>
    </p:spTree>
    <p:extLst>
      <p:ext uri="{BB962C8B-B14F-4D97-AF65-F5344CB8AC3E}">
        <p14:creationId xmlns:p14="http://schemas.microsoft.com/office/powerpoint/2010/main" val="19874091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BED17-3CEF-CA5D-5DF2-80A9F3980135}"/>
            </a:ext>
          </a:extLst>
        </p:cNvPr>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AF5841C1-4075-A8AF-BB02-76105B83964B}"/>
              </a:ext>
            </a:extLst>
          </p:cNvPr>
          <p:cNvGraphicFramePr>
            <a:graphicFrameLocks noGrp="1"/>
          </p:cNvGraphicFramePr>
          <p:nvPr>
            <p:extLst>
              <p:ext uri="{D42A27DB-BD31-4B8C-83A1-F6EECF244321}">
                <p14:modId xmlns:p14="http://schemas.microsoft.com/office/powerpoint/2010/main" val="3435959230"/>
              </p:ext>
            </p:extLst>
          </p:nvPr>
        </p:nvGraphicFramePr>
        <p:xfrm>
          <a:off x="600940" y="430243"/>
          <a:ext cx="11346281" cy="2447550"/>
        </p:xfrm>
        <a:graphic>
          <a:graphicData uri="http://schemas.openxmlformats.org/drawingml/2006/table">
            <a:tbl>
              <a:tblPr/>
              <a:tblGrid>
                <a:gridCol w="1397467">
                  <a:extLst>
                    <a:ext uri="{9D8B030D-6E8A-4147-A177-3AD203B41FA5}">
                      <a16:colId xmlns:a16="http://schemas.microsoft.com/office/drawing/2014/main" val="3589400105"/>
                    </a:ext>
                  </a:extLst>
                </a:gridCol>
                <a:gridCol w="1099479">
                  <a:extLst>
                    <a:ext uri="{9D8B030D-6E8A-4147-A177-3AD203B41FA5}">
                      <a16:colId xmlns:a16="http://schemas.microsoft.com/office/drawing/2014/main" val="673837074"/>
                    </a:ext>
                  </a:extLst>
                </a:gridCol>
                <a:gridCol w="1450975">
                  <a:extLst>
                    <a:ext uri="{9D8B030D-6E8A-4147-A177-3AD203B41FA5}">
                      <a16:colId xmlns:a16="http://schemas.microsoft.com/office/drawing/2014/main" val="1456068884"/>
                    </a:ext>
                  </a:extLst>
                </a:gridCol>
                <a:gridCol w="739836">
                  <a:extLst>
                    <a:ext uri="{9D8B030D-6E8A-4147-A177-3AD203B41FA5}">
                      <a16:colId xmlns:a16="http://schemas.microsoft.com/office/drawing/2014/main" val="353428103"/>
                    </a:ext>
                  </a:extLst>
                </a:gridCol>
                <a:gridCol w="739836">
                  <a:extLst>
                    <a:ext uri="{9D8B030D-6E8A-4147-A177-3AD203B41FA5}">
                      <a16:colId xmlns:a16="http://schemas.microsoft.com/office/drawing/2014/main" val="1469016995"/>
                    </a:ext>
                  </a:extLst>
                </a:gridCol>
                <a:gridCol w="739836">
                  <a:extLst>
                    <a:ext uri="{9D8B030D-6E8A-4147-A177-3AD203B41FA5}">
                      <a16:colId xmlns:a16="http://schemas.microsoft.com/office/drawing/2014/main" val="371752920"/>
                    </a:ext>
                  </a:extLst>
                </a:gridCol>
                <a:gridCol w="739836">
                  <a:extLst>
                    <a:ext uri="{9D8B030D-6E8A-4147-A177-3AD203B41FA5}">
                      <a16:colId xmlns:a16="http://schemas.microsoft.com/office/drawing/2014/main" val="2691609310"/>
                    </a:ext>
                  </a:extLst>
                </a:gridCol>
                <a:gridCol w="739836">
                  <a:extLst>
                    <a:ext uri="{9D8B030D-6E8A-4147-A177-3AD203B41FA5}">
                      <a16:colId xmlns:a16="http://schemas.microsoft.com/office/drawing/2014/main" val="2250297400"/>
                    </a:ext>
                  </a:extLst>
                </a:gridCol>
                <a:gridCol w="739836">
                  <a:extLst>
                    <a:ext uri="{9D8B030D-6E8A-4147-A177-3AD203B41FA5}">
                      <a16:colId xmlns:a16="http://schemas.microsoft.com/office/drawing/2014/main" val="4227349130"/>
                    </a:ext>
                  </a:extLst>
                </a:gridCol>
                <a:gridCol w="739836">
                  <a:extLst>
                    <a:ext uri="{9D8B030D-6E8A-4147-A177-3AD203B41FA5}">
                      <a16:colId xmlns:a16="http://schemas.microsoft.com/office/drawing/2014/main" val="164541742"/>
                    </a:ext>
                  </a:extLst>
                </a:gridCol>
                <a:gridCol w="739836">
                  <a:extLst>
                    <a:ext uri="{9D8B030D-6E8A-4147-A177-3AD203B41FA5}">
                      <a16:colId xmlns:a16="http://schemas.microsoft.com/office/drawing/2014/main" val="2570254026"/>
                    </a:ext>
                  </a:extLst>
                </a:gridCol>
                <a:gridCol w="739836">
                  <a:extLst>
                    <a:ext uri="{9D8B030D-6E8A-4147-A177-3AD203B41FA5}">
                      <a16:colId xmlns:a16="http://schemas.microsoft.com/office/drawing/2014/main" val="3664638252"/>
                    </a:ext>
                  </a:extLst>
                </a:gridCol>
                <a:gridCol w="739836">
                  <a:extLst>
                    <a:ext uri="{9D8B030D-6E8A-4147-A177-3AD203B41FA5}">
                      <a16:colId xmlns:a16="http://schemas.microsoft.com/office/drawing/2014/main" val="2405998405"/>
                    </a:ext>
                  </a:extLst>
                </a:gridCol>
              </a:tblGrid>
              <a:tr h="290466">
                <a:tc>
                  <a:txBody>
                    <a:bodyPr/>
                    <a:lstStyle/>
                    <a:p>
                      <a:pPr algn="l" fontAlgn="ctr">
                        <a:buNone/>
                      </a:pPr>
                      <a:endParaRPr lang="ja-JP" altLang="en-US" sz="14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14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14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gridSpan="5">
                  <a:txBody>
                    <a:bodyPr/>
                    <a:lstStyle/>
                    <a:p>
                      <a:pPr algn="ctr"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for Gamer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5">
                  <a:txBody>
                    <a:bodyPr/>
                    <a:lstStyle/>
                    <a:p>
                      <a:pPr algn="ctr"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for Creator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4033249444"/>
                  </a:ext>
                </a:extLst>
              </a:tr>
              <a:tr h="359514">
                <a:tc>
                  <a:txBody>
                    <a:bodyPr/>
                    <a:lstStyle/>
                    <a:p>
                      <a:pPr algn="l"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シリーズ名</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意味</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ジャンル</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Laptop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E-ATX</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ATX</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mATX</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mITX</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Laptop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E-ATX</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ATX</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mATX</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mITX</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4268616"/>
                  </a:ext>
                </a:extLst>
              </a:tr>
              <a:tr h="359514">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S Series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Supreme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HEDT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41221546"/>
                  </a:ext>
                </a:extLst>
              </a:tr>
              <a:tr h="359514">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F Series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Favorite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Decoration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56348774"/>
                  </a:ext>
                </a:extLst>
              </a:tr>
              <a:tr h="359514">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X Series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eXPand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Mainstream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60534323"/>
                  </a:ext>
                </a:extLst>
              </a:tr>
              <a:tr h="359514">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E Series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efficient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SFF</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16539080"/>
                  </a:ext>
                </a:extLst>
              </a:tr>
              <a:tr h="359514">
                <a:tc>
                  <a:txBody>
                    <a:bodyPr/>
                    <a:lstStyle/>
                    <a:p>
                      <a:pPr algn="l" fontAlgn="ctr">
                        <a:buNone/>
                      </a:pPr>
                      <a:r>
                        <a:rPr lang="en-US" altLang="ja-JP" sz="1400" b="1" i="0" u="none" strike="noStrike">
                          <a:solidFill>
                            <a:schemeClr val="bg1"/>
                          </a:solidFill>
                          <a:effectLst/>
                          <a:latin typeface="游ゴシック" panose="020B0400000000000000" pitchFamily="50" charset="-128"/>
                          <a:ea typeface="游ゴシック" panose="020B0400000000000000" pitchFamily="50" charset="-128"/>
                        </a:rPr>
                        <a:t>N</a:t>
                      </a:r>
                      <a:r>
                        <a:rPr lang="it-IT" sz="1400" b="1" i="0" u="none" strike="noStrike">
                          <a:solidFill>
                            <a:schemeClr val="bg1"/>
                          </a:solidFill>
                          <a:effectLst/>
                          <a:latin typeface="游ゴシック" panose="020B0400000000000000" pitchFamily="50" charset="-128"/>
                          <a:ea typeface="游ゴシック" panose="020B0400000000000000" pitchFamily="50" charset="-128"/>
                        </a:rPr>
                        <a:t> Series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fontAlgn="ctr">
                        <a:buNone/>
                      </a:pPr>
                      <a:r>
                        <a:rPr lang="en-US" altLang="ja-JP" sz="1400" b="1" i="0" u="none" strike="noStrike">
                          <a:solidFill>
                            <a:schemeClr val="bg1"/>
                          </a:solidFill>
                          <a:effectLst/>
                          <a:latin typeface="游ゴシック" panose="020B0400000000000000" pitchFamily="50" charset="-128"/>
                          <a:ea typeface="游ゴシック" panose="020B0400000000000000" pitchFamily="50" charset="-128"/>
                        </a:rPr>
                        <a:t>Nexus</a:t>
                      </a:r>
                      <a:endParaRPr lang="it-IT" sz="1400" b="1" i="0" u="none" strike="noStrike">
                        <a:solidFill>
                          <a:schemeClr val="bg1"/>
                        </a:solidFill>
                        <a:effectLst/>
                        <a:latin typeface="游ゴシック" panose="020B0400000000000000" pitchFamily="50" charset="-128"/>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fontAlgn="ctr">
                        <a:buNone/>
                      </a:pPr>
                      <a:r>
                        <a:rPr lang="en-US" altLang="ja-JP" sz="1400" b="1" i="0" u="none" strike="noStrike">
                          <a:solidFill>
                            <a:schemeClr val="bg1"/>
                          </a:solidFill>
                          <a:effectLst/>
                          <a:latin typeface="游ゴシック" panose="020B0400000000000000" pitchFamily="50" charset="-128"/>
                          <a:ea typeface="游ゴシック" panose="020B0400000000000000" pitchFamily="50" charset="-128"/>
                        </a:rPr>
                        <a:t>Note PC</a:t>
                      </a:r>
                      <a:endParaRPr lang="it-IT" sz="1400" b="1" i="0" u="none" strike="noStrike">
                        <a:solidFill>
                          <a:schemeClr val="bg1"/>
                        </a:solidFill>
                        <a:effectLst/>
                        <a:latin typeface="游ゴシック" panose="020B0400000000000000" pitchFamily="50" charset="-128"/>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86346705"/>
                  </a:ext>
                </a:extLst>
              </a:tr>
            </a:tbl>
          </a:graphicData>
        </a:graphic>
      </p:graphicFrame>
      <p:graphicFrame>
        <p:nvGraphicFramePr>
          <p:cNvPr id="5" name="表 4">
            <a:extLst>
              <a:ext uri="{FF2B5EF4-FFF2-40B4-BE49-F238E27FC236}">
                <a16:creationId xmlns:a16="http://schemas.microsoft.com/office/drawing/2014/main" id="{AAD5ECFF-31AA-B10C-5A80-0430CEF65876}"/>
              </a:ext>
            </a:extLst>
          </p:cNvPr>
          <p:cNvGraphicFramePr>
            <a:graphicFrameLocks noGrp="1"/>
          </p:cNvGraphicFramePr>
          <p:nvPr>
            <p:extLst>
              <p:ext uri="{D42A27DB-BD31-4B8C-83A1-F6EECF244321}">
                <p14:modId xmlns:p14="http://schemas.microsoft.com/office/powerpoint/2010/main" val="3272463310"/>
              </p:ext>
            </p:extLst>
          </p:nvPr>
        </p:nvGraphicFramePr>
        <p:xfrm>
          <a:off x="600940" y="3332011"/>
          <a:ext cx="11267784" cy="3323286"/>
        </p:xfrm>
        <a:graphic>
          <a:graphicData uri="http://schemas.openxmlformats.org/drawingml/2006/table">
            <a:tbl>
              <a:tblPr/>
              <a:tblGrid>
                <a:gridCol w="1251976">
                  <a:extLst>
                    <a:ext uri="{9D8B030D-6E8A-4147-A177-3AD203B41FA5}">
                      <a16:colId xmlns:a16="http://schemas.microsoft.com/office/drawing/2014/main" val="730727168"/>
                    </a:ext>
                  </a:extLst>
                </a:gridCol>
                <a:gridCol w="1251976">
                  <a:extLst>
                    <a:ext uri="{9D8B030D-6E8A-4147-A177-3AD203B41FA5}">
                      <a16:colId xmlns:a16="http://schemas.microsoft.com/office/drawing/2014/main" val="1569848036"/>
                    </a:ext>
                  </a:extLst>
                </a:gridCol>
                <a:gridCol w="1251976">
                  <a:extLst>
                    <a:ext uri="{9D8B030D-6E8A-4147-A177-3AD203B41FA5}">
                      <a16:colId xmlns:a16="http://schemas.microsoft.com/office/drawing/2014/main" val="3379446958"/>
                    </a:ext>
                  </a:extLst>
                </a:gridCol>
                <a:gridCol w="1251976">
                  <a:extLst>
                    <a:ext uri="{9D8B030D-6E8A-4147-A177-3AD203B41FA5}">
                      <a16:colId xmlns:a16="http://schemas.microsoft.com/office/drawing/2014/main" val="1657030227"/>
                    </a:ext>
                  </a:extLst>
                </a:gridCol>
                <a:gridCol w="1251976">
                  <a:extLst>
                    <a:ext uri="{9D8B030D-6E8A-4147-A177-3AD203B41FA5}">
                      <a16:colId xmlns:a16="http://schemas.microsoft.com/office/drawing/2014/main" val="4028831136"/>
                    </a:ext>
                  </a:extLst>
                </a:gridCol>
                <a:gridCol w="1251976">
                  <a:extLst>
                    <a:ext uri="{9D8B030D-6E8A-4147-A177-3AD203B41FA5}">
                      <a16:colId xmlns:a16="http://schemas.microsoft.com/office/drawing/2014/main" val="1541921777"/>
                    </a:ext>
                  </a:extLst>
                </a:gridCol>
                <a:gridCol w="1251976">
                  <a:extLst>
                    <a:ext uri="{9D8B030D-6E8A-4147-A177-3AD203B41FA5}">
                      <a16:colId xmlns:a16="http://schemas.microsoft.com/office/drawing/2014/main" val="3602591165"/>
                    </a:ext>
                  </a:extLst>
                </a:gridCol>
                <a:gridCol w="1251976">
                  <a:extLst>
                    <a:ext uri="{9D8B030D-6E8A-4147-A177-3AD203B41FA5}">
                      <a16:colId xmlns:a16="http://schemas.microsoft.com/office/drawing/2014/main" val="32613142"/>
                    </a:ext>
                  </a:extLst>
                </a:gridCol>
                <a:gridCol w="1251976">
                  <a:extLst>
                    <a:ext uri="{9D8B030D-6E8A-4147-A177-3AD203B41FA5}">
                      <a16:colId xmlns:a16="http://schemas.microsoft.com/office/drawing/2014/main" val="3289963011"/>
                    </a:ext>
                  </a:extLst>
                </a:gridCol>
              </a:tblGrid>
              <a:tr h="369254">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Grade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カテゴリ</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名称</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意味</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F</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X</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it-IT" altLang="ja-JP" sz="1400" b="1" i="0" u="none" strike="noStrike">
                          <a:solidFill>
                            <a:schemeClr val="bg1"/>
                          </a:solidFill>
                          <a:effectLst/>
                          <a:latin typeface="游ゴシック" panose="020B0400000000000000" pitchFamily="50" charset="-128"/>
                          <a:ea typeface="+mn-ea"/>
                        </a:rPr>
                        <a:t>N</a:t>
                      </a:r>
                      <a:endParaRPr lang="it-IT" sz="1400" b="1" i="0" u="none" strike="noStrike">
                        <a:solidFill>
                          <a:schemeClr val="bg1"/>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1131634238"/>
                  </a:ext>
                </a:extLst>
              </a:tr>
              <a:tr h="369254">
                <a:tc rowSpan="2">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Premium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Game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Master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400025"/>
                  </a:ext>
                </a:extLst>
              </a:tr>
              <a:tr h="369254">
                <a:tc vMerge="1">
                  <a:txBody>
                    <a:bodyPr/>
                    <a:lstStyle/>
                    <a:p>
                      <a:endParaRPr kumimoji="1" lang="ja-JP" altLang="en-US"/>
                    </a:p>
                  </a:txBody>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Creative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U</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Ultimate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1930428695"/>
                  </a:ext>
                </a:extLst>
              </a:tr>
              <a:tr h="369254">
                <a:tc rowSpan="2">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High-end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Game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Diamond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5088765"/>
                  </a:ext>
                </a:extLst>
              </a:tr>
              <a:tr h="369254">
                <a:tc vMerge="1">
                  <a:txBody>
                    <a:bodyPr/>
                    <a:lstStyle/>
                    <a:p>
                      <a:endParaRPr kumimoji="1" lang="ja-JP" altLang="en-US"/>
                    </a:p>
                  </a:txBody>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Creative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Deluxe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1978160821"/>
                  </a:ext>
                </a:extLst>
              </a:tr>
              <a:tr h="369254">
                <a:tc rowSpan="2">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Standard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Game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P</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Platinum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091235"/>
                  </a:ext>
                </a:extLst>
              </a:tr>
              <a:tr h="369254">
                <a:tc vMerge="1">
                  <a:txBody>
                    <a:bodyPr/>
                    <a:lstStyle/>
                    <a:p>
                      <a:endParaRPr kumimoji="1" lang="ja-JP" altLang="en-US"/>
                    </a:p>
                  </a:txBody>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Creative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Selected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2856077406"/>
                  </a:ext>
                </a:extLst>
              </a:tr>
              <a:tr h="369254">
                <a:tc rowSpan="2">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Light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Game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Gold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〇</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buNone/>
                      </a:pPr>
                      <a:r>
                        <a:rPr lang="ja-JP" altLang="en-US" sz="14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21516474"/>
                  </a:ext>
                </a:extLst>
              </a:tr>
              <a:tr h="369254">
                <a:tc vMerge="1">
                  <a:txBody>
                    <a:bodyPr/>
                    <a:lstStyle/>
                    <a:p>
                      <a:endParaRPr kumimoji="1" lang="ja-JP" altLang="en-US"/>
                    </a:p>
                  </a:txBody>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Creative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it-IT" sz="1400" b="0" i="0" u="none" strike="noStrike">
                          <a:solidFill>
                            <a:srgbClr val="000000"/>
                          </a:solidFill>
                          <a:effectLst/>
                          <a:latin typeface="游ゴシック" panose="020B0400000000000000" pitchFamily="50" charset="-128"/>
                          <a:ea typeface="游ゴシック" panose="020B0400000000000000" pitchFamily="50" charset="-128"/>
                        </a:rPr>
                        <a:t>Comfort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2487298813"/>
                  </a:ext>
                </a:extLst>
              </a:tr>
            </a:tbl>
          </a:graphicData>
        </a:graphic>
      </p:graphicFrame>
      <p:sp>
        <p:nvSpPr>
          <p:cNvPr id="2" name="テキスト ボックス 1">
            <a:extLst>
              <a:ext uri="{FF2B5EF4-FFF2-40B4-BE49-F238E27FC236}">
                <a16:creationId xmlns:a16="http://schemas.microsoft.com/office/drawing/2014/main" id="{5FC611DD-F17C-49A5-B2B8-637EEFBE5A0E}"/>
              </a:ext>
            </a:extLst>
          </p:cNvPr>
          <p:cNvSpPr txBox="1"/>
          <p:nvPr/>
        </p:nvSpPr>
        <p:spPr>
          <a:xfrm>
            <a:off x="250145" y="245577"/>
            <a:ext cx="5166284" cy="369332"/>
          </a:xfrm>
          <a:prstGeom prst="rect">
            <a:avLst/>
          </a:prstGeom>
          <a:noFill/>
        </p:spPr>
        <p:txBody>
          <a:bodyPr wrap="square" rtlCol="0">
            <a:spAutoFit/>
          </a:bodyPr>
          <a:lstStyle/>
          <a:p>
            <a:r>
              <a:rPr lang="ja-JP" altLang="en-US" b="1"/>
              <a:t>シリーズ </a:t>
            </a:r>
            <a:r>
              <a:rPr lang="en-US" altLang="ja-JP" b="1"/>
              <a:t>x </a:t>
            </a:r>
            <a:r>
              <a:rPr lang="ja-JP" altLang="en-US" b="1"/>
              <a:t>グレード一覧</a:t>
            </a:r>
            <a:endParaRPr kumimoji="1" lang="ja-JP" altLang="en-US" b="1"/>
          </a:p>
        </p:txBody>
      </p:sp>
    </p:spTree>
    <p:extLst>
      <p:ext uri="{BB962C8B-B14F-4D97-AF65-F5344CB8AC3E}">
        <p14:creationId xmlns:p14="http://schemas.microsoft.com/office/powerpoint/2010/main" val="31624790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1DC39-ACD5-76B6-BB7E-C2DCB7322942}"/>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2385F17-6EB6-6FE3-C194-B2F7AC978CF4}"/>
              </a:ext>
            </a:extLst>
          </p:cNvPr>
          <p:cNvSpPr txBox="1"/>
          <p:nvPr/>
        </p:nvSpPr>
        <p:spPr>
          <a:xfrm>
            <a:off x="250145" y="245577"/>
            <a:ext cx="5166284" cy="369332"/>
          </a:xfrm>
          <a:prstGeom prst="rect">
            <a:avLst/>
          </a:prstGeom>
          <a:noFill/>
        </p:spPr>
        <p:txBody>
          <a:bodyPr wrap="square" rtlCol="0">
            <a:spAutoFit/>
          </a:bodyPr>
          <a:lstStyle/>
          <a:p>
            <a:r>
              <a:rPr lang="ja-JP" altLang="en-US" b="1"/>
              <a:t>シリーズ：キーワード</a:t>
            </a:r>
            <a:endParaRPr kumimoji="1" lang="ja-JP" altLang="en-US" b="1"/>
          </a:p>
        </p:txBody>
      </p:sp>
      <p:sp>
        <p:nvSpPr>
          <p:cNvPr id="12" name="四角形: 角を丸くする 11">
            <a:extLst>
              <a:ext uri="{FF2B5EF4-FFF2-40B4-BE49-F238E27FC236}">
                <a16:creationId xmlns:a16="http://schemas.microsoft.com/office/drawing/2014/main" id="{447F642D-9090-45AA-89D4-500C3E1120C5}"/>
              </a:ext>
            </a:extLst>
          </p:cNvPr>
          <p:cNvSpPr/>
          <p:nvPr/>
        </p:nvSpPr>
        <p:spPr>
          <a:xfrm>
            <a:off x="465236" y="637306"/>
            <a:ext cx="11261530" cy="504825"/>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b="1">
                <a:latin typeface="Meiryo UI" panose="020B0604030504040204" pitchFamily="50" charset="-128"/>
                <a:ea typeface="Meiryo UI" panose="020B0604030504040204" pitchFamily="50" charset="-128"/>
              </a:rPr>
              <a:t>N</a:t>
            </a:r>
            <a:r>
              <a:rPr kumimoji="1" lang="en-US" altLang="ja-JP" b="1">
                <a:latin typeface="Meiryo UI" panose="020B0604030504040204" pitchFamily="50" charset="-128"/>
                <a:ea typeface="Meiryo UI" panose="020B0604030504040204" pitchFamily="50" charset="-128"/>
              </a:rPr>
              <a:t> Series</a:t>
            </a:r>
            <a:endParaRPr kumimoji="1" lang="ja-JP" altLang="en-US" b="1">
              <a:latin typeface="Meiryo UI" panose="020B0604030504040204" pitchFamily="50" charset="-128"/>
              <a:ea typeface="Meiryo UI" panose="020B0604030504040204" pitchFamily="50" charset="-128"/>
            </a:endParaRPr>
          </a:p>
        </p:txBody>
      </p:sp>
      <p:sp>
        <p:nvSpPr>
          <p:cNvPr id="3" name="テキスト ボックス 2">
            <a:extLst>
              <a:ext uri="{FF2B5EF4-FFF2-40B4-BE49-F238E27FC236}">
                <a16:creationId xmlns:a16="http://schemas.microsoft.com/office/drawing/2014/main" id="{53344697-E6EE-C0B5-BD60-154CA9632A95}"/>
              </a:ext>
            </a:extLst>
          </p:cNvPr>
          <p:cNvSpPr txBox="1"/>
          <p:nvPr/>
        </p:nvSpPr>
        <p:spPr>
          <a:xfrm>
            <a:off x="465235" y="1122279"/>
            <a:ext cx="5362902" cy="646331"/>
          </a:xfrm>
          <a:prstGeom prst="rect">
            <a:avLst/>
          </a:prstGeom>
          <a:noFill/>
        </p:spPr>
        <p:txBody>
          <a:bodyPr wrap="square">
            <a:spAutoFit/>
          </a:bodyPr>
          <a:lstStyle/>
          <a:p>
            <a:r>
              <a:rPr lang="en-US" altLang="ja-JP" sz="3600" b="1">
                <a:solidFill>
                  <a:schemeClr val="bg2">
                    <a:lumMod val="25000"/>
                  </a:schemeClr>
                </a:solidFill>
                <a:latin typeface="Meiryo UI" panose="020B0604030504040204" pitchFamily="50" charset="-128"/>
                <a:ea typeface="Meiryo UI" panose="020B0604030504040204" pitchFamily="50" charset="-128"/>
              </a:rPr>
              <a:t>Nexus</a:t>
            </a:r>
            <a:r>
              <a:rPr lang="ja-JP" altLang="en-US" sz="2400" b="1">
                <a:solidFill>
                  <a:schemeClr val="bg2">
                    <a:lumMod val="25000"/>
                  </a:schemeClr>
                </a:solidFill>
                <a:latin typeface="Meiryo UI" panose="020B0604030504040204" pitchFamily="50" charset="-128"/>
                <a:ea typeface="Meiryo UI" panose="020B0604030504040204" pitchFamily="50" charset="-128"/>
              </a:rPr>
              <a:t>：ネクサス</a:t>
            </a:r>
            <a:endParaRPr lang="it-IT" altLang="ja-JP" sz="3600" b="1">
              <a:solidFill>
                <a:schemeClr val="bg2">
                  <a:lumMod val="25000"/>
                </a:schemeClr>
              </a:solidFill>
              <a:latin typeface="Meiryo UI" panose="020B0604030504040204" pitchFamily="50" charset="-128"/>
              <a:ea typeface="Meiryo UI" panose="020B0604030504040204" pitchFamily="50" charset="-128"/>
            </a:endParaRPr>
          </a:p>
        </p:txBody>
      </p:sp>
      <p:sp>
        <p:nvSpPr>
          <p:cNvPr id="13" name="テキスト ボックス 12">
            <a:extLst>
              <a:ext uri="{FF2B5EF4-FFF2-40B4-BE49-F238E27FC236}">
                <a16:creationId xmlns:a16="http://schemas.microsoft.com/office/drawing/2014/main" id="{657881C5-81CC-D9E0-4966-D8EFA86E7A1B}"/>
              </a:ext>
            </a:extLst>
          </p:cNvPr>
          <p:cNvSpPr txBox="1"/>
          <p:nvPr/>
        </p:nvSpPr>
        <p:spPr>
          <a:xfrm>
            <a:off x="474478" y="2510730"/>
            <a:ext cx="5889387" cy="2031325"/>
          </a:xfrm>
          <a:prstGeom prst="rect">
            <a:avLst/>
          </a:prstGeom>
          <a:noFill/>
        </p:spPr>
        <p:txBody>
          <a:bodyPr wrap="square">
            <a:spAutoFit/>
          </a:bodyPr>
          <a:lstStyle/>
          <a:p>
            <a:r>
              <a:rPr lang="ja-JP" altLang="en-US" b="1">
                <a:solidFill>
                  <a:schemeClr val="bg2">
                    <a:lumMod val="25000"/>
                  </a:schemeClr>
                </a:solidFill>
              </a:rPr>
              <a:t>「つながり」「結びつき」</a:t>
            </a:r>
            <a:endParaRPr lang="en-US" altLang="ja-JP" b="1">
              <a:solidFill>
                <a:schemeClr val="bg2">
                  <a:lumMod val="25000"/>
                </a:schemeClr>
              </a:solidFill>
            </a:endParaRPr>
          </a:p>
          <a:p>
            <a:r>
              <a:rPr lang="ja-JP" altLang="en-US">
                <a:solidFill>
                  <a:schemeClr val="bg2">
                    <a:lumMod val="25000"/>
                  </a:schemeClr>
                </a:solidFill>
              </a:rPr>
              <a:t>　・</a:t>
            </a:r>
            <a:r>
              <a:rPr lang="en-US" altLang="ja-JP">
                <a:solidFill>
                  <a:schemeClr val="bg2">
                    <a:lumMod val="25000"/>
                  </a:schemeClr>
                </a:solidFill>
              </a:rPr>
              <a:t>”</a:t>
            </a:r>
            <a:r>
              <a:rPr lang="ja-JP" altLang="en-US">
                <a:solidFill>
                  <a:schemeClr val="bg2">
                    <a:lumMod val="25000"/>
                  </a:schemeClr>
                </a:solidFill>
              </a:rPr>
              <a:t>ゲームプレイ</a:t>
            </a:r>
            <a:r>
              <a:rPr lang="en-US" altLang="ja-JP">
                <a:solidFill>
                  <a:schemeClr val="bg2">
                    <a:lumMod val="25000"/>
                  </a:schemeClr>
                </a:solidFill>
              </a:rPr>
              <a:t>” </a:t>
            </a:r>
            <a:r>
              <a:rPr lang="ja-JP" altLang="en-US">
                <a:solidFill>
                  <a:schemeClr val="bg2">
                    <a:lumMod val="25000"/>
                  </a:schemeClr>
                </a:solidFill>
              </a:rPr>
              <a:t>と </a:t>
            </a:r>
            <a:r>
              <a:rPr lang="en-US" altLang="ja-JP">
                <a:solidFill>
                  <a:schemeClr val="bg2">
                    <a:lumMod val="25000"/>
                  </a:schemeClr>
                </a:solidFill>
              </a:rPr>
              <a:t>”</a:t>
            </a:r>
            <a:r>
              <a:rPr lang="ja-JP" altLang="en-US">
                <a:solidFill>
                  <a:schemeClr val="bg2">
                    <a:lumMod val="25000"/>
                  </a:schemeClr>
                </a:solidFill>
              </a:rPr>
              <a:t>クリエイティブ</a:t>
            </a:r>
            <a:r>
              <a:rPr lang="en-US" altLang="ja-JP">
                <a:solidFill>
                  <a:schemeClr val="bg2">
                    <a:lumMod val="25000"/>
                  </a:schemeClr>
                </a:solidFill>
              </a:rPr>
              <a:t>” </a:t>
            </a:r>
          </a:p>
          <a:p>
            <a:r>
              <a:rPr lang="ja-JP" altLang="en-US">
                <a:solidFill>
                  <a:schemeClr val="bg2">
                    <a:lumMod val="25000"/>
                  </a:schemeClr>
                </a:solidFill>
              </a:rPr>
              <a:t>　・</a:t>
            </a:r>
            <a:r>
              <a:rPr lang="en-US" altLang="ja-JP">
                <a:solidFill>
                  <a:schemeClr val="bg2">
                    <a:lumMod val="25000"/>
                  </a:schemeClr>
                </a:solidFill>
              </a:rPr>
              <a:t>”</a:t>
            </a:r>
            <a:r>
              <a:rPr lang="ja-JP" altLang="en-US">
                <a:solidFill>
                  <a:schemeClr val="bg2">
                    <a:lumMod val="25000"/>
                  </a:schemeClr>
                </a:solidFill>
              </a:rPr>
              <a:t>人同士</a:t>
            </a:r>
            <a:r>
              <a:rPr lang="en-US" altLang="ja-JP">
                <a:solidFill>
                  <a:schemeClr val="bg2">
                    <a:lumMod val="25000"/>
                  </a:schemeClr>
                </a:solidFill>
              </a:rPr>
              <a:t>” </a:t>
            </a:r>
          </a:p>
          <a:p>
            <a:r>
              <a:rPr lang="ja-JP" altLang="en-US">
                <a:solidFill>
                  <a:schemeClr val="bg2">
                    <a:lumMod val="25000"/>
                  </a:schemeClr>
                </a:solidFill>
              </a:rPr>
              <a:t>　・</a:t>
            </a:r>
            <a:r>
              <a:rPr lang="en-US" altLang="ja-JP">
                <a:solidFill>
                  <a:schemeClr val="bg2">
                    <a:lumMod val="25000"/>
                  </a:schemeClr>
                </a:solidFill>
              </a:rPr>
              <a:t>”</a:t>
            </a:r>
            <a:r>
              <a:rPr lang="ja-JP" altLang="en-US">
                <a:solidFill>
                  <a:schemeClr val="bg2">
                    <a:lumMod val="25000"/>
                  </a:schemeClr>
                </a:solidFill>
              </a:rPr>
              <a:t>感覚</a:t>
            </a:r>
            <a:r>
              <a:rPr lang="en-US" altLang="ja-JP">
                <a:solidFill>
                  <a:schemeClr val="bg2">
                    <a:lumMod val="25000"/>
                  </a:schemeClr>
                </a:solidFill>
              </a:rPr>
              <a:t>” </a:t>
            </a:r>
            <a:r>
              <a:rPr lang="ja-JP" altLang="en-US">
                <a:solidFill>
                  <a:schemeClr val="bg2">
                    <a:lumMod val="25000"/>
                  </a:schemeClr>
                </a:solidFill>
              </a:rPr>
              <a:t>と </a:t>
            </a:r>
            <a:r>
              <a:rPr lang="en-US" altLang="ja-JP">
                <a:solidFill>
                  <a:schemeClr val="bg2">
                    <a:lumMod val="25000"/>
                  </a:schemeClr>
                </a:solidFill>
              </a:rPr>
              <a:t>”</a:t>
            </a:r>
            <a:r>
              <a:rPr lang="ja-JP" altLang="en-US">
                <a:solidFill>
                  <a:schemeClr val="bg2">
                    <a:lumMod val="25000"/>
                  </a:schemeClr>
                </a:solidFill>
              </a:rPr>
              <a:t>性能</a:t>
            </a:r>
            <a:r>
              <a:rPr lang="en-US" altLang="ja-JP">
                <a:solidFill>
                  <a:schemeClr val="bg2">
                    <a:lumMod val="25000"/>
                  </a:schemeClr>
                </a:solidFill>
              </a:rPr>
              <a:t>”</a:t>
            </a:r>
          </a:p>
          <a:p>
            <a:r>
              <a:rPr lang="ja-JP" altLang="en-US">
                <a:solidFill>
                  <a:schemeClr val="bg2">
                    <a:lumMod val="25000"/>
                  </a:schemeClr>
                </a:solidFill>
              </a:rPr>
              <a:t>　・</a:t>
            </a:r>
            <a:r>
              <a:rPr lang="en-US" altLang="ja-JP">
                <a:solidFill>
                  <a:schemeClr val="bg2">
                    <a:lumMod val="25000"/>
                  </a:schemeClr>
                </a:solidFill>
              </a:rPr>
              <a:t>”</a:t>
            </a:r>
            <a:r>
              <a:rPr lang="ja-JP" altLang="en-US">
                <a:solidFill>
                  <a:schemeClr val="bg2">
                    <a:lumMod val="25000"/>
                  </a:schemeClr>
                </a:solidFill>
              </a:rPr>
              <a:t>リアル</a:t>
            </a:r>
            <a:r>
              <a:rPr lang="en-US" altLang="ja-JP">
                <a:solidFill>
                  <a:schemeClr val="bg2">
                    <a:lumMod val="25000"/>
                  </a:schemeClr>
                </a:solidFill>
              </a:rPr>
              <a:t>” </a:t>
            </a:r>
            <a:r>
              <a:rPr lang="ja-JP" altLang="en-US">
                <a:solidFill>
                  <a:schemeClr val="bg2">
                    <a:lumMod val="25000"/>
                  </a:schemeClr>
                </a:solidFill>
              </a:rPr>
              <a:t>と </a:t>
            </a:r>
            <a:r>
              <a:rPr lang="en-US" altLang="ja-JP">
                <a:solidFill>
                  <a:schemeClr val="bg2">
                    <a:lumMod val="25000"/>
                  </a:schemeClr>
                </a:solidFill>
              </a:rPr>
              <a:t>”</a:t>
            </a:r>
            <a:r>
              <a:rPr lang="ja-JP" altLang="en-US">
                <a:solidFill>
                  <a:schemeClr val="bg2">
                    <a:lumMod val="25000"/>
                  </a:schemeClr>
                </a:solidFill>
              </a:rPr>
              <a:t>インターネット空間</a:t>
            </a:r>
            <a:r>
              <a:rPr lang="en-US" altLang="ja-JP">
                <a:solidFill>
                  <a:schemeClr val="bg2">
                    <a:lumMod val="25000"/>
                  </a:schemeClr>
                </a:solidFill>
              </a:rPr>
              <a:t>” </a:t>
            </a:r>
          </a:p>
          <a:p>
            <a:endParaRPr lang="en-US" altLang="ja-JP">
              <a:solidFill>
                <a:schemeClr val="bg2">
                  <a:lumMod val="25000"/>
                </a:schemeClr>
              </a:solidFill>
            </a:endParaRPr>
          </a:p>
          <a:p>
            <a:r>
              <a:rPr lang="ja-JP" altLang="en-US">
                <a:solidFill>
                  <a:schemeClr val="bg2">
                    <a:lumMod val="25000"/>
                  </a:schemeClr>
                </a:solidFill>
              </a:rPr>
              <a:t>　・ノートを連想する</a:t>
            </a:r>
            <a:r>
              <a:rPr lang="en-US" altLang="ja-JP">
                <a:solidFill>
                  <a:schemeClr val="bg2">
                    <a:lumMod val="25000"/>
                  </a:schemeClr>
                </a:solidFill>
              </a:rPr>
              <a:t>N</a:t>
            </a:r>
            <a:r>
              <a:rPr lang="ja-JP" altLang="en-US">
                <a:solidFill>
                  <a:schemeClr val="bg2">
                    <a:lumMod val="25000"/>
                  </a:schemeClr>
                </a:solidFill>
              </a:rPr>
              <a:t>で始まる単語</a:t>
            </a:r>
            <a:endParaRPr lang="en-US" altLang="ja-JP">
              <a:solidFill>
                <a:schemeClr val="bg2">
                  <a:lumMod val="25000"/>
                </a:schemeClr>
              </a:solidFill>
            </a:endParaRPr>
          </a:p>
        </p:txBody>
      </p:sp>
      <p:pic>
        <p:nvPicPr>
          <p:cNvPr id="4" name="Picture 2">
            <a:extLst>
              <a:ext uri="{FF2B5EF4-FFF2-40B4-BE49-F238E27FC236}">
                <a16:creationId xmlns:a16="http://schemas.microsoft.com/office/drawing/2014/main" id="{8675AFDB-DED5-FDCE-7ADF-39A7619041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3865" y="1251372"/>
            <a:ext cx="5009589" cy="5417127"/>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D4CD3B4F-C46F-CF9F-3C65-7743B1FF503D}"/>
              </a:ext>
            </a:extLst>
          </p:cNvPr>
          <p:cNvSpPr txBox="1"/>
          <p:nvPr/>
        </p:nvSpPr>
        <p:spPr>
          <a:xfrm>
            <a:off x="465235" y="1884251"/>
            <a:ext cx="5889387" cy="369332"/>
          </a:xfrm>
          <a:prstGeom prst="rect">
            <a:avLst/>
          </a:prstGeom>
          <a:noFill/>
        </p:spPr>
        <p:txBody>
          <a:bodyPr wrap="square">
            <a:spAutoFit/>
          </a:bodyPr>
          <a:lstStyle/>
          <a:p>
            <a:r>
              <a:rPr lang="en-US" altLang="ja-JP"/>
              <a:t>“NEXUS. Gaming Power, Creative Freedom.”</a:t>
            </a:r>
            <a:endParaRPr lang="en-US" altLang="ja-JP" b="1">
              <a:solidFill>
                <a:schemeClr val="bg2">
                  <a:lumMod val="25000"/>
                </a:schemeClr>
              </a:solidFill>
            </a:endParaRPr>
          </a:p>
        </p:txBody>
      </p:sp>
      <p:sp>
        <p:nvSpPr>
          <p:cNvPr id="7" name="テキスト ボックス 6">
            <a:extLst>
              <a:ext uri="{FF2B5EF4-FFF2-40B4-BE49-F238E27FC236}">
                <a16:creationId xmlns:a16="http://schemas.microsoft.com/office/drawing/2014/main" id="{0AA337CE-0573-3A83-BA68-8FBDA0E930D7}"/>
              </a:ext>
            </a:extLst>
          </p:cNvPr>
          <p:cNvSpPr txBox="1"/>
          <p:nvPr/>
        </p:nvSpPr>
        <p:spPr>
          <a:xfrm>
            <a:off x="725572" y="4799202"/>
            <a:ext cx="3580286" cy="830997"/>
          </a:xfrm>
          <a:prstGeom prst="rect">
            <a:avLst/>
          </a:prstGeom>
          <a:noFill/>
        </p:spPr>
        <p:txBody>
          <a:bodyPr wrap="square">
            <a:spAutoFit/>
          </a:bodyPr>
          <a:lstStyle/>
          <a:p>
            <a:r>
              <a:rPr lang="en-US" altLang="ja-JP" sz="4800" b="1">
                <a:solidFill>
                  <a:schemeClr val="bg2">
                    <a:lumMod val="25000"/>
                  </a:schemeClr>
                </a:solidFill>
              </a:rPr>
              <a:t>NEXUS</a:t>
            </a:r>
          </a:p>
        </p:txBody>
      </p:sp>
      <p:sp>
        <p:nvSpPr>
          <p:cNvPr id="9" name="テキスト ボックス 8">
            <a:extLst>
              <a:ext uri="{FF2B5EF4-FFF2-40B4-BE49-F238E27FC236}">
                <a16:creationId xmlns:a16="http://schemas.microsoft.com/office/drawing/2014/main" id="{C1AA774E-671E-74BA-7C73-B5F33D08C212}"/>
              </a:ext>
            </a:extLst>
          </p:cNvPr>
          <p:cNvSpPr txBox="1"/>
          <p:nvPr/>
        </p:nvSpPr>
        <p:spPr>
          <a:xfrm>
            <a:off x="818546" y="5445533"/>
            <a:ext cx="5536076" cy="461665"/>
          </a:xfrm>
          <a:prstGeom prst="rect">
            <a:avLst/>
          </a:prstGeom>
          <a:noFill/>
        </p:spPr>
        <p:txBody>
          <a:bodyPr wrap="square">
            <a:spAutoFit/>
          </a:bodyPr>
          <a:lstStyle/>
          <a:p>
            <a:r>
              <a:rPr lang="en-US" altLang="ja-JP" sz="1200">
                <a:solidFill>
                  <a:schemeClr val="bg2">
                    <a:lumMod val="25000"/>
                  </a:schemeClr>
                </a:solidFill>
              </a:rPr>
              <a:t>NEXUS</a:t>
            </a:r>
            <a:r>
              <a:rPr lang="ja-JP" altLang="en-US" sz="1200">
                <a:solidFill>
                  <a:schemeClr val="bg2">
                    <a:lumMod val="25000"/>
                  </a:schemeClr>
                </a:solidFill>
              </a:rPr>
              <a:t>という英単語の中心に置かれている「</a:t>
            </a:r>
            <a:r>
              <a:rPr lang="en-US" altLang="ja-JP" sz="1200">
                <a:solidFill>
                  <a:schemeClr val="bg2">
                    <a:lumMod val="25000"/>
                  </a:schemeClr>
                </a:solidFill>
              </a:rPr>
              <a:t>X</a:t>
            </a:r>
            <a:r>
              <a:rPr lang="ja-JP" altLang="en-US" sz="1200">
                <a:solidFill>
                  <a:schemeClr val="bg2">
                    <a:lumMod val="25000"/>
                  </a:schemeClr>
                </a:solidFill>
              </a:rPr>
              <a:t>」は</a:t>
            </a:r>
            <a:endParaRPr lang="en-US" altLang="ja-JP" sz="1200">
              <a:solidFill>
                <a:schemeClr val="bg2">
                  <a:lumMod val="25000"/>
                </a:schemeClr>
              </a:solidFill>
            </a:endParaRPr>
          </a:p>
          <a:p>
            <a:r>
              <a:rPr lang="ja-JP" altLang="en-US" sz="1200">
                <a:solidFill>
                  <a:schemeClr val="bg2">
                    <a:lumMod val="25000"/>
                  </a:schemeClr>
                </a:solidFill>
              </a:rPr>
              <a:t>ゲームとクリエイティブが交わるところを表している（と言われている）</a:t>
            </a:r>
            <a:endParaRPr lang="en-US" altLang="ja-JP" sz="1200">
              <a:solidFill>
                <a:schemeClr val="bg2">
                  <a:lumMod val="25000"/>
                </a:schemeClr>
              </a:solidFill>
            </a:endParaRPr>
          </a:p>
        </p:txBody>
      </p:sp>
    </p:spTree>
    <p:extLst>
      <p:ext uri="{BB962C8B-B14F-4D97-AF65-F5344CB8AC3E}">
        <p14:creationId xmlns:p14="http://schemas.microsoft.com/office/powerpoint/2010/main" val="33289996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532A564A-0387-467A-B65C-8422FFE7037D}"/>
              </a:ext>
            </a:extLst>
          </p:cNvPr>
          <p:cNvSpPr/>
          <p:nvPr/>
        </p:nvSpPr>
        <p:spPr>
          <a:xfrm>
            <a:off x="811409" y="2820276"/>
            <a:ext cx="5774245" cy="3379825"/>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a:t>Standard</a:t>
            </a:r>
          </a:p>
          <a:p>
            <a:pPr algn="ctr"/>
            <a:r>
              <a:rPr kumimoji="1" lang="en-US" altLang="ja-JP" sz="2400"/>
              <a:t>Platinum / </a:t>
            </a:r>
            <a:r>
              <a:rPr lang="en-US" altLang="ja-JP" sz="2400"/>
              <a:t>Selected</a:t>
            </a:r>
            <a:endParaRPr kumimoji="1" lang="ja-JP" altLang="en-US" sz="2400"/>
          </a:p>
        </p:txBody>
      </p:sp>
      <p:sp>
        <p:nvSpPr>
          <p:cNvPr id="12" name="四角形: 角を丸くする 11">
            <a:extLst>
              <a:ext uri="{FF2B5EF4-FFF2-40B4-BE49-F238E27FC236}">
                <a16:creationId xmlns:a16="http://schemas.microsoft.com/office/drawing/2014/main" id="{5E99DD18-6651-B01D-C6CD-86C90CCBE9E8}"/>
              </a:ext>
            </a:extLst>
          </p:cNvPr>
          <p:cNvSpPr/>
          <p:nvPr/>
        </p:nvSpPr>
        <p:spPr>
          <a:xfrm>
            <a:off x="5289527" y="1256145"/>
            <a:ext cx="6302099" cy="260465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a:t>High-End</a:t>
            </a:r>
          </a:p>
          <a:p>
            <a:pPr algn="ctr"/>
            <a:r>
              <a:rPr kumimoji="1" lang="en-US" altLang="ja-JP" sz="2400"/>
              <a:t>Diamond / </a:t>
            </a:r>
            <a:r>
              <a:rPr lang="en-US" altLang="ja-JP" sz="2400"/>
              <a:t>Deluxe</a:t>
            </a:r>
            <a:endParaRPr kumimoji="1" lang="ja-JP" altLang="en-US" sz="2400"/>
          </a:p>
        </p:txBody>
      </p:sp>
      <p:cxnSp>
        <p:nvCxnSpPr>
          <p:cNvPr id="4" name="直線コネクタ 3">
            <a:extLst>
              <a:ext uri="{FF2B5EF4-FFF2-40B4-BE49-F238E27FC236}">
                <a16:creationId xmlns:a16="http://schemas.microsoft.com/office/drawing/2014/main" id="{19E86DBA-D60E-7FE3-F6DA-53B01090E6A8}"/>
              </a:ext>
            </a:extLst>
          </p:cNvPr>
          <p:cNvCxnSpPr>
            <a:cxnSpLocks/>
          </p:cNvCxnSpPr>
          <p:nvPr/>
        </p:nvCxnSpPr>
        <p:spPr>
          <a:xfrm>
            <a:off x="591127" y="3284984"/>
            <a:ext cx="9681336" cy="0"/>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正方形/長方形 5">
            <a:extLst>
              <a:ext uri="{FF2B5EF4-FFF2-40B4-BE49-F238E27FC236}">
                <a16:creationId xmlns:a16="http://schemas.microsoft.com/office/drawing/2014/main" id="{4B42D29D-B33E-0DA9-CEE2-682427D6146F}"/>
              </a:ext>
            </a:extLst>
          </p:cNvPr>
          <p:cNvSpPr/>
          <p:nvPr/>
        </p:nvSpPr>
        <p:spPr>
          <a:xfrm>
            <a:off x="10271667" y="3086428"/>
            <a:ext cx="1597782" cy="378042"/>
          </a:xfrm>
          <a:prstGeom prst="rect">
            <a:avLst/>
          </a:prstGeom>
          <a:solidFill>
            <a:schemeClr val="bg1"/>
          </a:solidFill>
          <a:ln w="285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ja-JP" altLang="en-US" sz="1200" b="1">
                <a:solidFill>
                  <a:srgbClr val="001E60"/>
                </a:solidFill>
                <a:latin typeface="源ノ角ゴシック JP" panose="020B0500000000000000" pitchFamily="34" charset="-128"/>
                <a:ea typeface="源ノ角ゴシック JP" panose="020B0500000000000000" pitchFamily="34" charset="-128"/>
              </a:rPr>
              <a:t>付加価値</a:t>
            </a:r>
          </a:p>
        </p:txBody>
      </p:sp>
      <p:sp>
        <p:nvSpPr>
          <p:cNvPr id="11" name="四角形: 角を丸くする 10">
            <a:extLst>
              <a:ext uri="{FF2B5EF4-FFF2-40B4-BE49-F238E27FC236}">
                <a16:creationId xmlns:a16="http://schemas.microsoft.com/office/drawing/2014/main" id="{CDC9E641-1351-D8C7-2953-00BCA3898DE1}"/>
              </a:ext>
            </a:extLst>
          </p:cNvPr>
          <p:cNvSpPr/>
          <p:nvPr/>
        </p:nvSpPr>
        <p:spPr>
          <a:xfrm>
            <a:off x="8229600" y="393993"/>
            <a:ext cx="3362034" cy="783407"/>
          </a:xfrm>
          <a:prstGeom prst="round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a:t>Premium</a:t>
            </a:r>
          </a:p>
          <a:p>
            <a:pPr algn="ctr"/>
            <a:r>
              <a:rPr kumimoji="1" lang="en-US" altLang="ja-JP" sz="2400"/>
              <a:t>Master / Ultimate</a:t>
            </a:r>
            <a:endParaRPr kumimoji="1" lang="ja-JP" altLang="en-US" sz="2400"/>
          </a:p>
        </p:txBody>
      </p:sp>
      <p:cxnSp>
        <p:nvCxnSpPr>
          <p:cNvPr id="8" name="直線コネクタ 7">
            <a:extLst>
              <a:ext uri="{FF2B5EF4-FFF2-40B4-BE49-F238E27FC236}">
                <a16:creationId xmlns:a16="http://schemas.microsoft.com/office/drawing/2014/main" id="{A593A1D3-E214-5743-58D3-98A49A0F3125}"/>
              </a:ext>
            </a:extLst>
          </p:cNvPr>
          <p:cNvCxnSpPr>
            <a:cxnSpLocks/>
          </p:cNvCxnSpPr>
          <p:nvPr/>
        </p:nvCxnSpPr>
        <p:spPr>
          <a:xfrm>
            <a:off x="6088418" y="543360"/>
            <a:ext cx="0" cy="6060640"/>
          </a:xfrm>
          <a:prstGeom prst="line">
            <a:avLst/>
          </a:prstGeom>
          <a:ln w="285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4F5DBB17-B274-128F-4FBF-92E17470F06E}"/>
              </a:ext>
            </a:extLst>
          </p:cNvPr>
          <p:cNvSpPr/>
          <p:nvPr/>
        </p:nvSpPr>
        <p:spPr>
          <a:xfrm>
            <a:off x="5297109" y="354339"/>
            <a:ext cx="1597782" cy="378042"/>
          </a:xfrm>
          <a:prstGeom prst="rect">
            <a:avLst/>
          </a:prstGeom>
          <a:solidFill>
            <a:schemeClr val="bg1"/>
          </a:solidFill>
          <a:ln w="285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ja-JP" altLang="en-US" sz="1200" b="1">
                <a:solidFill>
                  <a:srgbClr val="001E60"/>
                </a:solidFill>
                <a:latin typeface="源ノ角ゴシック JP" panose="020B0500000000000000" pitchFamily="34" charset="-128"/>
                <a:ea typeface="源ノ角ゴシック JP" panose="020B0500000000000000" pitchFamily="34" charset="-128"/>
              </a:rPr>
              <a:t>価格・性能</a:t>
            </a:r>
          </a:p>
        </p:txBody>
      </p:sp>
      <p:sp>
        <p:nvSpPr>
          <p:cNvPr id="2" name="テキスト ボックス 1">
            <a:extLst>
              <a:ext uri="{FF2B5EF4-FFF2-40B4-BE49-F238E27FC236}">
                <a16:creationId xmlns:a16="http://schemas.microsoft.com/office/drawing/2014/main" id="{FED98A01-9AD6-7206-205A-B458889067FB}"/>
              </a:ext>
            </a:extLst>
          </p:cNvPr>
          <p:cNvSpPr txBox="1"/>
          <p:nvPr/>
        </p:nvSpPr>
        <p:spPr>
          <a:xfrm>
            <a:off x="250144" y="245577"/>
            <a:ext cx="4672835" cy="646331"/>
          </a:xfrm>
          <a:prstGeom prst="rect">
            <a:avLst/>
          </a:prstGeom>
          <a:noFill/>
        </p:spPr>
        <p:txBody>
          <a:bodyPr wrap="square" rtlCol="0">
            <a:spAutoFit/>
          </a:bodyPr>
          <a:lstStyle/>
          <a:p>
            <a:r>
              <a:rPr kumimoji="1" lang="ja-JP" altLang="en-US" b="1"/>
              <a:t>ブランド・シリーズ内ポジショニング</a:t>
            </a:r>
            <a:endParaRPr kumimoji="1" lang="en-US" altLang="ja-JP" b="1"/>
          </a:p>
          <a:p>
            <a:r>
              <a:rPr kumimoji="1" lang="ja-JP" altLang="en-US" b="1"/>
              <a:t>（グレードのポジション）</a:t>
            </a:r>
          </a:p>
        </p:txBody>
      </p:sp>
    </p:spTree>
    <p:extLst>
      <p:ext uri="{BB962C8B-B14F-4D97-AF65-F5344CB8AC3E}">
        <p14:creationId xmlns:p14="http://schemas.microsoft.com/office/powerpoint/2010/main" val="635388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EB731A19-4420-7247-8D7D-2DBC3C62A4BC}"/>
              </a:ext>
            </a:extLst>
          </p:cNvPr>
          <p:cNvPicPr>
            <a:picLocks noChangeAspect="1"/>
          </p:cNvPicPr>
          <p:nvPr/>
        </p:nvPicPr>
        <p:blipFill>
          <a:blip r:embed="rId2"/>
          <a:stretch>
            <a:fillRect/>
          </a:stretch>
        </p:blipFill>
        <p:spPr>
          <a:xfrm>
            <a:off x="3369494" y="79095"/>
            <a:ext cx="7700534" cy="6533328"/>
          </a:xfrm>
          <a:prstGeom prst="rect">
            <a:avLst/>
          </a:prstGeom>
        </p:spPr>
      </p:pic>
      <p:sp>
        <p:nvSpPr>
          <p:cNvPr id="6" name="四角形: 角を丸くする 5">
            <a:extLst>
              <a:ext uri="{FF2B5EF4-FFF2-40B4-BE49-F238E27FC236}">
                <a16:creationId xmlns:a16="http://schemas.microsoft.com/office/drawing/2014/main" id="{BC36E01E-DEDB-8491-FA54-F537ED180B2E}"/>
              </a:ext>
            </a:extLst>
          </p:cNvPr>
          <p:cNvSpPr/>
          <p:nvPr/>
        </p:nvSpPr>
        <p:spPr>
          <a:xfrm>
            <a:off x="5206232" y="3565124"/>
            <a:ext cx="1745673" cy="2822291"/>
          </a:xfrm>
          <a:prstGeom prst="roundRect">
            <a:avLst>
              <a:gd name="adj" fmla="val 6614"/>
            </a:avLst>
          </a:prstGeom>
          <a:solidFill>
            <a:srgbClr val="00B0F0">
              <a:alpha val="54902"/>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B7D251ED-70D6-41B9-70A5-822BAF1A0F5F}"/>
              </a:ext>
            </a:extLst>
          </p:cNvPr>
          <p:cNvSpPr/>
          <p:nvPr/>
        </p:nvSpPr>
        <p:spPr>
          <a:xfrm>
            <a:off x="6987554" y="1861015"/>
            <a:ext cx="1745673" cy="2822291"/>
          </a:xfrm>
          <a:prstGeom prst="roundRect">
            <a:avLst>
              <a:gd name="adj" fmla="val 6614"/>
            </a:avLst>
          </a:prstGeom>
          <a:solidFill>
            <a:srgbClr val="0070C0">
              <a:alpha val="54902"/>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D3C4EF78-2BE7-6D71-7CA8-71C7EF104C83}"/>
              </a:ext>
            </a:extLst>
          </p:cNvPr>
          <p:cNvSpPr/>
          <p:nvPr/>
        </p:nvSpPr>
        <p:spPr>
          <a:xfrm>
            <a:off x="8867154" y="1126724"/>
            <a:ext cx="1745673" cy="734291"/>
          </a:xfrm>
          <a:prstGeom prst="roundRect">
            <a:avLst>
              <a:gd name="adj" fmla="val 6614"/>
            </a:avLst>
          </a:prstGeom>
          <a:solidFill>
            <a:srgbClr val="002060">
              <a:alpha val="54902"/>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矢印コネクタ 9">
            <a:extLst>
              <a:ext uri="{FF2B5EF4-FFF2-40B4-BE49-F238E27FC236}">
                <a16:creationId xmlns:a16="http://schemas.microsoft.com/office/drawing/2014/main" id="{76D98324-84BC-7F54-8284-9728FA47FF6F}"/>
              </a:ext>
            </a:extLst>
          </p:cNvPr>
          <p:cNvCxnSpPr>
            <a:cxnSpLocks/>
            <a:stCxn id="6" idx="1"/>
            <a:endCxn id="11" idx="2"/>
          </p:cNvCxnSpPr>
          <p:nvPr/>
        </p:nvCxnSpPr>
        <p:spPr>
          <a:xfrm flipH="1" flipV="1">
            <a:off x="3348566" y="3821141"/>
            <a:ext cx="1857666" cy="1155129"/>
          </a:xfrm>
          <a:prstGeom prst="straightConnector1">
            <a:avLst/>
          </a:prstGeom>
          <a:ln w="28575">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四角形: 角を丸くする 10">
            <a:extLst>
              <a:ext uri="{FF2B5EF4-FFF2-40B4-BE49-F238E27FC236}">
                <a16:creationId xmlns:a16="http://schemas.microsoft.com/office/drawing/2014/main" id="{C91659F2-52C3-B608-0E58-D757E5F1DD17}"/>
              </a:ext>
            </a:extLst>
          </p:cNvPr>
          <p:cNvSpPr/>
          <p:nvPr/>
        </p:nvSpPr>
        <p:spPr>
          <a:xfrm>
            <a:off x="1994282" y="2419232"/>
            <a:ext cx="2708568" cy="1401909"/>
          </a:xfrm>
          <a:prstGeom prst="roundRect">
            <a:avLst>
              <a:gd name="adj" fmla="val 6614"/>
            </a:avLst>
          </a:prstGeom>
          <a:solidFill>
            <a:srgbClr val="00B0F0">
              <a:alpha val="54902"/>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a:solidFill>
                  <a:schemeClr val="tx1"/>
                </a:solidFill>
              </a:rPr>
              <a:t>・旧世代</a:t>
            </a:r>
            <a:endParaRPr kumimoji="1" lang="en-US" altLang="ja-JP" sz="1200">
              <a:solidFill>
                <a:schemeClr val="tx1"/>
              </a:solidFill>
            </a:endParaRPr>
          </a:p>
          <a:p>
            <a:r>
              <a:rPr lang="ja-JP" altLang="en-US" sz="1200">
                <a:solidFill>
                  <a:schemeClr val="tx1"/>
                </a:solidFill>
              </a:rPr>
              <a:t>・コストパフォーマンス</a:t>
            </a:r>
            <a:endParaRPr lang="en-US" altLang="ja-JP" sz="1200">
              <a:solidFill>
                <a:schemeClr val="tx1"/>
              </a:solidFill>
            </a:endParaRPr>
          </a:p>
          <a:p>
            <a:r>
              <a:rPr kumimoji="1" lang="ja-JP" altLang="en-US" sz="1200">
                <a:solidFill>
                  <a:schemeClr val="tx1"/>
                </a:solidFill>
              </a:rPr>
              <a:t>・価格優先で筐体外観への要求低</a:t>
            </a:r>
            <a:endParaRPr kumimoji="1" lang="en-US" altLang="ja-JP" sz="1200">
              <a:solidFill>
                <a:schemeClr val="tx1"/>
              </a:solidFill>
            </a:endParaRPr>
          </a:p>
          <a:p>
            <a:r>
              <a:rPr lang="ja-JP" altLang="en-US" sz="1200">
                <a:solidFill>
                  <a:schemeClr val="tx1"/>
                </a:solidFill>
              </a:rPr>
              <a:t>・リフレッシュレート</a:t>
            </a:r>
            <a:r>
              <a:rPr lang="en-US" altLang="ja-JP" sz="1200">
                <a:solidFill>
                  <a:schemeClr val="tx1"/>
                </a:solidFill>
              </a:rPr>
              <a:t>165Hz</a:t>
            </a:r>
            <a:endParaRPr kumimoji="1" lang="ja-JP" altLang="en-US" sz="1200">
              <a:solidFill>
                <a:schemeClr val="tx1"/>
              </a:solidFill>
            </a:endParaRPr>
          </a:p>
        </p:txBody>
      </p:sp>
      <p:sp>
        <p:nvSpPr>
          <p:cNvPr id="16" name="四角形: 角を丸くする 15">
            <a:extLst>
              <a:ext uri="{FF2B5EF4-FFF2-40B4-BE49-F238E27FC236}">
                <a16:creationId xmlns:a16="http://schemas.microsoft.com/office/drawing/2014/main" id="{0E588A74-2552-0D2C-C567-D7DFD401D359}"/>
              </a:ext>
            </a:extLst>
          </p:cNvPr>
          <p:cNvSpPr/>
          <p:nvPr/>
        </p:nvSpPr>
        <p:spPr>
          <a:xfrm>
            <a:off x="8867154" y="4534941"/>
            <a:ext cx="3074701" cy="1539604"/>
          </a:xfrm>
          <a:prstGeom prst="roundRect">
            <a:avLst>
              <a:gd name="adj" fmla="val 6614"/>
            </a:avLst>
          </a:prstGeom>
          <a:solidFill>
            <a:srgbClr val="0070C0">
              <a:alpha val="54902"/>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a:solidFill>
                  <a:schemeClr val="tx1"/>
                </a:solidFill>
              </a:rPr>
              <a:t>・新世代</a:t>
            </a:r>
            <a:endParaRPr kumimoji="1" lang="en-US" altLang="ja-JP" sz="1200">
              <a:solidFill>
                <a:schemeClr val="tx1"/>
              </a:solidFill>
            </a:endParaRPr>
          </a:p>
          <a:p>
            <a:r>
              <a:rPr kumimoji="1" lang="ja-JP" altLang="en-US" sz="1200">
                <a:solidFill>
                  <a:schemeClr val="tx1"/>
                </a:solidFill>
              </a:rPr>
              <a:t>・新世代プロセッサ採用に応じた筐体</a:t>
            </a:r>
            <a:endParaRPr kumimoji="1" lang="en-US" altLang="ja-JP" sz="1200">
              <a:solidFill>
                <a:schemeClr val="tx1"/>
              </a:solidFill>
            </a:endParaRPr>
          </a:p>
          <a:p>
            <a:r>
              <a:rPr kumimoji="1" lang="ja-JP" altLang="en-US" sz="1200">
                <a:solidFill>
                  <a:schemeClr val="tx1"/>
                </a:solidFill>
              </a:rPr>
              <a:t>　↑による</a:t>
            </a:r>
            <a:r>
              <a:rPr kumimoji="1" lang="en-US" altLang="ja-JP" sz="1200">
                <a:solidFill>
                  <a:schemeClr val="tx1"/>
                </a:solidFill>
              </a:rPr>
              <a:t>IO</a:t>
            </a:r>
            <a:r>
              <a:rPr kumimoji="1" lang="ja-JP" altLang="en-US" sz="1200">
                <a:solidFill>
                  <a:schemeClr val="tx1"/>
                </a:solidFill>
              </a:rPr>
              <a:t>ポートの充実</a:t>
            </a:r>
            <a:endParaRPr kumimoji="1" lang="en-US" altLang="ja-JP" sz="1200">
              <a:solidFill>
                <a:schemeClr val="tx1"/>
              </a:solidFill>
            </a:endParaRPr>
          </a:p>
          <a:p>
            <a:r>
              <a:rPr kumimoji="1" lang="ja-JP" altLang="en-US" sz="1200">
                <a:solidFill>
                  <a:schemeClr val="tx1"/>
                </a:solidFill>
              </a:rPr>
              <a:t>・旧世代品に比較して整った筐体外観</a:t>
            </a:r>
            <a:endParaRPr kumimoji="1" lang="en-US" altLang="ja-JP" sz="1200">
              <a:solidFill>
                <a:schemeClr val="tx1"/>
              </a:solidFill>
            </a:endParaRPr>
          </a:p>
          <a:p>
            <a:r>
              <a:rPr lang="ja-JP" altLang="en-US" sz="1200">
                <a:solidFill>
                  <a:schemeClr val="tx1"/>
                </a:solidFill>
              </a:rPr>
              <a:t>・リフレッシュレート</a:t>
            </a:r>
            <a:r>
              <a:rPr lang="en-US" altLang="ja-JP" sz="1200">
                <a:solidFill>
                  <a:schemeClr val="tx1"/>
                </a:solidFill>
              </a:rPr>
              <a:t>240/300Hz</a:t>
            </a:r>
            <a:endParaRPr kumimoji="1" lang="ja-JP" altLang="en-US" sz="1200">
              <a:solidFill>
                <a:schemeClr val="tx1"/>
              </a:solidFill>
            </a:endParaRPr>
          </a:p>
        </p:txBody>
      </p:sp>
      <p:cxnSp>
        <p:nvCxnSpPr>
          <p:cNvPr id="17" name="直線矢印コネクタ 16">
            <a:extLst>
              <a:ext uri="{FF2B5EF4-FFF2-40B4-BE49-F238E27FC236}">
                <a16:creationId xmlns:a16="http://schemas.microsoft.com/office/drawing/2014/main" id="{34A72BE8-F40A-E9AB-BD19-B198CE8BA349}"/>
              </a:ext>
            </a:extLst>
          </p:cNvPr>
          <p:cNvCxnSpPr>
            <a:cxnSpLocks/>
            <a:stCxn id="7" idx="2"/>
            <a:endCxn id="16" idx="1"/>
          </p:cNvCxnSpPr>
          <p:nvPr/>
        </p:nvCxnSpPr>
        <p:spPr>
          <a:xfrm>
            <a:off x="7860391" y="4683306"/>
            <a:ext cx="1006763" cy="621437"/>
          </a:xfrm>
          <a:prstGeom prst="straightConnector1">
            <a:avLst/>
          </a:prstGeom>
          <a:ln w="28575">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 name="四角形: 角を丸くする 30">
            <a:extLst>
              <a:ext uri="{FF2B5EF4-FFF2-40B4-BE49-F238E27FC236}">
                <a16:creationId xmlns:a16="http://schemas.microsoft.com/office/drawing/2014/main" id="{7EBD0754-282F-0DBF-6A31-B1D680BFE4BB}"/>
              </a:ext>
            </a:extLst>
          </p:cNvPr>
          <p:cNvSpPr/>
          <p:nvPr/>
        </p:nvSpPr>
        <p:spPr>
          <a:xfrm>
            <a:off x="8867154" y="2537287"/>
            <a:ext cx="3074701" cy="734291"/>
          </a:xfrm>
          <a:prstGeom prst="roundRect">
            <a:avLst>
              <a:gd name="adj" fmla="val 6614"/>
            </a:avLst>
          </a:prstGeom>
          <a:solidFill>
            <a:srgbClr val="002060">
              <a:alpha val="54902"/>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a:solidFill>
                  <a:schemeClr val="bg1">
                    <a:lumMod val="95000"/>
                  </a:schemeClr>
                </a:solidFill>
              </a:rPr>
              <a:t>・最上級、新世代製品を採用するために</a:t>
            </a:r>
            <a:endParaRPr kumimoji="1" lang="en-US" altLang="ja-JP" sz="1200">
              <a:solidFill>
                <a:schemeClr val="bg1">
                  <a:lumMod val="95000"/>
                </a:schemeClr>
              </a:solidFill>
            </a:endParaRPr>
          </a:p>
          <a:p>
            <a:r>
              <a:rPr lang="ja-JP" altLang="en-US" sz="1200">
                <a:solidFill>
                  <a:schemeClr val="bg1">
                    <a:lumMod val="95000"/>
                  </a:schemeClr>
                </a:solidFill>
              </a:rPr>
              <a:t>　専用にピックアップした筐体</a:t>
            </a:r>
            <a:endParaRPr kumimoji="1" lang="ja-JP" altLang="en-US" sz="1200">
              <a:solidFill>
                <a:schemeClr val="bg1">
                  <a:lumMod val="95000"/>
                </a:schemeClr>
              </a:solidFill>
            </a:endParaRPr>
          </a:p>
        </p:txBody>
      </p:sp>
      <p:cxnSp>
        <p:nvCxnSpPr>
          <p:cNvPr id="32" name="直線矢印コネクタ 31">
            <a:extLst>
              <a:ext uri="{FF2B5EF4-FFF2-40B4-BE49-F238E27FC236}">
                <a16:creationId xmlns:a16="http://schemas.microsoft.com/office/drawing/2014/main" id="{E33EE491-9040-797B-34C7-17C59207988C}"/>
              </a:ext>
            </a:extLst>
          </p:cNvPr>
          <p:cNvCxnSpPr>
            <a:cxnSpLocks/>
            <a:stCxn id="8" idx="2"/>
            <a:endCxn id="31" idx="0"/>
          </p:cNvCxnSpPr>
          <p:nvPr/>
        </p:nvCxnSpPr>
        <p:spPr>
          <a:xfrm>
            <a:off x="9739991" y="1861015"/>
            <a:ext cx="664514" cy="676272"/>
          </a:xfrm>
          <a:prstGeom prst="straightConnector1">
            <a:avLst/>
          </a:prstGeom>
          <a:ln w="28575">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99124D8F-9D5D-3A8B-89BD-C5A4B9F07606}"/>
              </a:ext>
            </a:extLst>
          </p:cNvPr>
          <p:cNvSpPr txBox="1"/>
          <p:nvPr/>
        </p:nvSpPr>
        <p:spPr>
          <a:xfrm>
            <a:off x="250145" y="245577"/>
            <a:ext cx="5166284" cy="646331"/>
          </a:xfrm>
          <a:prstGeom prst="rect">
            <a:avLst/>
          </a:prstGeom>
          <a:noFill/>
        </p:spPr>
        <p:txBody>
          <a:bodyPr wrap="square" rtlCol="0">
            <a:spAutoFit/>
          </a:bodyPr>
          <a:lstStyle/>
          <a:p>
            <a:r>
              <a:rPr kumimoji="1" lang="en-US" altLang="ja-JP" b="1"/>
              <a:t>2025</a:t>
            </a:r>
            <a:r>
              <a:rPr kumimoji="1" lang="ja-JP" altLang="en-US" b="1"/>
              <a:t>年時点</a:t>
            </a:r>
            <a:endParaRPr kumimoji="1" lang="en-US" altLang="ja-JP" b="1"/>
          </a:p>
          <a:p>
            <a:r>
              <a:rPr lang="ja-JP" altLang="en-US" b="1"/>
              <a:t>ラインアップへの当て込み</a:t>
            </a:r>
            <a:endParaRPr kumimoji="1" lang="ja-JP" altLang="en-US" b="1"/>
          </a:p>
        </p:txBody>
      </p:sp>
    </p:spTree>
    <p:extLst>
      <p:ext uri="{BB962C8B-B14F-4D97-AF65-F5344CB8AC3E}">
        <p14:creationId xmlns:p14="http://schemas.microsoft.com/office/powerpoint/2010/main" val="17155770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C0571-62D1-B786-286D-C1037E9AB066}"/>
            </a:ext>
          </a:extLst>
        </p:cNvPr>
        <p:cNvGrpSpPr/>
        <p:nvPr/>
      </p:nvGrpSpPr>
      <p:grpSpPr>
        <a:xfrm>
          <a:off x="0" y="0"/>
          <a:ext cx="0" cy="0"/>
          <a:chOff x="0" y="0"/>
          <a:chExt cx="0" cy="0"/>
        </a:xfrm>
      </p:grpSpPr>
      <p:pic>
        <p:nvPicPr>
          <p:cNvPr id="7" name="図 6">
            <a:extLst>
              <a:ext uri="{FF2B5EF4-FFF2-40B4-BE49-F238E27FC236}">
                <a16:creationId xmlns:a16="http://schemas.microsoft.com/office/drawing/2014/main" id="{04FAAB72-4502-4CC8-82B0-23C80B3E35F2}"/>
              </a:ext>
            </a:extLst>
          </p:cNvPr>
          <p:cNvPicPr>
            <a:picLocks noChangeAspect="1"/>
          </p:cNvPicPr>
          <p:nvPr/>
        </p:nvPicPr>
        <p:blipFill>
          <a:blip r:embed="rId2"/>
          <a:stretch>
            <a:fillRect/>
          </a:stretch>
        </p:blipFill>
        <p:spPr>
          <a:xfrm>
            <a:off x="1520676" y="2260390"/>
            <a:ext cx="1700973" cy="1378004"/>
          </a:xfrm>
          <a:prstGeom prst="rect">
            <a:avLst/>
          </a:prstGeom>
        </p:spPr>
      </p:pic>
      <p:sp>
        <p:nvSpPr>
          <p:cNvPr id="18" name="四角形: 角を丸くする 17">
            <a:extLst>
              <a:ext uri="{FF2B5EF4-FFF2-40B4-BE49-F238E27FC236}">
                <a16:creationId xmlns:a16="http://schemas.microsoft.com/office/drawing/2014/main" id="{521AABEF-007B-FFB1-3FA5-306695114951}"/>
              </a:ext>
            </a:extLst>
          </p:cNvPr>
          <p:cNvSpPr/>
          <p:nvPr/>
        </p:nvSpPr>
        <p:spPr>
          <a:xfrm>
            <a:off x="8279121" y="277857"/>
            <a:ext cx="3234070" cy="1592905"/>
          </a:xfrm>
          <a:prstGeom prst="roundRect">
            <a:avLst/>
          </a:prstGeom>
          <a:solidFill>
            <a:schemeClr val="tx1">
              <a:lumMod val="50000"/>
              <a:lumOff val="50000"/>
              <a:alpha val="78039"/>
            </a:schemeClr>
          </a:solidFill>
          <a:ln>
            <a:solidFill>
              <a:srgbClr val="172C51">
                <a:alpha val="78039"/>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altLang="ja-JP" sz="3600" b="1"/>
              <a:t>Master</a:t>
            </a:r>
          </a:p>
          <a:p>
            <a:r>
              <a:rPr lang="en-US" altLang="ja-JP" sz="3600" b="1"/>
              <a:t>/Ultimate</a:t>
            </a:r>
          </a:p>
          <a:p>
            <a:r>
              <a:rPr lang="ja-JP" altLang="en-US" sz="2000" b="1"/>
              <a:t>（</a:t>
            </a:r>
            <a:r>
              <a:rPr lang="en-US" altLang="ja-JP" sz="2000" b="1"/>
              <a:t>5080/5090</a:t>
            </a:r>
            <a:r>
              <a:rPr lang="ja-JP" altLang="en-US" sz="2000" b="1"/>
              <a:t>）</a:t>
            </a:r>
          </a:p>
        </p:txBody>
      </p:sp>
      <p:sp>
        <p:nvSpPr>
          <p:cNvPr id="8" name="矢印: 下 7">
            <a:extLst>
              <a:ext uri="{FF2B5EF4-FFF2-40B4-BE49-F238E27FC236}">
                <a16:creationId xmlns:a16="http://schemas.microsoft.com/office/drawing/2014/main" id="{B0B05D05-2614-F51C-DBCF-FC0582A07E5B}"/>
              </a:ext>
            </a:extLst>
          </p:cNvPr>
          <p:cNvSpPr/>
          <p:nvPr/>
        </p:nvSpPr>
        <p:spPr>
          <a:xfrm flipV="1">
            <a:off x="440651" y="673989"/>
            <a:ext cx="238158" cy="603258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四角形: 角を丸くする 1">
            <a:extLst>
              <a:ext uri="{FF2B5EF4-FFF2-40B4-BE49-F238E27FC236}">
                <a16:creationId xmlns:a16="http://schemas.microsoft.com/office/drawing/2014/main" id="{39E92A3B-B5FF-AFF0-8CF9-D69537961A4F}"/>
              </a:ext>
            </a:extLst>
          </p:cNvPr>
          <p:cNvSpPr/>
          <p:nvPr/>
        </p:nvSpPr>
        <p:spPr>
          <a:xfrm>
            <a:off x="800971" y="4515428"/>
            <a:ext cx="4615458" cy="1805326"/>
          </a:xfrm>
          <a:prstGeom prst="roundRect">
            <a:avLst/>
          </a:prstGeom>
          <a:solidFill>
            <a:schemeClr val="tx1">
              <a:lumMod val="50000"/>
              <a:lumOff val="50000"/>
              <a:alpha val="78039"/>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altLang="ja-JP" sz="3600" b="1"/>
              <a:t>Platinum</a:t>
            </a:r>
          </a:p>
          <a:p>
            <a:r>
              <a:rPr lang="en-US" altLang="ja-JP" sz="3600" b="1"/>
              <a:t>/Selected</a:t>
            </a:r>
            <a:br>
              <a:rPr lang="en-US" altLang="ja-JP" sz="3600" b="1"/>
            </a:br>
            <a:r>
              <a:rPr lang="en-US" altLang="ja-JP" sz="2000" b="1"/>
              <a:t>(3050/4050/5050/5060)</a:t>
            </a:r>
          </a:p>
          <a:p>
            <a:endParaRPr kumimoji="1" lang="en-US" altLang="ja-JP" sz="1400"/>
          </a:p>
        </p:txBody>
      </p:sp>
      <p:sp>
        <p:nvSpPr>
          <p:cNvPr id="12" name="四角形: 角を丸くする 11">
            <a:extLst>
              <a:ext uri="{FF2B5EF4-FFF2-40B4-BE49-F238E27FC236}">
                <a16:creationId xmlns:a16="http://schemas.microsoft.com/office/drawing/2014/main" id="{0C40A3A5-CEDF-D087-A30B-0AB1DB53FBB0}"/>
              </a:ext>
            </a:extLst>
          </p:cNvPr>
          <p:cNvSpPr/>
          <p:nvPr/>
        </p:nvSpPr>
        <p:spPr>
          <a:xfrm>
            <a:off x="5971392" y="2220132"/>
            <a:ext cx="4615458" cy="1857285"/>
          </a:xfrm>
          <a:prstGeom prst="roundRect">
            <a:avLst/>
          </a:prstGeom>
          <a:solidFill>
            <a:schemeClr val="tx1">
              <a:lumMod val="50000"/>
              <a:lumOff val="50000"/>
              <a:alpha val="78039"/>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altLang="ja-JP" sz="3600" b="1"/>
              <a:t>Diamond</a:t>
            </a:r>
          </a:p>
          <a:p>
            <a:r>
              <a:rPr lang="en-US" altLang="ja-JP" sz="3600" b="1"/>
              <a:t>/Deluxe</a:t>
            </a:r>
          </a:p>
          <a:p>
            <a:r>
              <a:rPr lang="ja-JP" altLang="en-US" sz="2000" b="1"/>
              <a:t>（</a:t>
            </a:r>
            <a:r>
              <a:rPr lang="en-US" altLang="ja-JP" sz="2000" b="1"/>
              <a:t>5060/5070/5070Ti</a:t>
            </a:r>
            <a:r>
              <a:rPr lang="ja-JP" altLang="en-US" sz="2000" b="1"/>
              <a:t>）</a:t>
            </a:r>
            <a:endParaRPr lang="en-US" altLang="ja-JP" sz="2800">
              <a:highlight>
                <a:srgbClr val="0000FF"/>
              </a:highlight>
            </a:endParaRPr>
          </a:p>
        </p:txBody>
      </p:sp>
      <p:sp>
        <p:nvSpPr>
          <p:cNvPr id="19" name="テキスト ボックス 18">
            <a:extLst>
              <a:ext uri="{FF2B5EF4-FFF2-40B4-BE49-F238E27FC236}">
                <a16:creationId xmlns:a16="http://schemas.microsoft.com/office/drawing/2014/main" id="{A4CB85AE-E87E-9E8F-2BA1-88668E101761}"/>
              </a:ext>
            </a:extLst>
          </p:cNvPr>
          <p:cNvSpPr txBox="1"/>
          <p:nvPr/>
        </p:nvSpPr>
        <p:spPr>
          <a:xfrm>
            <a:off x="678809" y="728829"/>
            <a:ext cx="2724730" cy="369332"/>
          </a:xfrm>
          <a:prstGeom prst="rect">
            <a:avLst/>
          </a:prstGeom>
          <a:noFill/>
        </p:spPr>
        <p:txBody>
          <a:bodyPr wrap="square" rtlCol="0">
            <a:spAutoFit/>
          </a:bodyPr>
          <a:lstStyle/>
          <a:p>
            <a:r>
              <a:rPr kumimoji="1" lang="ja-JP" altLang="en-US"/>
              <a:t>価格帯</a:t>
            </a:r>
          </a:p>
        </p:txBody>
      </p:sp>
      <p:sp>
        <p:nvSpPr>
          <p:cNvPr id="20" name="矢印: 下 19">
            <a:extLst>
              <a:ext uri="{FF2B5EF4-FFF2-40B4-BE49-F238E27FC236}">
                <a16:creationId xmlns:a16="http://schemas.microsoft.com/office/drawing/2014/main" id="{4243B170-8FC6-60C6-4F5A-FAF8CA5FE220}"/>
              </a:ext>
            </a:extLst>
          </p:cNvPr>
          <p:cNvSpPr/>
          <p:nvPr/>
        </p:nvSpPr>
        <p:spPr>
          <a:xfrm rot="5400000" flipV="1">
            <a:off x="6140533" y="1083166"/>
            <a:ext cx="192767" cy="1116859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EB4B7370-319A-178B-78FF-4DE205F9D84A}"/>
              </a:ext>
            </a:extLst>
          </p:cNvPr>
          <p:cNvSpPr txBox="1"/>
          <p:nvPr/>
        </p:nvSpPr>
        <p:spPr>
          <a:xfrm>
            <a:off x="10069221" y="6218254"/>
            <a:ext cx="1838625" cy="369332"/>
          </a:xfrm>
          <a:prstGeom prst="rect">
            <a:avLst/>
          </a:prstGeom>
          <a:noFill/>
        </p:spPr>
        <p:txBody>
          <a:bodyPr wrap="square" rtlCol="0">
            <a:spAutoFit/>
          </a:bodyPr>
          <a:lstStyle/>
          <a:p>
            <a:pPr algn="r"/>
            <a:r>
              <a:rPr lang="ja-JP" altLang="en-US"/>
              <a:t>付加価値</a:t>
            </a:r>
            <a:endParaRPr kumimoji="1" lang="ja-JP" altLang="en-US"/>
          </a:p>
        </p:txBody>
      </p:sp>
      <p:sp>
        <p:nvSpPr>
          <p:cNvPr id="4" name="テキスト ボックス 3">
            <a:extLst>
              <a:ext uri="{FF2B5EF4-FFF2-40B4-BE49-F238E27FC236}">
                <a16:creationId xmlns:a16="http://schemas.microsoft.com/office/drawing/2014/main" id="{FFF7B115-78F6-2DAC-6DF0-31F2B85E77C5}"/>
              </a:ext>
            </a:extLst>
          </p:cNvPr>
          <p:cNvSpPr txBox="1"/>
          <p:nvPr/>
        </p:nvSpPr>
        <p:spPr>
          <a:xfrm>
            <a:off x="739504" y="1658985"/>
            <a:ext cx="1164500" cy="307777"/>
          </a:xfrm>
          <a:prstGeom prst="rect">
            <a:avLst/>
          </a:prstGeom>
          <a:noFill/>
        </p:spPr>
        <p:txBody>
          <a:bodyPr wrap="square" rtlCol="0">
            <a:spAutoFit/>
          </a:bodyPr>
          <a:lstStyle/>
          <a:p>
            <a:r>
              <a:rPr lang="en-US" altLang="ja-JP" sz="1400">
                <a:solidFill>
                  <a:schemeClr val="tx1">
                    <a:lumMod val="50000"/>
                    <a:lumOff val="50000"/>
                  </a:schemeClr>
                </a:solidFill>
                <a:latin typeface="Meiryo UI" panose="020B0604030504040204" pitchFamily="50" charset="-128"/>
                <a:ea typeface="Meiryo UI" panose="020B0604030504040204" pitchFamily="50" charset="-128"/>
              </a:rPr>
              <a:t>40</a:t>
            </a:r>
            <a:r>
              <a:rPr kumimoji="1" lang="en-US" altLang="ja-JP" sz="1400">
                <a:solidFill>
                  <a:schemeClr val="tx1">
                    <a:lumMod val="50000"/>
                    <a:lumOff val="50000"/>
                  </a:schemeClr>
                </a:solidFill>
                <a:latin typeface="Meiryo UI" panose="020B0604030504040204" pitchFamily="50" charset="-128"/>
                <a:ea typeface="Meiryo UI" panose="020B0604030504040204" pitchFamily="50" charset="-128"/>
              </a:rPr>
              <a:t> </a:t>
            </a:r>
            <a:r>
              <a:rPr kumimoji="1" lang="ja-JP" altLang="en-US" sz="1400">
                <a:solidFill>
                  <a:schemeClr val="tx1">
                    <a:lumMod val="50000"/>
                    <a:lumOff val="50000"/>
                  </a:schemeClr>
                </a:solidFill>
                <a:latin typeface="Meiryo UI" panose="020B0604030504040204" pitchFamily="50" charset="-128"/>
                <a:ea typeface="Meiryo UI" panose="020B0604030504040204" pitchFamily="50" charset="-128"/>
              </a:rPr>
              <a:t>万円</a:t>
            </a:r>
          </a:p>
        </p:txBody>
      </p:sp>
      <p:cxnSp>
        <p:nvCxnSpPr>
          <p:cNvPr id="5" name="直線コネクタ 4">
            <a:extLst>
              <a:ext uri="{FF2B5EF4-FFF2-40B4-BE49-F238E27FC236}">
                <a16:creationId xmlns:a16="http://schemas.microsoft.com/office/drawing/2014/main" id="{B64336F7-3F78-5AB3-EA06-AC6D8BA4B906}"/>
              </a:ext>
            </a:extLst>
          </p:cNvPr>
          <p:cNvCxnSpPr>
            <a:cxnSpLocks/>
          </p:cNvCxnSpPr>
          <p:nvPr/>
        </p:nvCxnSpPr>
        <p:spPr>
          <a:xfrm flipV="1">
            <a:off x="918754" y="4334245"/>
            <a:ext cx="10902462" cy="22212"/>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C0D13F66-4BB0-2E5E-E1F8-3CA613B0AFC7}"/>
              </a:ext>
            </a:extLst>
          </p:cNvPr>
          <p:cNvSpPr txBox="1"/>
          <p:nvPr/>
        </p:nvSpPr>
        <p:spPr>
          <a:xfrm>
            <a:off x="739503" y="4003002"/>
            <a:ext cx="1562347" cy="307777"/>
          </a:xfrm>
          <a:prstGeom prst="rect">
            <a:avLst/>
          </a:prstGeom>
          <a:noFill/>
        </p:spPr>
        <p:txBody>
          <a:bodyPr wrap="square" rtlCol="0">
            <a:spAutoFit/>
          </a:bodyPr>
          <a:lstStyle/>
          <a:p>
            <a:r>
              <a:rPr lang="en-US" altLang="ja-JP" sz="1400">
                <a:solidFill>
                  <a:schemeClr val="tx1">
                    <a:lumMod val="50000"/>
                    <a:lumOff val="50000"/>
                  </a:schemeClr>
                </a:solidFill>
                <a:latin typeface="Meiryo UI" panose="020B0604030504040204" pitchFamily="50" charset="-128"/>
                <a:ea typeface="Meiryo UI" panose="020B0604030504040204" pitchFamily="50" charset="-128"/>
              </a:rPr>
              <a:t>20(~23)</a:t>
            </a:r>
            <a:r>
              <a:rPr kumimoji="1" lang="en-US" altLang="ja-JP" sz="1400">
                <a:solidFill>
                  <a:schemeClr val="tx1">
                    <a:lumMod val="50000"/>
                    <a:lumOff val="50000"/>
                  </a:schemeClr>
                </a:solidFill>
                <a:latin typeface="Meiryo UI" panose="020B0604030504040204" pitchFamily="50" charset="-128"/>
                <a:ea typeface="Meiryo UI" panose="020B0604030504040204" pitchFamily="50" charset="-128"/>
              </a:rPr>
              <a:t> </a:t>
            </a:r>
            <a:r>
              <a:rPr kumimoji="1" lang="ja-JP" altLang="en-US" sz="1400">
                <a:solidFill>
                  <a:schemeClr val="tx1">
                    <a:lumMod val="50000"/>
                    <a:lumOff val="50000"/>
                  </a:schemeClr>
                </a:solidFill>
                <a:latin typeface="Meiryo UI" panose="020B0604030504040204" pitchFamily="50" charset="-128"/>
                <a:ea typeface="Meiryo UI" panose="020B0604030504040204" pitchFamily="50" charset="-128"/>
              </a:rPr>
              <a:t>万円</a:t>
            </a:r>
          </a:p>
        </p:txBody>
      </p:sp>
      <p:pic>
        <p:nvPicPr>
          <p:cNvPr id="10" name="図 9">
            <a:extLst>
              <a:ext uri="{FF2B5EF4-FFF2-40B4-BE49-F238E27FC236}">
                <a16:creationId xmlns:a16="http://schemas.microsoft.com/office/drawing/2014/main" id="{E6CF3086-29C8-5CAA-6479-2C3C81922EFF}"/>
              </a:ext>
            </a:extLst>
          </p:cNvPr>
          <p:cNvPicPr>
            <a:picLocks noChangeAspect="1"/>
          </p:cNvPicPr>
          <p:nvPr/>
        </p:nvPicPr>
        <p:blipFill>
          <a:blip r:embed="rId3"/>
          <a:srcRect l="3983" t="10341" r="51208" b="9197"/>
          <a:stretch>
            <a:fillRect/>
          </a:stretch>
        </p:blipFill>
        <p:spPr>
          <a:xfrm>
            <a:off x="5117438" y="574169"/>
            <a:ext cx="1863539" cy="1448776"/>
          </a:xfrm>
          <a:prstGeom prst="rect">
            <a:avLst/>
          </a:prstGeom>
        </p:spPr>
      </p:pic>
      <p:cxnSp>
        <p:nvCxnSpPr>
          <p:cNvPr id="13" name="直線矢印コネクタ 12">
            <a:extLst>
              <a:ext uri="{FF2B5EF4-FFF2-40B4-BE49-F238E27FC236}">
                <a16:creationId xmlns:a16="http://schemas.microsoft.com/office/drawing/2014/main" id="{13B7D2D3-A225-E81B-8743-FA51E822794F}"/>
              </a:ext>
            </a:extLst>
          </p:cNvPr>
          <p:cNvCxnSpPr>
            <a:cxnSpLocks/>
            <a:stCxn id="10" idx="3"/>
            <a:endCxn id="18" idx="1"/>
          </p:cNvCxnSpPr>
          <p:nvPr/>
        </p:nvCxnSpPr>
        <p:spPr>
          <a:xfrm flipV="1">
            <a:off x="6980977" y="1074310"/>
            <a:ext cx="1298144" cy="22424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8E93DFFD-9AA9-E997-6675-4E92FF176774}"/>
              </a:ext>
            </a:extLst>
          </p:cNvPr>
          <p:cNvSpPr txBox="1"/>
          <p:nvPr/>
        </p:nvSpPr>
        <p:spPr>
          <a:xfrm>
            <a:off x="6663289" y="790384"/>
            <a:ext cx="1933520" cy="307777"/>
          </a:xfrm>
          <a:prstGeom prst="rect">
            <a:avLst/>
          </a:prstGeom>
          <a:noFill/>
        </p:spPr>
        <p:txBody>
          <a:bodyPr wrap="square" rtlCol="0">
            <a:spAutoFit/>
          </a:bodyPr>
          <a:lstStyle/>
          <a:p>
            <a:pPr algn="ctr"/>
            <a:r>
              <a:rPr kumimoji="1" lang="ja-JP" altLang="en-US" sz="1400"/>
              <a:t>リファレンス</a:t>
            </a:r>
          </a:p>
        </p:txBody>
      </p:sp>
      <p:cxnSp>
        <p:nvCxnSpPr>
          <p:cNvPr id="27" name="直線矢印コネクタ 26">
            <a:extLst>
              <a:ext uri="{FF2B5EF4-FFF2-40B4-BE49-F238E27FC236}">
                <a16:creationId xmlns:a16="http://schemas.microsoft.com/office/drawing/2014/main" id="{76E81759-01D5-610A-AADA-9815F347C8F3}"/>
              </a:ext>
            </a:extLst>
          </p:cNvPr>
          <p:cNvCxnSpPr>
            <a:cxnSpLocks/>
            <a:stCxn id="33" idx="3"/>
            <a:endCxn id="12" idx="1"/>
          </p:cNvCxnSpPr>
          <p:nvPr/>
        </p:nvCxnSpPr>
        <p:spPr>
          <a:xfrm>
            <a:off x="5416429" y="2951587"/>
            <a:ext cx="554963" cy="19718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32" name="図 31">
            <a:extLst>
              <a:ext uri="{FF2B5EF4-FFF2-40B4-BE49-F238E27FC236}">
                <a16:creationId xmlns:a16="http://schemas.microsoft.com/office/drawing/2014/main" id="{CE6E826A-E66F-BB27-A9DB-2CB156CF7917}"/>
              </a:ext>
            </a:extLst>
          </p:cNvPr>
          <p:cNvPicPr>
            <a:picLocks noChangeAspect="1"/>
          </p:cNvPicPr>
          <p:nvPr/>
        </p:nvPicPr>
        <p:blipFill>
          <a:blip r:embed="rId4"/>
          <a:stretch>
            <a:fillRect/>
          </a:stretch>
        </p:blipFill>
        <p:spPr>
          <a:xfrm>
            <a:off x="6270933" y="4622055"/>
            <a:ext cx="1888526" cy="1647355"/>
          </a:xfrm>
          <a:prstGeom prst="rect">
            <a:avLst/>
          </a:prstGeom>
        </p:spPr>
      </p:pic>
      <p:pic>
        <p:nvPicPr>
          <p:cNvPr id="33" name="図 32">
            <a:extLst>
              <a:ext uri="{FF2B5EF4-FFF2-40B4-BE49-F238E27FC236}">
                <a16:creationId xmlns:a16="http://schemas.microsoft.com/office/drawing/2014/main" id="{B6BA58A9-7428-9870-F2AF-4F391D1DC36A}"/>
              </a:ext>
            </a:extLst>
          </p:cNvPr>
          <p:cNvPicPr>
            <a:picLocks noChangeAspect="1"/>
          </p:cNvPicPr>
          <p:nvPr/>
        </p:nvPicPr>
        <p:blipFill>
          <a:blip r:embed="rId5"/>
          <a:stretch>
            <a:fillRect/>
          </a:stretch>
        </p:blipFill>
        <p:spPr>
          <a:xfrm>
            <a:off x="3270871" y="2263473"/>
            <a:ext cx="2145558" cy="1376228"/>
          </a:xfrm>
          <a:prstGeom prst="rect">
            <a:avLst/>
          </a:prstGeom>
        </p:spPr>
      </p:pic>
      <p:cxnSp>
        <p:nvCxnSpPr>
          <p:cNvPr id="37" name="直線矢印コネクタ 36">
            <a:extLst>
              <a:ext uri="{FF2B5EF4-FFF2-40B4-BE49-F238E27FC236}">
                <a16:creationId xmlns:a16="http://schemas.microsoft.com/office/drawing/2014/main" id="{7D8C2246-3AA8-550F-BAA9-BBFACD078FCB}"/>
              </a:ext>
            </a:extLst>
          </p:cNvPr>
          <p:cNvCxnSpPr>
            <a:cxnSpLocks/>
            <a:stCxn id="32" idx="1"/>
            <a:endCxn id="2" idx="3"/>
          </p:cNvCxnSpPr>
          <p:nvPr/>
        </p:nvCxnSpPr>
        <p:spPr>
          <a:xfrm flipH="1" flipV="1">
            <a:off x="5416429" y="5418091"/>
            <a:ext cx="854504" cy="2764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14" name="図 13">
            <a:extLst>
              <a:ext uri="{FF2B5EF4-FFF2-40B4-BE49-F238E27FC236}">
                <a16:creationId xmlns:a16="http://schemas.microsoft.com/office/drawing/2014/main" id="{FAA3BE33-B8F9-4BCA-9FA0-FD07707DD1F9}"/>
              </a:ext>
            </a:extLst>
          </p:cNvPr>
          <p:cNvPicPr>
            <a:picLocks noChangeAspect="1"/>
          </p:cNvPicPr>
          <p:nvPr/>
        </p:nvPicPr>
        <p:blipFill>
          <a:blip r:embed="rId3"/>
          <a:srcRect l="48933" t="9976" r="3983" b="7284"/>
          <a:stretch>
            <a:fillRect/>
          </a:stretch>
        </p:blipFill>
        <p:spPr>
          <a:xfrm>
            <a:off x="8235533" y="4595388"/>
            <a:ext cx="2346616" cy="1785309"/>
          </a:xfrm>
          <a:prstGeom prst="rect">
            <a:avLst/>
          </a:prstGeom>
        </p:spPr>
      </p:pic>
      <p:sp>
        <p:nvSpPr>
          <p:cNvPr id="36" name="テキスト ボックス 35">
            <a:extLst>
              <a:ext uri="{FF2B5EF4-FFF2-40B4-BE49-F238E27FC236}">
                <a16:creationId xmlns:a16="http://schemas.microsoft.com/office/drawing/2014/main" id="{4F93CE7A-4C54-4EEA-CA2E-E11043A372BF}"/>
              </a:ext>
            </a:extLst>
          </p:cNvPr>
          <p:cNvSpPr txBox="1"/>
          <p:nvPr/>
        </p:nvSpPr>
        <p:spPr>
          <a:xfrm>
            <a:off x="250145" y="245577"/>
            <a:ext cx="5166284" cy="369332"/>
          </a:xfrm>
          <a:prstGeom prst="rect">
            <a:avLst/>
          </a:prstGeom>
          <a:noFill/>
        </p:spPr>
        <p:txBody>
          <a:bodyPr wrap="square" rtlCol="0">
            <a:spAutoFit/>
          </a:bodyPr>
          <a:lstStyle/>
          <a:p>
            <a:r>
              <a:rPr lang="ja-JP" altLang="en-US" b="1"/>
              <a:t>価格帯とリファレンス（</a:t>
            </a:r>
            <a:r>
              <a:rPr lang="en-US" altLang="ja-JP" b="1"/>
              <a:t>2025/10</a:t>
            </a:r>
            <a:r>
              <a:rPr lang="ja-JP" altLang="en-US" b="1"/>
              <a:t>月時点の想定</a:t>
            </a:r>
            <a:endParaRPr kumimoji="1" lang="ja-JP" altLang="en-US" b="1"/>
          </a:p>
        </p:txBody>
      </p:sp>
      <p:cxnSp>
        <p:nvCxnSpPr>
          <p:cNvPr id="3" name="直線コネクタ 2">
            <a:extLst>
              <a:ext uri="{FF2B5EF4-FFF2-40B4-BE49-F238E27FC236}">
                <a16:creationId xmlns:a16="http://schemas.microsoft.com/office/drawing/2014/main" id="{BCD7FBF8-63C0-DC45-0386-D529C4338729}"/>
              </a:ext>
            </a:extLst>
          </p:cNvPr>
          <p:cNvCxnSpPr>
            <a:cxnSpLocks/>
          </p:cNvCxnSpPr>
          <p:nvPr/>
        </p:nvCxnSpPr>
        <p:spPr>
          <a:xfrm flipV="1">
            <a:off x="918754" y="1990228"/>
            <a:ext cx="10902462" cy="22212"/>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00326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2DC8F-24D5-C4C6-42CA-C06D3D2EBF19}"/>
            </a:ext>
          </a:extLst>
        </p:cNvPr>
        <p:cNvGrpSpPr/>
        <p:nvPr/>
      </p:nvGrpSpPr>
      <p:grpSpPr>
        <a:xfrm>
          <a:off x="0" y="0"/>
          <a:ext cx="0" cy="0"/>
          <a:chOff x="0" y="0"/>
          <a:chExt cx="0" cy="0"/>
        </a:xfrm>
      </p:grpSpPr>
      <p:sp>
        <p:nvSpPr>
          <p:cNvPr id="4" name="楕円 3">
            <a:extLst>
              <a:ext uri="{FF2B5EF4-FFF2-40B4-BE49-F238E27FC236}">
                <a16:creationId xmlns:a16="http://schemas.microsoft.com/office/drawing/2014/main" id="{EE24FBC5-70AD-D9D4-0882-47894641BA04}"/>
              </a:ext>
            </a:extLst>
          </p:cNvPr>
          <p:cNvSpPr/>
          <p:nvPr/>
        </p:nvSpPr>
        <p:spPr>
          <a:xfrm>
            <a:off x="9265568" y="2565004"/>
            <a:ext cx="2525943" cy="1205122"/>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楕円 2">
            <a:extLst>
              <a:ext uri="{FF2B5EF4-FFF2-40B4-BE49-F238E27FC236}">
                <a16:creationId xmlns:a16="http://schemas.microsoft.com/office/drawing/2014/main" id="{E9D0A07C-1E95-39FB-F4EE-0702F607169A}"/>
              </a:ext>
            </a:extLst>
          </p:cNvPr>
          <p:cNvSpPr/>
          <p:nvPr/>
        </p:nvSpPr>
        <p:spPr>
          <a:xfrm>
            <a:off x="6504101" y="2565004"/>
            <a:ext cx="2525943" cy="1205122"/>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528D5710-67D4-4063-B465-B6CD3131C407}"/>
              </a:ext>
            </a:extLst>
          </p:cNvPr>
          <p:cNvSpPr/>
          <p:nvPr/>
        </p:nvSpPr>
        <p:spPr>
          <a:xfrm>
            <a:off x="650874" y="854762"/>
            <a:ext cx="5026025" cy="483991"/>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a:t>Platinum</a:t>
            </a:r>
            <a:endParaRPr kumimoji="1" lang="ja-JP" altLang="en-US" b="1"/>
          </a:p>
        </p:txBody>
      </p:sp>
      <p:sp>
        <p:nvSpPr>
          <p:cNvPr id="6" name="四角形: 角を丸くする 5">
            <a:extLst>
              <a:ext uri="{FF2B5EF4-FFF2-40B4-BE49-F238E27FC236}">
                <a16:creationId xmlns:a16="http://schemas.microsoft.com/office/drawing/2014/main" id="{B095D1D5-78F2-9282-6E16-B1E00199E434}"/>
              </a:ext>
            </a:extLst>
          </p:cNvPr>
          <p:cNvSpPr/>
          <p:nvPr/>
        </p:nvSpPr>
        <p:spPr>
          <a:xfrm>
            <a:off x="6515103" y="854761"/>
            <a:ext cx="5026025" cy="483991"/>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a:t>Selected</a:t>
            </a:r>
            <a:endParaRPr kumimoji="1" lang="ja-JP" altLang="en-US" b="1"/>
          </a:p>
        </p:txBody>
      </p:sp>
      <p:pic>
        <p:nvPicPr>
          <p:cNvPr id="9" name="Picture 2">
            <a:extLst>
              <a:ext uri="{FF2B5EF4-FFF2-40B4-BE49-F238E27FC236}">
                <a16:creationId xmlns:a16="http://schemas.microsoft.com/office/drawing/2014/main" id="{08AA8DB8-5AE8-A78B-87EB-E79318F3B3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816" y="1798853"/>
            <a:ext cx="1778493" cy="177849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0" descr="Discord Japan (@discord_jp) / X">
            <a:extLst>
              <a:ext uri="{FF2B5EF4-FFF2-40B4-BE49-F238E27FC236}">
                <a16:creationId xmlns:a16="http://schemas.microsoft.com/office/drawing/2014/main" id="{5C39AE7B-8925-FE95-32CC-5854DF63F3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3998" y="2098503"/>
            <a:ext cx="1298570" cy="129857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2" descr="アドビ クリエイティブ クラウド (@creativecloudjp) / X">
            <a:extLst>
              <a:ext uri="{FF2B5EF4-FFF2-40B4-BE49-F238E27FC236}">
                <a16:creationId xmlns:a16="http://schemas.microsoft.com/office/drawing/2014/main" id="{1B93FD70-33A8-0FBF-EA1B-48FC849B15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85906" y="1499904"/>
            <a:ext cx="903947" cy="90394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8">
            <a:extLst>
              <a:ext uri="{FF2B5EF4-FFF2-40B4-BE49-F238E27FC236}">
                <a16:creationId xmlns:a16="http://schemas.microsoft.com/office/drawing/2014/main" id="{C0EE6223-002E-A143-6616-36F378AE6AB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51265" y="2685161"/>
            <a:ext cx="1593365" cy="44719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0" descr="Ableton Liveの勉強部屋⑪プロジェクトテンプレートの保存｜king tiptoe（リュウ）">
            <a:extLst>
              <a:ext uri="{FF2B5EF4-FFF2-40B4-BE49-F238E27FC236}">
                <a16:creationId xmlns:a16="http://schemas.microsoft.com/office/drawing/2014/main" id="{5E7DB9C8-8513-96AA-DC10-43FE218CBD3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33156" b="31658"/>
          <a:stretch>
            <a:fillRect/>
          </a:stretch>
        </p:blipFill>
        <p:spPr bwMode="auto">
          <a:xfrm>
            <a:off x="9551265" y="3202908"/>
            <a:ext cx="1214294" cy="222556"/>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2" descr="Track Organization in Studio One | Paul Cecchetti Music">
            <a:extLst>
              <a:ext uri="{FF2B5EF4-FFF2-40B4-BE49-F238E27FC236}">
                <a16:creationId xmlns:a16="http://schemas.microsoft.com/office/drawing/2014/main" id="{9224C97B-FE9B-5276-03CB-C6A581E806A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729222" y="3168811"/>
            <a:ext cx="866418" cy="508614"/>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4" descr="CLIP STUDIO PAINT - Wikipedia">
            <a:extLst>
              <a:ext uri="{FF2B5EF4-FFF2-40B4-BE49-F238E27FC236}">
                <a16:creationId xmlns:a16="http://schemas.microsoft.com/office/drawing/2014/main" id="{A88B4029-D931-A3B9-D919-730A2E56A6D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82605" y="2923220"/>
            <a:ext cx="1596211" cy="55013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a:extLst>
              <a:ext uri="{FF2B5EF4-FFF2-40B4-BE49-F238E27FC236}">
                <a16:creationId xmlns:a16="http://schemas.microsoft.com/office/drawing/2014/main" id="{FF09752C-E105-935D-F69F-B339626A8F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70706" y="1648932"/>
            <a:ext cx="501003" cy="501003"/>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14" descr="DaVinci Resolve - Wikipedia">
            <a:extLst>
              <a:ext uri="{FF2B5EF4-FFF2-40B4-BE49-F238E27FC236}">
                <a16:creationId xmlns:a16="http://schemas.microsoft.com/office/drawing/2014/main" id="{63A32E6E-0AE1-83BF-F8A5-001F6FBD5DE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821458" y="1493672"/>
            <a:ext cx="888219" cy="888219"/>
          </a:xfrm>
          <a:prstGeom prst="rect">
            <a:avLst/>
          </a:prstGeom>
          <a:noFill/>
          <a:extLst>
            <a:ext uri="{909E8E84-426E-40DD-AFC4-6F175D3DCCD1}">
              <a14:hiddenFill xmlns:a14="http://schemas.microsoft.com/office/drawing/2010/main">
                <a:solidFill>
                  <a:srgbClr val="FFFFFF"/>
                </a:solidFill>
              </a14:hiddenFill>
            </a:ext>
          </a:extLst>
        </p:spPr>
      </p:pic>
      <p:sp>
        <p:nvSpPr>
          <p:cNvPr id="24" name="テキスト ボックス 23">
            <a:extLst>
              <a:ext uri="{FF2B5EF4-FFF2-40B4-BE49-F238E27FC236}">
                <a16:creationId xmlns:a16="http://schemas.microsoft.com/office/drawing/2014/main" id="{CB21816B-B75F-0F73-0A4B-097728126406}"/>
              </a:ext>
            </a:extLst>
          </p:cNvPr>
          <p:cNvSpPr txBox="1"/>
          <p:nvPr/>
        </p:nvSpPr>
        <p:spPr>
          <a:xfrm>
            <a:off x="250144" y="245577"/>
            <a:ext cx="11290981" cy="369332"/>
          </a:xfrm>
          <a:prstGeom prst="rect">
            <a:avLst/>
          </a:prstGeom>
          <a:noFill/>
        </p:spPr>
        <p:txBody>
          <a:bodyPr wrap="square" rtlCol="0">
            <a:spAutoFit/>
          </a:bodyPr>
          <a:lstStyle/>
          <a:p>
            <a:r>
              <a:rPr lang="ja-JP" altLang="en-US" b="1"/>
              <a:t>各グレードのターゲット想定  </a:t>
            </a:r>
            <a:r>
              <a:rPr lang="en-US" altLang="ja-JP" b="1"/>
              <a:t>/ </a:t>
            </a:r>
            <a:r>
              <a:rPr lang="ja-JP" altLang="en-US" b="1"/>
              <a:t>使用するソフトウェア、プラットフォームのイメージ</a:t>
            </a:r>
          </a:p>
        </p:txBody>
      </p:sp>
      <p:sp>
        <p:nvSpPr>
          <p:cNvPr id="25" name="テキスト ボックス 24">
            <a:extLst>
              <a:ext uri="{FF2B5EF4-FFF2-40B4-BE49-F238E27FC236}">
                <a16:creationId xmlns:a16="http://schemas.microsoft.com/office/drawing/2014/main" id="{10B943F7-0305-87EB-B1D4-B75464864125}"/>
              </a:ext>
            </a:extLst>
          </p:cNvPr>
          <p:cNvSpPr txBox="1"/>
          <p:nvPr/>
        </p:nvSpPr>
        <p:spPr>
          <a:xfrm>
            <a:off x="761303" y="3824603"/>
            <a:ext cx="4915596" cy="2631490"/>
          </a:xfrm>
          <a:prstGeom prst="rect">
            <a:avLst/>
          </a:prstGeom>
          <a:noFill/>
        </p:spPr>
        <p:txBody>
          <a:bodyPr wrap="square" rtlCol="0">
            <a:spAutoFit/>
          </a:bodyPr>
          <a:lstStyle/>
          <a:p>
            <a:r>
              <a:rPr kumimoji="1" lang="ja-JP" altLang="en-US" sz="1100" b="1"/>
              <a:t>ユースケース</a:t>
            </a:r>
            <a:endParaRPr lang="en-US" altLang="ja-JP" sz="1100" b="1"/>
          </a:p>
          <a:p>
            <a:r>
              <a:rPr lang="en-US" altLang="ja-JP" sz="1100"/>
              <a:t>Platinum</a:t>
            </a:r>
            <a:r>
              <a:rPr lang="ja-JP" altLang="en-US" sz="1100"/>
              <a:t>グレードを求めるユーザーは移り替わるゲームのトレンドを追いかけて、話題のゲームをソロで、あるいは友人とプレイします。</a:t>
            </a:r>
            <a:endParaRPr lang="en-US" altLang="ja-JP" sz="1100"/>
          </a:p>
          <a:p>
            <a:r>
              <a:rPr lang="ja-JP" altLang="en-US" sz="1100"/>
              <a:t>ハマったタイトルは</a:t>
            </a:r>
            <a:r>
              <a:rPr lang="en-US" altLang="ja-JP" sz="1100"/>
              <a:t>MOD</a:t>
            </a:r>
            <a:r>
              <a:rPr lang="ja-JP" altLang="en-US" sz="1100"/>
              <a:t>を入れて数百時間から千時間とプレイすることもあります。</a:t>
            </a:r>
            <a:endParaRPr lang="en-US" altLang="ja-JP" sz="1100"/>
          </a:p>
          <a:p>
            <a:r>
              <a:rPr lang="ja-JP" altLang="en-US" sz="1100"/>
              <a:t>気の遠くなるような時間を一緒に過ごすパソコンに求めるのは、快適にゲームが遊べる性能と、新しいゲームのインストールのために他のタイトルをアンインストールしなくても良いようなストレージの容量です。</a:t>
            </a:r>
            <a:endParaRPr lang="en-US" altLang="ja-JP" sz="1100"/>
          </a:p>
          <a:p>
            <a:r>
              <a:rPr lang="ja-JP" altLang="en-US" sz="1100"/>
              <a:t>最新</a:t>
            </a:r>
            <a:r>
              <a:rPr lang="en-US" altLang="ja-JP" sz="1100"/>
              <a:t>AAA</a:t>
            </a:r>
            <a:r>
              <a:rPr lang="ja-JP" altLang="en-US" sz="1100"/>
              <a:t>タイトルから個人製作のインディーゲームまで、気になるタイトルは幅広いです。</a:t>
            </a:r>
            <a:r>
              <a:rPr lang="en-US" altLang="ja-JP" sz="1100"/>
              <a:t>Steam</a:t>
            </a:r>
            <a:r>
              <a:rPr lang="ja-JP" altLang="en-US" sz="1100"/>
              <a:t>のストアページには細かい動作要件が書かれていますが、そんなものを一々読みたくはありません。</a:t>
            </a:r>
            <a:endParaRPr lang="en-US" altLang="ja-JP" sz="1100"/>
          </a:p>
          <a:p>
            <a:r>
              <a:rPr lang="ja-JP" altLang="en-US" sz="1100"/>
              <a:t>求めているのはどんなゲームでも快適に遊べるパソコンです。</a:t>
            </a:r>
            <a:endParaRPr lang="en-US" altLang="ja-JP" sz="1100"/>
          </a:p>
          <a:p>
            <a:r>
              <a:rPr kumimoji="1" lang="ja-JP" altLang="en-US" sz="1100"/>
              <a:t>世の中に存在するありとあらゆるゲームを遊びつくすことは人間の一生をかけても不可能ですが、ゲーマーであれば世の中に存在するありとあらゆるゲームを遊べるマシンが欲しいと思うのはごく自然のことです。</a:t>
            </a:r>
            <a:endParaRPr kumimoji="1" lang="en-US" altLang="ja-JP" sz="1100"/>
          </a:p>
        </p:txBody>
      </p:sp>
      <p:sp>
        <p:nvSpPr>
          <p:cNvPr id="2" name="テキスト ボックス 1">
            <a:extLst>
              <a:ext uri="{FF2B5EF4-FFF2-40B4-BE49-F238E27FC236}">
                <a16:creationId xmlns:a16="http://schemas.microsoft.com/office/drawing/2014/main" id="{F29D85E8-5504-124A-1FF7-EB49F12A870A}"/>
              </a:ext>
            </a:extLst>
          </p:cNvPr>
          <p:cNvSpPr txBox="1"/>
          <p:nvPr/>
        </p:nvSpPr>
        <p:spPr>
          <a:xfrm>
            <a:off x="6515101" y="3856198"/>
            <a:ext cx="5026024" cy="2631490"/>
          </a:xfrm>
          <a:prstGeom prst="rect">
            <a:avLst/>
          </a:prstGeom>
          <a:noFill/>
        </p:spPr>
        <p:txBody>
          <a:bodyPr wrap="square" rtlCol="0">
            <a:spAutoFit/>
          </a:bodyPr>
          <a:lstStyle/>
          <a:p>
            <a:r>
              <a:rPr kumimoji="1" lang="ja-JP" altLang="en-US" sz="1100" b="1"/>
              <a:t>ユースケース</a:t>
            </a:r>
            <a:endParaRPr lang="en-US" altLang="ja-JP" sz="1100" b="1"/>
          </a:p>
          <a:p>
            <a:r>
              <a:rPr lang="en-US" altLang="ja-JP" sz="1100"/>
              <a:t>Selected</a:t>
            </a:r>
            <a:r>
              <a:rPr lang="ja-JP" altLang="en-US" sz="1100"/>
              <a:t>グレード</a:t>
            </a:r>
            <a:r>
              <a:rPr kumimoji="1" lang="ja-JP" altLang="en-US" sz="1100"/>
              <a:t>を求めるユーザーは特定の創作用途（動画・音楽・イラスト）により多くの時間を割いているので、なによりも自身が使用するクリエイティブツールが問題なく快適に動くことを重視します。</a:t>
            </a:r>
            <a:endParaRPr lang="en-US" altLang="ja-JP" sz="1100"/>
          </a:p>
          <a:p>
            <a:r>
              <a:rPr lang="ja-JP" altLang="en-US" sz="1100"/>
              <a:t>またその一方で動画コンテンツはネットでの情報発信メディアとして覇権を握っており、イラスト・音楽クリエイターとも切り離せないものとなっています。イラスト・音楽制作を主として行うユーザーも動画コンテンツの創作に関わる局面が増えてきています。</a:t>
            </a:r>
            <a:endParaRPr lang="en-US" altLang="ja-JP" sz="1100"/>
          </a:p>
          <a:p>
            <a:r>
              <a:rPr lang="ja-JP" altLang="en-US" sz="1100"/>
              <a:t>従ってパソコンにはスペシャリスト性よりも、横断的に様々な創作に対応できるゼネラリスト性が求められます。</a:t>
            </a:r>
            <a:endParaRPr lang="en-US" altLang="ja-JP" sz="1100"/>
          </a:p>
          <a:p>
            <a:r>
              <a:rPr lang="ja-JP" altLang="en-US" sz="1100"/>
              <a:t>先述したように動画編集を多くのユーザーが行う現状から、メモリ容量は重要な選定基準となります。ストレージには転送速度の安定性を担保するためのキャッシュ性能が重視されます。</a:t>
            </a:r>
            <a:endParaRPr lang="en-US" altLang="ja-JP" sz="1100"/>
          </a:p>
          <a:p>
            <a:r>
              <a:rPr lang="ja-JP" altLang="en-US" sz="1100"/>
              <a:t>ディスプレイの解像度はいわば作業机の広さと同じであるため、創作ツールを扱うにあたってはその広さがアドバンテージとなります。</a:t>
            </a:r>
            <a:endParaRPr lang="en-US" altLang="ja-JP" sz="1100"/>
          </a:p>
        </p:txBody>
      </p:sp>
      <p:pic>
        <p:nvPicPr>
          <p:cNvPr id="15" name="図 14">
            <a:extLst>
              <a:ext uri="{FF2B5EF4-FFF2-40B4-BE49-F238E27FC236}">
                <a16:creationId xmlns:a16="http://schemas.microsoft.com/office/drawing/2014/main" id="{4C108897-97F9-44F4-4059-B37934F7C0D3}"/>
              </a:ext>
            </a:extLst>
          </p:cNvPr>
          <p:cNvPicPr>
            <a:picLocks noChangeAspect="1"/>
          </p:cNvPicPr>
          <p:nvPr/>
        </p:nvPicPr>
        <p:blipFill>
          <a:blip r:embed="rId10"/>
          <a:stretch>
            <a:fillRect/>
          </a:stretch>
        </p:blipFill>
        <p:spPr>
          <a:xfrm>
            <a:off x="6721147" y="1780298"/>
            <a:ext cx="999831" cy="877900"/>
          </a:xfrm>
          <a:prstGeom prst="rect">
            <a:avLst/>
          </a:prstGeom>
        </p:spPr>
      </p:pic>
      <p:pic>
        <p:nvPicPr>
          <p:cNvPr id="16" name="図 15">
            <a:extLst>
              <a:ext uri="{FF2B5EF4-FFF2-40B4-BE49-F238E27FC236}">
                <a16:creationId xmlns:a16="http://schemas.microsoft.com/office/drawing/2014/main" id="{12225224-45CC-E175-ED3F-8A7B5FC6AAFA}"/>
              </a:ext>
            </a:extLst>
          </p:cNvPr>
          <p:cNvPicPr>
            <a:picLocks noChangeAspect="1"/>
          </p:cNvPicPr>
          <p:nvPr/>
        </p:nvPicPr>
        <p:blipFill>
          <a:blip r:embed="rId10"/>
          <a:stretch>
            <a:fillRect/>
          </a:stretch>
        </p:blipFill>
        <p:spPr>
          <a:xfrm flipH="1">
            <a:off x="10528539" y="1734867"/>
            <a:ext cx="810813" cy="877900"/>
          </a:xfrm>
          <a:prstGeom prst="rect">
            <a:avLst/>
          </a:prstGeom>
        </p:spPr>
      </p:pic>
    </p:spTree>
    <p:extLst>
      <p:ext uri="{BB962C8B-B14F-4D97-AF65-F5344CB8AC3E}">
        <p14:creationId xmlns:p14="http://schemas.microsoft.com/office/powerpoint/2010/main" val="15293400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D487E-0477-D0DD-45F4-DAADB7BAF3F4}"/>
            </a:ext>
          </a:extLst>
        </p:cNvPr>
        <p:cNvGrpSpPr/>
        <p:nvPr/>
      </p:nvGrpSpPr>
      <p:grpSpPr>
        <a:xfrm>
          <a:off x="0" y="0"/>
          <a:ext cx="0" cy="0"/>
          <a:chOff x="0" y="0"/>
          <a:chExt cx="0" cy="0"/>
        </a:xfrm>
      </p:grpSpPr>
      <p:pic>
        <p:nvPicPr>
          <p:cNvPr id="5" name="Picture 2" descr="VRChat - Wikipedia">
            <a:extLst>
              <a:ext uri="{FF2B5EF4-FFF2-40B4-BE49-F238E27FC236}">
                <a16:creationId xmlns:a16="http://schemas.microsoft.com/office/drawing/2014/main" id="{EF4E998E-6691-96C3-C3EA-72B9E7FC14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5244" y="3886508"/>
            <a:ext cx="1138871" cy="495744"/>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a:extLst>
              <a:ext uri="{FF2B5EF4-FFF2-40B4-BE49-F238E27FC236}">
                <a16:creationId xmlns:a16="http://schemas.microsoft.com/office/drawing/2014/main" id="{B1CC91E9-CFB2-8766-DCEF-689431C8BCAB}"/>
              </a:ext>
            </a:extLst>
          </p:cNvPr>
          <p:cNvSpPr txBox="1"/>
          <p:nvPr/>
        </p:nvSpPr>
        <p:spPr>
          <a:xfrm>
            <a:off x="250144" y="245577"/>
            <a:ext cx="11290981" cy="369332"/>
          </a:xfrm>
          <a:prstGeom prst="rect">
            <a:avLst/>
          </a:prstGeom>
          <a:noFill/>
        </p:spPr>
        <p:txBody>
          <a:bodyPr wrap="square" rtlCol="0">
            <a:spAutoFit/>
          </a:bodyPr>
          <a:lstStyle/>
          <a:p>
            <a:r>
              <a:rPr lang="ja-JP" altLang="en-US" b="1"/>
              <a:t>各シリーズ </a:t>
            </a:r>
            <a:r>
              <a:rPr lang="en-US" altLang="ja-JP" b="1"/>
              <a:t>- </a:t>
            </a:r>
            <a:r>
              <a:rPr lang="ja-JP" altLang="en-US" b="1"/>
              <a:t>グレードのターゲット想定  </a:t>
            </a:r>
            <a:r>
              <a:rPr lang="en-US" altLang="ja-JP" b="1"/>
              <a:t>/ </a:t>
            </a:r>
            <a:r>
              <a:rPr lang="ja-JP" altLang="en-US" b="1"/>
              <a:t>使用するソフトウェア、プラットフォームのイメージ</a:t>
            </a:r>
            <a:endParaRPr kumimoji="1" lang="ja-JP" altLang="en-US" b="1"/>
          </a:p>
        </p:txBody>
      </p:sp>
      <p:sp>
        <p:nvSpPr>
          <p:cNvPr id="2" name="四角形: 角を丸くする 1">
            <a:extLst>
              <a:ext uri="{FF2B5EF4-FFF2-40B4-BE49-F238E27FC236}">
                <a16:creationId xmlns:a16="http://schemas.microsoft.com/office/drawing/2014/main" id="{24037A91-4AD1-2C89-CD40-A50FB19AB551}"/>
              </a:ext>
            </a:extLst>
          </p:cNvPr>
          <p:cNvSpPr/>
          <p:nvPr/>
        </p:nvSpPr>
        <p:spPr>
          <a:xfrm>
            <a:off x="650874" y="828583"/>
            <a:ext cx="5026025" cy="48399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a:t>Diamond</a:t>
            </a:r>
            <a:endParaRPr kumimoji="1" lang="ja-JP" altLang="en-US" b="1"/>
          </a:p>
        </p:txBody>
      </p:sp>
      <p:sp>
        <p:nvSpPr>
          <p:cNvPr id="3" name="四角形: 角を丸くする 2">
            <a:extLst>
              <a:ext uri="{FF2B5EF4-FFF2-40B4-BE49-F238E27FC236}">
                <a16:creationId xmlns:a16="http://schemas.microsoft.com/office/drawing/2014/main" id="{25A0CFAF-FCBD-657B-765C-B307A7DE2F86}"/>
              </a:ext>
            </a:extLst>
          </p:cNvPr>
          <p:cNvSpPr/>
          <p:nvPr/>
        </p:nvSpPr>
        <p:spPr>
          <a:xfrm>
            <a:off x="6515103" y="828582"/>
            <a:ext cx="5026025" cy="48399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a:t>Deluxe</a:t>
            </a:r>
            <a:endParaRPr kumimoji="1" lang="ja-JP" altLang="en-US" b="1"/>
          </a:p>
        </p:txBody>
      </p:sp>
      <p:pic>
        <p:nvPicPr>
          <p:cNvPr id="1028" name="Picture 4" descr="OBS Studio - Wikipedia">
            <a:extLst>
              <a:ext uri="{FF2B5EF4-FFF2-40B4-BE49-F238E27FC236}">
                <a16:creationId xmlns:a16="http://schemas.microsoft.com/office/drawing/2014/main" id="{A7E400CA-2098-D468-CF39-22738690CE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317" y="2923792"/>
            <a:ext cx="1161550" cy="116155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0BF1AFC7-063F-BA7B-EA8F-E6D8DF6696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9775" y="1760312"/>
            <a:ext cx="1778493" cy="177849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Twitch-Amazonアプリストアのアプリ">
            <a:extLst>
              <a:ext uri="{FF2B5EF4-FFF2-40B4-BE49-F238E27FC236}">
                <a16:creationId xmlns:a16="http://schemas.microsoft.com/office/drawing/2014/main" id="{6CA07F20-C33C-F3C9-20B8-2555A9888C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08067" y="3196072"/>
            <a:ext cx="1161550" cy="116155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YouTube Japan 公式チャンネル - YouTube">
            <a:extLst>
              <a:ext uri="{FF2B5EF4-FFF2-40B4-BE49-F238E27FC236}">
                <a16:creationId xmlns:a16="http://schemas.microsoft.com/office/drawing/2014/main" id="{E31677EB-2A28-DEE8-097F-D1E11F84686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5607" y="1403762"/>
            <a:ext cx="909637" cy="909637"/>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Discord Japan (@discord_jp) / X">
            <a:extLst>
              <a:ext uri="{FF2B5EF4-FFF2-40B4-BE49-F238E27FC236}">
                <a16:creationId xmlns:a16="http://schemas.microsoft.com/office/drawing/2014/main" id="{32A9F81B-D858-F812-A965-94BDEE9A9D3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97330" y="1644520"/>
            <a:ext cx="1298570" cy="129857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アドビ クリエイティブ クラウド (@creativecloudjp) / X">
            <a:extLst>
              <a:ext uri="{FF2B5EF4-FFF2-40B4-BE49-F238E27FC236}">
                <a16:creationId xmlns:a16="http://schemas.microsoft.com/office/drawing/2014/main" id="{9CE26F27-C0C5-9383-CC08-2A61F6BA44A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23679" y="3525933"/>
            <a:ext cx="777955" cy="77795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2" descr="アドビ クリエイティブ クラウド (@creativecloudjp) / X">
            <a:extLst>
              <a:ext uri="{FF2B5EF4-FFF2-40B4-BE49-F238E27FC236}">
                <a16:creationId xmlns:a16="http://schemas.microsoft.com/office/drawing/2014/main" id="{E9230763-4240-1AB4-3B71-31A85DAB40E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97690" y="1421002"/>
            <a:ext cx="1914316" cy="191431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YouTube Japan 公式チャンネル - YouTube">
            <a:extLst>
              <a:ext uri="{FF2B5EF4-FFF2-40B4-BE49-F238E27FC236}">
                <a16:creationId xmlns:a16="http://schemas.microsoft.com/office/drawing/2014/main" id="{F9E9E55D-FCFC-1926-5307-8DD1257D006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44471" y="1542194"/>
            <a:ext cx="909637" cy="909637"/>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DaVinci Resolve - Wikipedia">
            <a:extLst>
              <a:ext uri="{FF2B5EF4-FFF2-40B4-BE49-F238E27FC236}">
                <a16:creationId xmlns:a16="http://schemas.microsoft.com/office/drawing/2014/main" id="{3D242166-0EC4-6F4F-E10C-5015CEEF333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955822" y="1529165"/>
            <a:ext cx="1633428" cy="1633428"/>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Blenderのコマンドラインレンダリング | CGたてはま">
            <a:extLst>
              <a:ext uri="{FF2B5EF4-FFF2-40B4-BE49-F238E27FC236}">
                <a16:creationId xmlns:a16="http://schemas.microsoft.com/office/drawing/2014/main" id="{6615860C-FA9D-E870-C91E-62705423280D}"/>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2665" r="18619"/>
          <a:stretch>
            <a:fillRect/>
          </a:stretch>
        </p:blipFill>
        <p:spPr bwMode="auto">
          <a:xfrm>
            <a:off x="6722385" y="2462348"/>
            <a:ext cx="987907" cy="802416"/>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a:extLst>
              <a:ext uri="{FF2B5EF4-FFF2-40B4-BE49-F238E27FC236}">
                <a16:creationId xmlns:a16="http://schemas.microsoft.com/office/drawing/2014/main" id="{A3FF88E4-814D-212B-0078-9D862051A98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692339" y="3441130"/>
            <a:ext cx="1586894" cy="445378"/>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Ableton Liveの勉強部屋⑪プロジェクトテンプレートの保存｜king tiptoe（リュウ）">
            <a:extLst>
              <a:ext uri="{FF2B5EF4-FFF2-40B4-BE49-F238E27FC236}">
                <a16:creationId xmlns:a16="http://schemas.microsoft.com/office/drawing/2014/main" id="{F518248D-445E-3E14-EF2F-D2DC386D06CB}"/>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t="33156" b="31658"/>
          <a:stretch>
            <a:fillRect/>
          </a:stretch>
        </p:blipFill>
        <p:spPr bwMode="auto">
          <a:xfrm>
            <a:off x="6601853" y="4109906"/>
            <a:ext cx="1214294" cy="222556"/>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Track Organization in Studio One | Paul Cecchetti Music">
            <a:extLst>
              <a:ext uri="{FF2B5EF4-FFF2-40B4-BE49-F238E27FC236}">
                <a16:creationId xmlns:a16="http://schemas.microsoft.com/office/drawing/2014/main" id="{0075214F-E79C-65EE-C245-8F4EE9A4F63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823524" y="3901336"/>
            <a:ext cx="813765" cy="477705"/>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descr="CLIP STUDIO PAINT - Wikipedia">
            <a:extLst>
              <a:ext uri="{FF2B5EF4-FFF2-40B4-BE49-F238E27FC236}">
                <a16:creationId xmlns:a16="http://schemas.microsoft.com/office/drawing/2014/main" id="{51C65EA8-DFDD-592F-B8DA-AD66E1E33D7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995345" y="3601086"/>
            <a:ext cx="2257248" cy="777955"/>
          </a:xfrm>
          <a:prstGeom prst="rect">
            <a:avLst/>
          </a:prstGeom>
          <a:noFill/>
          <a:extLst>
            <a:ext uri="{909E8E84-426E-40DD-AFC4-6F175D3DCCD1}">
              <a14:hiddenFill xmlns:a14="http://schemas.microsoft.com/office/drawing/2010/main">
                <a:solidFill>
                  <a:srgbClr val="FFFFFF"/>
                </a:solidFill>
              </a14:hiddenFill>
            </a:ext>
          </a:extLst>
        </p:spPr>
      </p:pic>
      <p:sp>
        <p:nvSpPr>
          <p:cNvPr id="11" name="テキスト ボックス 10">
            <a:extLst>
              <a:ext uri="{FF2B5EF4-FFF2-40B4-BE49-F238E27FC236}">
                <a16:creationId xmlns:a16="http://schemas.microsoft.com/office/drawing/2014/main" id="{CE2E7F6D-3A97-E691-DAC7-EB9CEEFAEE30}"/>
              </a:ext>
            </a:extLst>
          </p:cNvPr>
          <p:cNvSpPr txBox="1"/>
          <p:nvPr/>
        </p:nvSpPr>
        <p:spPr>
          <a:xfrm>
            <a:off x="778785" y="4440891"/>
            <a:ext cx="4915596" cy="2123658"/>
          </a:xfrm>
          <a:prstGeom prst="rect">
            <a:avLst/>
          </a:prstGeom>
          <a:noFill/>
        </p:spPr>
        <p:txBody>
          <a:bodyPr wrap="square" rtlCol="0">
            <a:spAutoFit/>
          </a:bodyPr>
          <a:lstStyle/>
          <a:p>
            <a:r>
              <a:rPr kumimoji="1" lang="ja-JP" altLang="en-US" sz="1100" b="1"/>
              <a:t>ユースケース</a:t>
            </a:r>
            <a:endParaRPr kumimoji="1" lang="en-US" altLang="ja-JP" sz="1100" b="1"/>
          </a:p>
          <a:p>
            <a:r>
              <a:rPr lang="en-US" altLang="ja-JP" sz="1100"/>
              <a:t>Diamond</a:t>
            </a:r>
            <a:r>
              <a:rPr lang="ja-JP" altLang="en-US" sz="1100"/>
              <a:t>グレードを求めるユーザーにとってノート</a:t>
            </a:r>
            <a:r>
              <a:rPr kumimoji="1" lang="ja-JP" altLang="en-US" sz="1100"/>
              <a:t>パソコンはゲームプレイのためだけのツールではありません。</a:t>
            </a:r>
            <a:endParaRPr kumimoji="1" lang="en-US" altLang="ja-JP" sz="1100"/>
          </a:p>
          <a:p>
            <a:r>
              <a:rPr kumimoji="1" lang="ja-JP" altLang="en-US" sz="1100"/>
              <a:t>最新のゲームタイトルを</a:t>
            </a:r>
            <a:r>
              <a:rPr lang="ja-JP" altLang="en-US" sz="1100"/>
              <a:t>遊ぶだけでなく他ユーザーと楽しみをシェアするために配信したりクリップを作成します。</a:t>
            </a:r>
            <a:endParaRPr lang="en-US" altLang="ja-JP" sz="1100"/>
          </a:p>
          <a:p>
            <a:r>
              <a:rPr kumimoji="1" lang="ja-JP" altLang="en-US" sz="1100"/>
              <a:t>ゲームだけでなく録画データを保存するために大容量の</a:t>
            </a:r>
            <a:r>
              <a:rPr lang="ja-JP" altLang="en-US" sz="1100"/>
              <a:t>内蔵</a:t>
            </a:r>
            <a:r>
              <a:rPr kumimoji="1" lang="ja-JP" altLang="en-US" sz="1100"/>
              <a:t>ストレージが必要です。すぐにストレージがいっぱいになってしまうので、高速な外付け</a:t>
            </a:r>
            <a:r>
              <a:rPr kumimoji="1" lang="en-US" altLang="ja-JP" sz="1100"/>
              <a:t>SSD</a:t>
            </a:r>
            <a:r>
              <a:rPr lang="ja-JP" altLang="en-US" sz="1100"/>
              <a:t>の利用が欠かせません。</a:t>
            </a:r>
            <a:endParaRPr lang="en-US" altLang="ja-JP" sz="1100"/>
          </a:p>
          <a:p>
            <a:r>
              <a:rPr kumimoji="1" lang="en-US" altLang="ja-JP" sz="1100"/>
              <a:t>Switch</a:t>
            </a:r>
            <a:r>
              <a:rPr kumimoji="1" lang="ja-JP" altLang="en-US" sz="1100"/>
              <a:t>や</a:t>
            </a:r>
            <a:r>
              <a:rPr kumimoji="1" lang="en-US" altLang="ja-JP" sz="1100"/>
              <a:t>PS5</a:t>
            </a:r>
            <a:r>
              <a:rPr kumimoji="1" lang="ja-JP" altLang="en-US" sz="1100"/>
              <a:t>などのコンシューマーゲーム機を使用してのゲーム配信を快適に行うために、最新のキャプチャーボードを接続することもあります。</a:t>
            </a:r>
            <a:endParaRPr kumimoji="1" lang="en-US" altLang="ja-JP" sz="1100"/>
          </a:p>
          <a:p>
            <a:r>
              <a:rPr lang="ja-JP" altLang="en-US" sz="1100"/>
              <a:t>動画制作などのゲーム以外の用途に使用する時であっても、ゲーマーとしてのアイデンティティが根幹にあります。</a:t>
            </a:r>
            <a:endParaRPr kumimoji="1" lang="en-US" altLang="ja-JP" sz="1100"/>
          </a:p>
        </p:txBody>
      </p:sp>
      <p:sp>
        <p:nvSpPr>
          <p:cNvPr id="12" name="テキスト ボックス 11">
            <a:extLst>
              <a:ext uri="{FF2B5EF4-FFF2-40B4-BE49-F238E27FC236}">
                <a16:creationId xmlns:a16="http://schemas.microsoft.com/office/drawing/2014/main" id="{F49B078D-391F-74A4-6C28-0E0173532040}"/>
              </a:ext>
            </a:extLst>
          </p:cNvPr>
          <p:cNvSpPr txBox="1"/>
          <p:nvPr/>
        </p:nvSpPr>
        <p:spPr>
          <a:xfrm>
            <a:off x="6497620" y="4440891"/>
            <a:ext cx="5060990" cy="2292935"/>
          </a:xfrm>
          <a:prstGeom prst="rect">
            <a:avLst/>
          </a:prstGeom>
          <a:noFill/>
        </p:spPr>
        <p:txBody>
          <a:bodyPr wrap="square" rtlCol="0">
            <a:spAutoFit/>
          </a:bodyPr>
          <a:lstStyle/>
          <a:p>
            <a:r>
              <a:rPr kumimoji="1" lang="ja-JP" altLang="en-US" sz="1100" b="1"/>
              <a:t>ユースケース</a:t>
            </a:r>
            <a:endParaRPr kumimoji="1" lang="en-US" altLang="ja-JP" sz="1100" b="1"/>
          </a:p>
          <a:p>
            <a:r>
              <a:rPr lang="en-US" altLang="ja-JP" sz="1100"/>
              <a:t>Deluxe</a:t>
            </a:r>
            <a:r>
              <a:rPr lang="ja-JP" altLang="en-US" sz="1100"/>
              <a:t>グレード</a:t>
            </a:r>
            <a:r>
              <a:rPr kumimoji="1" lang="ja-JP" altLang="en-US" sz="1100"/>
              <a:t>を求めるユーザーは映像・動画制作に関わるユーザーが主となります。したがって</a:t>
            </a:r>
            <a:r>
              <a:rPr lang="ja-JP" altLang="en-US" sz="1100"/>
              <a:t>ディスプレイには映像制作のリファレンスとなる広色域</a:t>
            </a:r>
            <a:r>
              <a:rPr lang="en-US" altLang="ja-JP" sz="1100"/>
              <a:t>(DCI-P3)</a:t>
            </a:r>
            <a:r>
              <a:rPr lang="ja-JP" altLang="en-US" sz="1100"/>
              <a:t>パネルが用いられます。</a:t>
            </a:r>
            <a:endParaRPr kumimoji="1" lang="en-US" altLang="ja-JP" sz="1100"/>
          </a:p>
          <a:p>
            <a:r>
              <a:rPr kumimoji="1" lang="ja-JP" altLang="en-US" sz="1100"/>
              <a:t>しかし</a:t>
            </a:r>
            <a:r>
              <a:rPr lang="en-US" altLang="ja-JP" sz="1100"/>
              <a:t>Selected</a:t>
            </a:r>
            <a:r>
              <a:rPr lang="ja-JP" altLang="en-US" sz="1100"/>
              <a:t>グレード</a:t>
            </a:r>
            <a:r>
              <a:rPr kumimoji="1" lang="ja-JP" altLang="en-US" sz="1100"/>
              <a:t>でのユースケースに記載されるように、映像・動画というコンテンツはイラスト・音楽との親和性が高く、決して他のカテゴリに向けた使用が無視されるものではありません。</a:t>
            </a:r>
            <a:endParaRPr kumimoji="1" lang="en-US" altLang="ja-JP" sz="1100"/>
          </a:p>
          <a:p>
            <a:r>
              <a:rPr lang="ja-JP" altLang="en-US" sz="1100"/>
              <a:t>ユーザーは創作においての時間効率を重視します。ソフトウェアの立ち上げ、フィルタ処理、レンダリング、ファイルの保存時間。それぞれの細かな時間の短縮が、結果的に一つの作品と向き合う時間を増やしてくれるのです。</a:t>
            </a:r>
            <a:endParaRPr lang="en-US" altLang="ja-JP" sz="1100"/>
          </a:p>
          <a:p>
            <a:r>
              <a:rPr lang="ja-JP" altLang="en-US" sz="1100"/>
              <a:t>ハードコアなクリエイターにとってテラ単位の内蔵ストレージの運用は必須です。高速な外付けストレージとの連携のために、高速な</a:t>
            </a:r>
            <a:r>
              <a:rPr lang="en-US" altLang="ja-JP" sz="1100"/>
              <a:t>IO</a:t>
            </a:r>
            <a:r>
              <a:rPr lang="ja-JP" altLang="en-US" sz="1100"/>
              <a:t>ポートが求められます。</a:t>
            </a:r>
            <a:endParaRPr kumimoji="1" lang="en-US" altLang="ja-JP" sz="1100"/>
          </a:p>
        </p:txBody>
      </p:sp>
    </p:spTree>
    <p:extLst>
      <p:ext uri="{BB962C8B-B14F-4D97-AF65-F5344CB8AC3E}">
        <p14:creationId xmlns:p14="http://schemas.microsoft.com/office/powerpoint/2010/main" val="20807643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C555B-A3DA-4D36-FEC4-E62345713EB1}"/>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84FBA7EC-05B0-80B8-BB8B-740122AE6600}"/>
              </a:ext>
            </a:extLst>
          </p:cNvPr>
          <p:cNvSpPr txBox="1"/>
          <p:nvPr/>
        </p:nvSpPr>
        <p:spPr>
          <a:xfrm>
            <a:off x="250145" y="245577"/>
            <a:ext cx="11415382" cy="369332"/>
          </a:xfrm>
          <a:prstGeom prst="rect">
            <a:avLst/>
          </a:prstGeom>
          <a:noFill/>
        </p:spPr>
        <p:txBody>
          <a:bodyPr wrap="square" rtlCol="0">
            <a:spAutoFit/>
          </a:bodyPr>
          <a:lstStyle/>
          <a:p>
            <a:r>
              <a:rPr lang="ja-JP" altLang="en-US" b="1"/>
              <a:t>各シリーズ </a:t>
            </a:r>
            <a:r>
              <a:rPr lang="en-US" altLang="ja-JP" b="1"/>
              <a:t>- </a:t>
            </a:r>
            <a:r>
              <a:rPr lang="ja-JP" altLang="en-US" b="1"/>
              <a:t>グレードのターゲット想定  </a:t>
            </a:r>
            <a:r>
              <a:rPr lang="en-US" altLang="ja-JP" b="1"/>
              <a:t>/ </a:t>
            </a:r>
            <a:r>
              <a:rPr lang="ja-JP" altLang="en-US" b="1"/>
              <a:t>使用するソフトウェア、プラットフォームのイメージ</a:t>
            </a:r>
          </a:p>
        </p:txBody>
      </p:sp>
      <p:sp>
        <p:nvSpPr>
          <p:cNvPr id="7" name="四角形: 角を丸くする 6">
            <a:extLst>
              <a:ext uri="{FF2B5EF4-FFF2-40B4-BE49-F238E27FC236}">
                <a16:creationId xmlns:a16="http://schemas.microsoft.com/office/drawing/2014/main" id="{17D7CE8A-2438-C064-BD16-B3D06A5318E4}"/>
              </a:ext>
            </a:extLst>
          </p:cNvPr>
          <p:cNvSpPr/>
          <p:nvPr/>
        </p:nvSpPr>
        <p:spPr>
          <a:xfrm>
            <a:off x="848579" y="835333"/>
            <a:ext cx="5026025" cy="483992"/>
          </a:xfrm>
          <a:prstGeom prst="roundRect">
            <a:avLst>
              <a:gd name="adj" fmla="val 8298"/>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a:t>Master / Ultimate</a:t>
            </a:r>
            <a:endParaRPr kumimoji="1" lang="ja-JP" altLang="en-US" b="1"/>
          </a:p>
        </p:txBody>
      </p:sp>
      <p:pic>
        <p:nvPicPr>
          <p:cNvPr id="2" name="Picture 4" descr="OBS Studio - Wikipedia">
            <a:extLst>
              <a:ext uri="{FF2B5EF4-FFF2-40B4-BE49-F238E27FC236}">
                <a16:creationId xmlns:a16="http://schemas.microsoft.com/office/drawing/2014/main" id="{80B68AFE-BE39-D9BB-2B5A-5478D88199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0827" y="1819022"/>
            <a:ext cx="708247" cy="70824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DB4CFEE9-2FAD-664D-6D06-A1AFD899AB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7787" y="1464559"/>
            <a:ext cx="909638" cy="90963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Twitch-Amazonアプリストアのアプリ">
            <a:extLst>
              <a:ext uri="{FF2B5EF4-FFF2-40B4-BE49-F238E27FC236}">
                <a16:creationId xmlns:a16="http://schemas.microsoft.com/office/drawing/2014/main" id="{D9E44E93-225A-3006-5945-F6346BE337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2271" y="3044416"/>
            <a:ext cx="868377" cy="86837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8" descr="YouTube Japan 公式チャンネル - YouTube">
            <a:extLst>
              <a:ext uri="{FF2B5EF4-FFF2-40B4-BE49-F238E27FC236}">
                <a16:creationId xmlns:a16="http://schemas.microsoft.com/office/drawing/2014/main" id="{A90AF592-C68A-A9C5-6031-AD93A6AE75C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670" y="2032913"/>
            <a:ext cx="909637" cy="90963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0" descr="Discord Japan (@discord_jp) / X">
            <a:extLst>
              <a:ext uri="{FF2B5EF4-FFF2-40B4-BE49-F238E27FC236}">
                <a16:creationId xmlns:a16="http://schemas.microsoft.com/office/drawing/2014/main" id="{45F0D798-C4E4-8796-78F2-72BE6700B1E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79696" y="2476063"/>
            <a:ext cx="868377" cy="86837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2" descr="アドビ クリエイティブ クラウド (@creativecloudjp) / X">
            <a:extLst>
              <a:ext uri="{FF2B5EF4-FFF2-40B4-BE49-F238E27FC236}">
                <a16:creationId xmlns:a16="http://schemas.microsoft.com/office/drawing/2014/main" id="{BBC78522-68BA-032C-6752-79CFDDAB3FE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21721" y="1590443"/>
            <a:ext cx="1477991" cy="147799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DaVinci Resolve - Wikipedia">
            <a:extLst>
              <a:ext uri="{FF2B5EF4-FFF2-40B4-BE49-F238E27FC236}">
                <a16:creationId xmlns:a16="http://schemas.microsoft.com/office/drawing/2014/main" id="{DB2C9A01-529E-9AE7-2584-883287F5A7D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74863" y="1762932"/>
            <a:ext cx="1021137" cy="102113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6" descr="Blenderのコマンドラインレンダリング | CGたてはま">
            <a:extLst>
              <a:ext uri="{FF2B5EF4-FFF2-40B4-BE49-F238E27FC236}">
                <a16:creationId xmlns:a16="http://schemas.microsoft.com/office/drawing/2014/main" id="{7B005DB6-C3A7-B8F9-3091-93CA7734DA9E}"/>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2665" r="18619"/>
          <a:stretch>
            <a:fillRect/>
          </a:stretch>
        </p:blipFill>
        <p:spPr bwMode="auto">
          <a:xfrm>
            <a:off x="3766762" y="3161299"/>
            <a:ext cx="987907" cy="80241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VRChat - Wikipedia">
            <a:extLst>
              <a:ext uri="{FF2B5EF4-FFF2-40B4-BE49-F238E27FC236}">
                <a16:creationId xmlns:a16="http://schemas.microsoft.com/office/drawing/2014/main" id="{8E4C6075-B618-1865-148B-735338826C8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13884" y="3391890"/>
            <a:ext cx="1342159" cy="584234"/>
          </a:xfrm>
          <a:prstGeom prst="rect">
            <a:avLst/>
          </a:prstGeom>
          <a:noFill/>
          <a:extLst>
            <a:ext uri="{909E8E84-426E-40DD-AFC4-6F175D3DCCD1}">
              <a14:hiddenFill xmlns:a14="http://schemas.microsoft.com/office/drawing/2010/main">
                <a:solidFill>
                  <a:srgbClr val="FFFFFF"/>
                </a:solidFill>
              </a14:hiddenFill>
            </a:ext>
          </a:extLst>
        </p:spPr>
      </p:pic>
      <p:sp>
        <p:nvSpPr>
          <p:cNvPr id="13" name="テキスト ボックス 12">
            <a:extLst>
              <a:ext uri="{FF2B5EF4-FFF2-40B4-BE49-F238E27FC236}">
                <a16:creationId xmlns:a16="http://schemas.microsoft.com/office/drawing/2014/main" id="{A30BACB0-2340-9694-A35E-F35DA3982931}"/>
              </a:ext>
            </a:extLst>
          </p:cNvPr>
          <p:cNvSpPr txBox="1"/>
          <p:nvPr/>
        </p:nvSpPr>
        <p:spPr>
          <a:xfrm>
            <a:off x="848579" y="4073932"/>
            <a:ext cx="5060990" cy="2631490"/>
          </a:xfrm>
          <a:prstGeom prst="rect">
            <a:avLst/>
          </a:prstGeom>
          <a:noFill/>
        </p:spPr>
        <p:txBody>
          <a:bodyPr wrap="square" rtlCol="0">
            <a:spAutoFit/>
          </a:bodyPr>
          <a:lstStyle/>
          <a:p>
            <a:r>
              <a:rPr kumimoji="1" lang="ja-JP" altLang="en-US" sz="1100" b="1"/>
              <a:t>ユースケース</a:t>
            </a:r>
            <a:endParaRPr kumimoji="1" lang="en-US" altLang="ja-JP" sz="1100" b="1"/>
          </a:p>
          <a:p>
            <a:r>
              <a:rPr lang="en-US" altLang="ja-JP" sz="1100"/>
              <a:t>Master/Ultimate</a:t>
            </a:r>
            <a:r>
              <a:rPr lang="ja-JP" altLang="en-US" sz="1100"/>
              <a:t>グレード</a:t>
            </a:r>
            <a:r>
              <a:rPr kumimoji="1" lang="ja-JP" altLang="en-US" sz="1100"/>
              <a:t>を求めるユーザーはノートパソコンに突き抜けた性能を求めるニッチなユーザーです。ハイアマチュア・ハードウェアエンスージアストとして手に入れられる限りの力を欲しています。</a:t>
            </a:r>
            <a:endParaRPr kumimoji="1" lang="en-US" altLang="ja-JP" sz="1100"/>
          </a:p>
          <a:p>
            <a:r>
              <a:rPr lang="ja-JP" altLang="en-US" sz="1100"/>
              <a:t>プロフェッショナルのユーザーはスタジオ間の移動など、突き抜けた性能を持ち歩くことを目的にこのグレードを求めますが、デスクトップパソコンの代替としてのニーズも存在します。</a:t>
            </a:r>
            <a:endParaRPr lang="en-US" altLang="ja-JP" sz="1100"/>
          </a:p>
          <a:p>
            <a:r>
              <a:rPr kumimoji="1" lang="ja-JP" altLang="en-US" sz="1100"/>
              <a:t>ゲーマーセグメントにおいてもゲーム専用として使用されるケースはまれで、大半の場合はゲームプレイだけでなく高負荷のクリエイティブ用途・配信用途にも使用されます。</a:t>
            </a:r>
            <a:endParaRPr kumimoji="1" lang="en-US" altLang="ja-JP" sz="1100"/>
          </a:p>
          <a:p>
            <a:r>
              <a:rPr kumimoji="1" lang="ja-JP" altLang="en-US" sz="1100"/>
              <a:t>（また生成</a:t>
            </a:r>
            <a:r>
              <a:rPr kumimoji="1" lang="en-US" altLang="ja-JP" sz="1100"/>
              <a:t>AI</a:t>
            </a:r>
            <a:r>
              <a:rPr kumimoji="1" lang="ja-JP" altLang="en-US" sz="1100"/>
              <a:t>の使用も想定されますが、現状</a:t>
            </a:r>
            <a:r>
              <a:rPr kumimoji="1" lang="en-US" altLang="ja-JP" sz="1100"/>
              <a:t>GALLERIA</a:t>
            </a:r>
            <a:r>
              <a:rPr kumimoji="1" lang="ja-JP" altLang="en-US" sz="1100"/>
              <a:t>としてこの用途を前面に出すことはしません）</a:t>
            </a:r>
            <a:endParaRPr kumimoji="1" lang="en-US" altLang="ja-JP" sz="1100"/>
          </a:p>
          <a:p>
            <a:r>
              <a:rPr lang="en-US" altLang="ja-JP" sz="1100"/>
              <a:t>Master/Ultimate</a:t>
            </a:r>
            <a:r>
              <a:rPr lang="ja-JP" altLang="en-US" sz="1100"/>
              <a:t>グレード</a:t>
            </a:r>
            <a:r>
              <a:rPr kumimoji="1" lang="ja-JP" altLang="en-US" sz="1100"/>
              <a:t>はそれ以外のラインアップで実現することが難しいグラフィック・</a:t>
            </a:r>
            <a:r>
              <a:rPr kumimoji="1" lang="en-US" altLang="ja-JP" sz="1100"/>
              <a:t>CPU</a:t>
            </a:r>
            <a:r>
              <a:rPr lang="ja-JP" altLang="en-US" sz="1100"/>
              <a:t>性能を実現するための製品群で、用途においてゲームクレイとクリエイトを厳密には区別しません。</a:t>
            </a:r>
            <a:endParaRPr kumimoji="1" lang="en-US" altLang="ja-JP" sz="1100"/>
          </a:p>
        </p:txBody>
      </p:sp>
    </p:spTree>
    <p:extLst>
      <p:ext uri="{BB962C8B-B14F-4D97-AF65-F5344CB8AC3E}">
        <p14:creationId xmlns:p14="http://schemas.microsoft.com/office/powerpoint/2010/main" val="28551795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2A542406-7620-7832-4D9F-9FA35F1CB58F}"/>
              </a:ext>
            </a:extLst>
          </p:cNvPr>
          <p:cNvSpPr>
            <a:spLocks noGrp="1"/>
          </p:cNvSpPr>
          <p:nvPr>
            <p:ph type="title"/>
          </p:nvPr>
        </p:nvSpPr>
        <p:spPr>
          <a:xfrm>
            <a:off x="838200" y="365125"/>
            <a:ext cx="10515600" cy="1325563"/>
          </a:xfrm>
        </p:spPr>
        <p:txBody>
          <a:bodyPr/>
          <a:lstStyle/>
          <a:p>
            <a:r>
              <a:rPr lang="ja-JP" altLang="en-US"/>
              <a:t>シリーズ刷新に係る具体事項</a:t>
            </a:r>
          </a:p>
        </p:txBody>
      </p:sp>
    </p:spTree>
    <p:extLst>
      <p:ext uri="{BB962C8B-B14F-4D97-AF65-F5344CB8AC3E}">
        <p14:creationId xmlns:p14="http://schemas.microsoft.com/office/powerpoint/2010/main" val="3472043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DA42FF0E-29E9-EA57-D2F8-766AC68B7DCA}"/>
              </a:ext>
            </a:extLst>
          </p:cNvPr>
          <p:cNvPicPr>
            <a:picLocks noChangeAspect="1"/>
          </p:cNvPicPr>
          <p:nvPr/>
        </p:nvPicPr>
        <p:blipFill>
          <a:blip r:embed="rId2"/>
          <a:stretch>
            <a:fillRect/>
          </a:stretch>
        </p:blipFill>
        <p:spPr>
          <a:xfrm>
            <a:off x="466435" y="502976"/>
            <a:ext cx="11259127" cy="6302596"/>
          </a:xfrm>
          <a:prstGeom prst="rect">
            <a:avLst/>
          </a:prstGeom>
        </p:spPr>
      </p:pic>
      <p:sp>
        <p:nvSpPr>
          <p:cNvPr id="6" name="四角形: 角を丸くする 5">
            <a:extLst>
              <a:ext uri="{FF2B5EF4-FFF2-40B4-BE49-F238E27FC236}">
                <a16:creationId xmlns:a16="http://schemas.microsoft.com/office/drawing/2014/main" id="{256796DC-FA87-ADBE-B6C3-3815056100AF}"/>
              </a:ext>
            </a:extLst>
          </p:cNvPr>
          <p:cNvSpPr/>
          <p:nvPr/>
        </p:nvSpPr>
        <p:spPr>
          <a:xfrm>
            <a:off x="3957879" y="3207327"/>
            <a:ext cx="3829326" cy="115223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t>暫定</a:t>
            </a:r>
            <a:endParaRPr kumimoji="1" lang="en-US" altLang="ja-JP"/>
          </a:p>
          <a:p>
            <a:pPr algn="ctr"/>
            <a:r>
              <a:rPr kumimoji="1" lang="ja-JP" altLang="en-US"/>
              <a:t>シリーズ・グレードの要求仕様</a:t>
            </a:r>
            <a:endParaRPr kumimoji="1" lang="en-US" altLang="ja-JP"/>
          </a:p>
          <a:p>
            <a:pPr algn="ctr"/>
            <a:r>
              <a:rPr lang="ja-JP" altLang="en-US"/>
              <a:t>別資料で作成中</a:t>
            </a:r>
            <a:endParaRPr kumimoji="1" lang="en-US" altLang="ja-JP"/>
          </a:p>
        </p:txBody>
      </p:sp>
      <p:sp>
        <p:nvSpPr>
          <p:cNvPr id="3" name="テキスト ボックス 2">
            <a:extLst>
              <a:ext uri="{FF2B5EF4-FFF2-40B4-BE49-F238E27FC236}">
                <a16:creationId xmlns:a16="http://schemas.microsoft.com/office/drawing/2014/main" id="{E1587A33-AE2A-1D59-E2DB-267D10326B94}"/>
              </a:ext>
            </a:extLst>
          </p:cNvPr>
          <p:cNvSpPr txBox="1"/>
          <p:nvPr/>
        </p:nvSpPr>
        <p:spPr>
          <a:xfrm>
            <a:off x="181159" y="133644"/>
            <a:ext cx="11382767" cy="369332"/>
          </a:xfrm>
          <a:prstGeom prst="rect">
            <a:avLst/>
          </a:prstGeom>
          <a:noFill/>
        </p:spPr>
        <p:txBody>
          <a:bodyPr wrap="square" rtlCol="0">
            <a:spAutoFit/>
          </a:bodyPr>
          <a:lstStyle/>
          <a:p>
            <a:r>
              <a:rPr kumimoji="1" lang="ja-JP" altLang="en-US"/>
              <a:t>各シリーズ・グレードの要求仕様詳細</a:t>
            </a:r>
          </a:p>
        </p:txBody>
      </p:sp>
    </p:spTree>
    <p:extLst>
      <p:ext uri="{BB962C8B-B14F-4D97-AF65-F5344CB8AC3E}">
        <p14:creationId xmlns:p14="http://schemas.microsoft.com/office/powerpoint/2010/main" val="5945490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1B445-18D6-0A08-686D-0CE5DB7C28C1}"/>
            </a:ext>
          </a:extLst>
        </p:cNvPr>
        <p:cNvGrpSpPr/>
        <p:nvPr/>
      </p:nvGrpSpPr>
      <p:grpSpPr>
        <a:xfrm>
          <a:off x="0" y="0"/>
          <a:ext cx="0" cy="0"/>
          <a:chOff x="0" y="0"/>
          <a:chExt cx="0" cy="0"/>
        </a:xfrm>
      </p:grpSpPr>
      <p:sp>
        <p:nvSpPr>
          <p:cNvPr id="43" name="正方形/長方形 42">
            <a:extLst>
              <a:ext uri="{FF2B5EF4-FFF2-40B4-BE49-F238E27FC236}">
                <a16:creationId xmlns:a16="http://schemas.microsoft.com/office/drawing/2014/main" id="{A96575B5-367A-5729-0191-517933C4A199}"/>
              </a:ext>
            </a:extLst>
          </p:cNvPr>
          <p:cNvSpPr/>
          <p:nvPr/>
        </p:nvSpPr>
        <p:spPr>
          <a:xfrm>
            <a:off x="8399481" y="442534"/>
            <a:ext cx="3663207" cy="4803721"/>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443040A5-2226-77EC-8FA3-F23BC7CBD2C2}"/>
              </a:ext>
            </a:extLst>
          </p:cNvPr>
          <p:cNvSpPr/>
          <p:nvPr/>
        </p:nvSpPr>
        <p:spPr>
          <a:xfrm>
            <a:off x="236269" y="1376493"/>
            <a:ext cx="1144915" cy="798818"/>
          </a:xfrm>
          <a:prstGeom prst="rect">
            <a:avLst/>
          </a:prstGeom>
          <a:solidFill>
            <a:srgbClr val="002060"/>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4400">
                <a:solidFill>
                  <a:schemeClr val="bg1">
                    <a:lumMod val="95000"/>
                  </a:schemeClr>
                </a:solidFill>
                <a:latin typeface="Meiryo UI" panose="020B0604030504040204" pitchFamily="50" charset="-128"/>
                <a:ea typeface="Meiryo UI" panose="020B0604030504040204" pitchFamily="50" charset="-128"/>
              </a:rPr>
              <a:t>N</a:t>
            </a:r>
            <a:endParaRPr kumimoji="1" lang="ja-JP" altLang="en-US" sz="4400">
              <a:solidFill>
                <a:schemeClr val="bg1">
                  <a:lumMod val="95000"/>
                </a:schemeClr>
              </a:solidFill>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D835090B-55A7-8520-A876-4DD6ECF8A181}"/>
              </a:ext>
            </a:extLst>
          </p:cNvPr>
          <p:cNvSpPr/>
          <p:nvPr/>
        </p:nvSpPr>
        <p:spPr>
          <a:xfrm>
            <a:off x="6953797" y="1389254"/>
            <a:ext cx="1310444" cy="798819"/>
          </a:xfrm>
          <a:prstGeom prst="rect">
            <a:avLst/>
          </a:prstGeom>
          <a:solidFill>
            <a:schemeClr val="accent6">
              <a:lumMod val="40000"/>
              <a:lumOff val="60000"/>
            </a:schemeClr>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4400">
                <a:solidFill>
                  <a:schemeClr val="tx1">
                    <a:lumMod val="75000"/>
                    <a:lumOff val="25000"/>
                  </a:schemeClr>
                </a:solidFill>
                <a:latin typeface="Meiryo UI" panose="020B0604030504040204" pitchFamily="50" charset="-128"/>
                <a:ea typeface="Meiryo UI" panose="020B0604030504040204" pitchFamily="50" charset="-128"/>
              </a:rPr>
              <a:t>R57</a:t>
            </a:r>
          </a:p>
        </p:txBody>
      </p:sp>
      <p:sp>
        <p:nvSpPr>
          <p:cNvPr id="17" name="正方形/長方形 16">
            <a:extLst>
              <a:ext uri="{FF2B5EF4-FFF2-40B4-BE49-F238E27FC236}">
                <a16:creationId xmlns:a16="http://schemas.microsoft.com/office/drawing/2014/main" id="{300A6983-3BC9-521D-9EA2-0ECFE8510929}"/>
              </a:ext>
            </a:extLst>
          </p:cNvPr>
          <p:cNvSpPr/>
          <p:nvPr/>
        </p:nvSpPr>
        <p:spPr>
          <a:xfrm>
            <a:off x="6376109" y="1397848"/>
            <a:ext cx="438214" cy="798041"/>
          </a:xfrm>
          <a:prstGeom prst="rect">
            <a:avLst/>
          </a:prstGeom>
          <a:solidFill>
            <a:schemeClr val="bg1"/>
          </a:solidFill>
          <a:ln w="38100">
            <a:solidFill>
              <a:srgbClr val="FF000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4400">
                <a:solidFill>
                  <a:schemeClr val="tx1">
                    <a:lumMod val="75000"/>
                    <a:lumOff val="25000"/>
                  </a:schemeClr>
                </a:solidFill>
                <a:latin typeface="Meiryo UI" panose="020B0604030504040204" pitchFamily="50" charset="-128"/>
                <a:ea typeface="Meiryo UI" panose="020B0604030504040204" pitchFamily="50" charset="-128"/>
              </a:rPr>
              <a:t>-</a:t>
            </a:r>
            <a:endParaRPr kumimoji="1" lang="ja-JP" altLang="en-US" sz="4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83787572-0E46-3C60-B40B-2DA3E1FA3098}"/>
              </a:ext>
            </a:extLst>
          </p:cNvPr>
          <p:cNvSpPr/>
          <p:nvPr/>
        </p:nvSpPr>
        <p:spPr>
          <a:xfrm>
            <a:off x="236269" y="677212"/>
            <a:ext cx="2403160" cy="59105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a:latin typeface="Meiryo UI" panose="020B0604030504040204" pitchFamily="50" charset="-128"/>
                <a:ea typeface="Meiryo UI" panose="020B0604030504040204" pitchFamily="50" charset="-128"/>
              </a:rPr>
              <a:t>Series/Grade</a:t>
            </a:r>
            <a:endParaRPr kumimoji="1" lang="ja-JP" altLang="en-US">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52ED01B4-F47F-B403-131C-A2D8005D0D00}"/>
              </a:ext>
            </a:extLst>
          </p:cNvPr>
          <p:cNvSpPr/>
          <p:nvPr/>
        </p:nvSpPr>
        <p:spPr>
          <a:xfrm>
            <a:off x="2730734" y="676498"/>
            <a:ext cx="2296686" cy="58066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a:latin typeface="Meiryo UI" panose="020B0604030504040204" pitchFamily="50" charset="-128"/>
                <a:ea typeface="Meiryo UI" panose="020B0604030504040204" pitchFamily="50" charset="-128"/>
              </a:rPr>
              <a:t>CPU</a:t>
            </a:r>
          </a:p>
        </p:txBody>
      </p:sp>
      <p:sp>
        <p:nvSpPr>
          <p:cNvPr id="20" name="正方形/長方形 19">
            <a:extLst>
              <a:ext uri="{FF2B5EF4-FFF2-40B4-BE49-F238E27FC236}">
                <a16:creationId xmlns:a16="http://schemas.microsoft.com/office/drawing/2014/main" id="{5DEEC410-2BE3-D8B1-1D62-422EF4EBAA6E}"/>
              </a:ext>
            </a:extLst>
          </p:cNvPr>
          <p:cNvSpPr/>
          <p:nvPr/>
        </p:nvSpPr>
        <p:spPr>
          <a:xfrm>
            <a:off x="8503265" y="1382901"/>
            <a:ext cx="431693" cy="798041"/>
          </a:xfrm>
          <a:prstGeom prst="rect">
            <a:avLst/>
          </a:prstGeom>
          <a:solidFill>
            <a:schemeClr val="bg1"/>
          </a:solidFill>
          <a:ln w="38100">
            <a:solidFill>
              <a:srgbClr val="FF000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4400">
                <a:solidFill>
                  <a:schemeClr val="tx1">
                    <a:lumMod val="75000"/>
                    <a:lumOff val="25000"/>
                  </a:schemeClr>
                </a:solidFill>
                <a:latin typeface="Meiryo UI" panose="020B0604030504040204" pitchFamily="50" charset="-128"/>
                <a:ea typeface="Meiryo UI" panose="020B0604030504040204" pitchFamily="50" charset="-128"/>
              </a:rPr>
              <a:t>-</a:t>
            </a:r>
            <a:endParaRPr kumimoji="1" lang="ja-JP" altLang="en-US" sz="4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0153AAEB-F853-DF63-CBFE-F5CCE62C11ED}"/>
              </a:ext>
            </a:extLst>
          </p:cNvPr>
          <p:cNvSpPr/>
          <p:nvPr/>
        </p:nvSpPr>
        <p:spPr>
          <a:xfrm>
            <a:off x="9061229" y="1363966"/>
            <a:ext cx="1222737" cy="798818"/>
          </a:xfrm>
          <a:prstGeom prst="rect">
            <a:avLst/>
          </a:prstGeom>
          <a:solidFill>
            <a:srgbClr val="FFC000"/>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4400">
                <a:solidFill>
                  <a:schemeClr val="tx1">
                    <a:lumMod val="75000"/>
                    <a:lumOff val="25000"/>
                  </a:schemeClr>
                </a:solidFill>
                <a:latin typeface="Meiryo UI" panose="020B0604030504040204" pitchFamily="50" charset="-128"/>
                <a:ea typeface="Meiryo UI" panose="020B0604030504040204" pitchFamily="50" charset="-128"/>
              </a:rPr>
              <a:t>G6</a:t>
            </a:r>
            <a:endParaRPr kumimoji="1" lang="ja-JP" altLang="en-US" sz="4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5" name="正方形/長方形 24">
            <a:extLst>
              <a:ext uri="{FF2B5EF4-FFF2-40B4-BE49-F238E27FC236}">
                <a16:creationId xmlns:a16="http://schemas.microsoft.com/office/drawing/2014/main" id="{C5476E5B-E4FF-3BC0-0DD8-40B2C3F8A9B7}"/>
              </a:ext>
            </a:extLst>
          </p:cNvPr>
          <p:cNvSpPr/>
          <p:nvPr/>
        </p:nvSpPr>
        <p:spPr>
          <a:xfrm>
            <a:off x="3919903" y="1376493"/>
            <a:ext cx="1108292" cy="798041"/>
          </a:xfrm>
          <a:prstGeom prst="rect">
            <a:avLst/>
          </a:prstGeom>
          <a:solidFill>
            <a:schemeClr val="tx1">
              <a:lumMod val="50000"/>
              <a:lumOff val="50000"/>
            </a:schemeClr>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4400">
                <a:solidFill>
                  <a:schemeClr val="bg1">
                    <a:lumMod val="95000"/>
                  </a:schemeClr>
                </a:solidFill>
                <a:latin typeface="Meiryo UI" panose="020B0604030504040204" pitchFamily="50" charset="-128"/>
                <a:ea typeface="Meiryo UI" panose="020B0604030504040204" pitchFamily="50" charset="-128"/>
              </a:rPr>
              <a:t>7</a:t>
            </a:r>
            <a:endParaRPr kumimoji="1" lang="ja-JP" altLang="en-US" sz="4400">
              <a:solidFill>
                <a:schemeClr val="bg1">
                  <a:lumMod val="95000"/>
                </a:schemeClr>
              </a:solidFill>
              <a:latin typeface="Meiryo UI" panose="020B0604030504040204" pitchFamily="50" charset="-128"/>
              <a:ea typeface="Meiryo UI" panose="020B0604030504040204" pitchFamily="50" charset="-128"/>
            </a:endParaRPr>
          </a:p>
        </p:txBody>
      </p:sp>
      <p:sp>
        <p:nvSpPr>
          <p:cNvPr id="27" name="正方形/長方形 26">
            <a:extLst>
              <a:ext uri="{FF2B5EF4-FFF2-40B4-BE49-F238E27FC236}">
                <a16:creationId xmlns:a16="http://schemas.microsoft.com/office/drawing/2014/main" id="{D0616036-7870-6979-B445-E58738553C7C}"/>
              </a:ext>
            </a:extLst>
          </p:cNvPr>
          <p:cNvSpPr/>
          <p:nvPr/>
        </p:nvSpPr>
        <p:spPr>
          <a:xfrm>
            <a:off x="6953797" y="692591"/>
            <a:ext cx="1354138" cy="59105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a:latin typeface="Meiryo UI" panose="020B0604030504040204" pitchFamily="50" charset="-128"/>
                <a:ea typeface="Meiryo UI" panose="020B0604030504040204" pitchFamily="50" charset="-128"/>
              </a:rPr>
              <a:t>VGA</a:t>
            </a:r>
            <a:endParaRPr kumimoji="1" lang="ja-JP" altLang="en-US">
              <a:latin typeface="Meiryo UI" panose="020B0604030504040204" pitchFamily="50" charset="-128"/>
              <a:ea typeface="Meiryo UI" panose="020B0604030504040204" pitchFamily="50" charset="-128"/>
            </a:endParaRPr>
          </a:p>
        </p:txBody>
      </p:sp>
      <p:sp>
        <p:nvSpPr>
          <p:cNvPr id="35" name="正方形/長方形 34">
            <a:extLst>
              <a:ext uri="{FF2B5EF4-FFF2-40B4-BE49-F238E27FC236}">
                <a16:creationId xmlns:a16="http://schemas.microsoft.com/office/drawing/2014/main" id="{487FC3A3-D221-8AA5-F62D-F6B8731B3AEE}"/>
              </a:ext>
            </a:extLst>
          </p:cNvPr>
          <p:cNvSpPr/>
          <p:nvPr/>
        </p:nvSpPr>
        <p:spPr>
          <a:xfrm>
            <a:off x="8504166" y="676498"/>
            <a:ext cx="1788876" cy="58585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a:latin typeface="Meiryo UI" panose="020B0604030504040204" pitchFamily="50" charset="-128"/>
                <a:ea typeface="Meiryo UI" panose="020B0604030504040204" pitchFamily="50" charset="-128"/>
              </a:rPr>
              <a:t>オプション</a:t>
            </a:r>
          </a:p>
        </p:txBody>
      </p:sp>
      <p:graphicFrame>
        <p:nvGraphicFramePr>
          <p:cNvPr id="36" name="表 35">
            <a:extLst>
              <a:ext uri="{FF2B5EF4-FFF2-40B4-BE49-F238E27FC236}">
                <a16:creationId xmlns:a16="http://schemas.microsoft.com/office/drawing/2014/main" id="{E99CAC55-30EA-0C30-6EC6-BE21E6AB7122}"/>
              </a:ext>
            </a:extLst>
          </p:cNvPr>
          <p:cNvGraphicFramePr>
            <a:graphicFrameLocks noGrp="1"/>
          </p:cNvGraphicFramePr>
          <p:nvPr>
            <p:extLst>
              <p:ext uri="{D42A27DB-BD31-4B8C-83A1-F6EECF244321}">
                <p14:modId xmlns:p14="http://schemas.microsoft.com/office/powerpoint/2010/main" val="2025269106"/>
              </p:ext>
            </p:extLst>
          </p:nvPr>
        </p:nvGraphicFramePr>
        <p:xfrm>
          <a:off x="236269" y="2295626"/>
          <a:ext cx="1160403" cy="370840"/>
        </p:xfrm>
        <a:graphic>
          <a:graphicData uri="http://schemas.openxmlformats.org/drawingml/2006/table">
            <a:tbl>
              <a:tblPr bandRow="1">
                <a:tableStyleId>{5C22544A-7EE6-4342-B048-85BDC9FD1C3A}</a:tableStyleId>
              </a:tblPr>
              <a:tblGrid>
                <a:gridCol w="352804">
                  <a:extLst>
                    <a:ext uri="{9D8B030D-6E8A-4147-A177-3AD203B41FA5}">
                      <a16:colId xmlns:a16="http://schemas.microsoft.com/office/drawing/2014/main" val="2399718998"/>
                    </a:ext>
                  </a:extLst>
                </a:gridCol>
                <a:gridCol w="807599">
                  <a:extLst>
                    <a:ext uri="{9D8B030D-6E8A-4147-A177-3AD203B41FA5}">
                      <a16:colId xmlns:a16="http://schemas.microsoft.com/office/drawing/2014/main" val="3362704146"/>
                    </a:ext>
                  </a:extLst>
                </a:gridCol>
              </a:tblGrid>
              <a:tr h="370840">
                <a:tc>
                  <a:txBody>
                    <a:bodyPr/>
                    <a:lstStyle/>
                    <a:p>
                      <a:pPr algn="ctr"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N</a:t>
                      </a:r>
                      <a:endPar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endParaRPr>
                    </a:p>
                  </a:txBody>
                  <a:tcPr marL="9525" marR="9525" marT="9525" marB="0" anchor="ctr"/>
                </a:tc>
                <a:tc>
                  <a:txBody>
                    <a:bodyPr/>
                    <a:lstStyle/>
                    <a:p>
                      <a:pPr algn="l"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N Series</a:t>
                      </a:r>
                      <a:endPar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endParaRPr>
                    </a:p>
                  </a:txBody>
                  <a:tcPr marL="9525" marR="9525" marT="9525" marB="0" anchor="ctr"/>
                </a:tc>
                <a:extLst>
                  <a:ext uri="{0D108BD9-81ED-4DB2-BD59-A6C34878D82A}">
                    <a16:rowId xmlns:a16="http://schemas.microsoft.com/office/drawing/2014/main" val="2559994642"/>
                  </a:ext>
                </a:extLst>
              </a:tr>
            </a:tbl>
          </a:graphicData>
        </a:graphic>
      </p:graphicFrame>
      <p:graphicFrame>
        <p:nvGraphicFramePr>
          <p:cNvPr id="37" name="表 36">
            <a:extLst>
              <a:ext uri="{FF2B5EF4-FFF2-40B4-BE49-F238E27FC236}">
                <a16:creationId xmlns:a16="http://schemas.microsoft.com/office/drawing/2014/main" id="{BD4AC5F1-7712-A8AC-2BA9-29E48A4DE652}"/>
              </a:ext>
            </a:extLst>
          </p:cNvPr>
          <p:cNvGraphicFramePr>
            <a:graphicFrameLocks noGrp="1"/>
          </p:cNvGraphicFramePr>
          <p:nvPr>
            <p:extLst>
              <p:ext uri="{D42A27DB-BD31-4B8C-83A1-F6EECF244321}">
                <p14:modId xmlns:p14="http://schemas.microsoft.com/office/powerpoint/2010/main" val="3833735373"/>
              </p:ext>
            </p:extLst>
          </p:nvPr>
        </p:nvGraphicFramePr>
        <p:xfrm>
          <a:off x="3914845" y="2265789"/>
          <a:ext cx="1092804" cy="1112520"/>
        </p:xfrm>
        <a:graphic>
          <a:graphicData uri="http://schemas.openxmlformats.org/drawingml/2006/table">
            <a:tbl>
              <a:tblPr bandRow="1">
                <a:tableStyleId>{5C22544A-7EE6-4342-B048-85BDC9FD1C3A}</a:tableStyleId>
              </a:tblPr>
              <a:tblGrid>
                <a:gridCol w="332251">
                  <a:extLst>
                    <a:ext uri="{9D8B030D-6E8A-4147-A177-3AD203B41FA5}">
                      <a16:colId xmlns:a16="http://schemas.microsoft.com/office/drawing/2014/main" val="2399718998"/>
                    </a:ext>
                  </a:extLst>
                </a:gridCol>
                <a:gridCol w="760553">
                  <a:extLst>
                    <a:ext uri="{9D8B030D-6E8A-4147-A177-3AD203B41FA5}">
                      <a16:colId xmlns:a16="http://schemas.microsoft.com/office/drawing/2014/main" val="3362704146"/>
                    </a:ext>
                  </a:extLst>
                </a:gridCol>
              </a:tblGrid>
              <a:tr h="370840">
                <a:tc>
                  <a:txBody>
                    <a:bodyPr/>
                    <a:lstStyle/>
                    <a:p>
                      <a:pPr algn="ctr"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9</a:t>
                      </a:r>
                    </a:p>
                  </a:txBody>
                  <a:tcPr marL="9525" marR="9525" marT="9525" marB="0" anchor="ctr"/>
                </a:tc>
                <a:tc>
                  <a:txBody>
                    <a:bodyPr/>
                    <a:lstStyle/>
                    <a:p>
                      <a:pPr algn="l" fontAlgn="ctr"/>
                      <a:r>
                        <a:rPr lang="en-US"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Core 9</a:t>
                      </a:r>
                      <a:endPar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endParaRPr>
                    </a:p>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Ryzen 9</a:t>
                      </a:r>
                    </a:p>
                  </a:txBody>
                  <a:tcPr marL="9525" marR="9525" marT="9525" marB="0" anchor="ctr"/>
                </a:tc>
                <a:extLst>
                  <a:ext uri="{0D108BD9-81ED-4DB2-BD59-A6C34878D82A}">
                    <a16:rowId xmlns:a16="http://schemas.microsoft.com/office/drawing/2014/main" val="2559994642"/>
                  </a:ext>
                </a:extLst>
              </a:tr>
              <a:tr h="370840">
                <a:tc>
                  <a:txBody>
                    <a:bodyPr/>
                    <a:lstStyle/>
                    <a:p>
                      <a:pPr algn="ctr"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7</a:t>
                      </a:r>
                    </a:p>
                  </a:txBody>
                  <a:tcPr marL="9525" marR="9525" marT="9525" marB="0" anchor="ctr"/>
                </a:tc>
                <a:tc>
                  <a:txBody>
                    <a:bodyPr/>
                    <a:lstStyle/>
                    <a:p>
                      <a:pPr algn="l"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Core 7</a:t>
                      </a:r>
                    </a:p>
                    <a:p>
                      <a:pPr algn="l" fontAlgn="ctr"/>
                      <a:r>
                        <a:rPr lang="en-US"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Ryzen 7</a:t>
                      </a:r>
                      <a:endPar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endParaRPr>
                    </a:p>
                  </a:txBody>
                  <a:tcPr marL="9525" marR="9525" marT="9525" marB="0" anchor="ctr"/>
                </a:tc>
                <a:extLst>
                  <a:ext uri="{0D108BD9-81ED-4DB2-BD59-A6C34878D82A}">
                    <a16:rowId xmlns:a16="http://schemas.microsoft.com/office/drawing/2014/main" val="4077472717"/>
                  </a:ext>
                </a:extLst>
              </a:tr>
              <a:tr h="370840">
                <a:tc>
                  <a:txBody>
                    <a:bodyPr/>
                    <a:lstStyle/>
                    <a:p>
                      <a:pPr algn="ctr"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5</a:t>
                      </a:r>
                    </a:p>
                  </a:txBody>
                  <a:tcPr marL="9525" marR="9525" marT="9525" marB="0" anchor="ctr"/>
                </a:tc>
                <a:tc>
                  <a:txBody>
                    <a:bodyPr/>
                    <a:lstStyle/>
                    <a:p>
                      <a:pPr algn="l" fontAlgn="ctr"/>
                      <a:r>
                        <a:rPr lang="en-US"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Core 5</a:t>
                      </a:r>
                    </a:p>
                    <a:p>
                      <a:pPr algn="l" fontAlgn="ctr"/>
                      <a:r>
                        <a:rPr lang="en-US"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Ryzen 5</a:t>
                      </a:r>
                      <a:endPar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endParaRPr>
                    </a:p>
                  </a:txBody>
                  <a:tcPr marL="9525" marR="9525" marT="9525" marB="0" anchor="ctr"/>
                </a:tc>
                <a:extLst>
                  <a:ext uri="{0D108BD9-81ED-4DB2-BD59-A6C34878D82A}">
                    <a16:rowId xmlns:a16="http://schemas.microsoft.com/office/drawing/2014/main" val="1200866637"/>
                  </a:ext>
                </a:extLst>
              </a:tr>
            </a:tbl>
          </a:graphicData>
        </a:graphic>
      </p:graphicFrame>
      <p:sp>
        <p:nvSpPr>
          <p:cNvPr id="38" name="正方形/長方形 37">
            <a:extLst>
              <a:ext uri="{FF2B5EF4-FFF2-40B4-BE49-F238E27FC236}">
                <a16:creationId xmlns:a16="http://schemas.microsoft.com/office/drawing/2014/main" id="{6864BE05-2DD3-096F-F88B-76BAC3F53A26}"/>
              </a:ext>
            </a:extLst>
          </p:cNvPr>
          <p:cNvSpPr/>
          <p:nvPr/>
        </p:nvSpPr>
        <p:spPr>
          <a:xfrm>
            <a:off x="5118725" y="676498"/>
            <a:ext cx="1117782" cy="58066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a:latin typeface="Meiryo UI" panose="020B0604030504040204" pitchFamily="50" charset="-128"/>
                <a:ea typeface="Meiryo UI" panose="020B0604030504040204" pitchFamily="50" charset="-128"/>
              </a:rPr>
              <a:t>MB</a:t>
            </a:r>
            <a:endParaRPr kumimoji="1" lang="ja-JP" altLang="en-US">
              <a:latin typeface="Meiryo UI" panose="020B0604030504040204" pitchFamily="50" charset="-128"/>
              <a:ea typeface="Meiryo UI" panose="020B0604030504040204" pitchFamily="50" charset="-128"/>
            </a:endParaRPr>
          </a:p>
        </p:txBody>
      </p:sp>
      <p:sp>
        <p:nvSpPr>
          <p:cNvPr id="39" name="正方形/長方形 38">
            <a:extLst>
              <a:ext uri="{FF2B5EF4-FFF2-40B4-BE49-F238E27FC236}">
                <a16:creationId xmlns:a16="http://schemas.microsoft.com/office/drawing/2014/main" id="{1DC6A0CF-21AD-4CE5-E4F2-8C7A69EB7739}"/>
              </a:ext>
            </a:extLst>
          </p:cNvPr>
          <p:cNvSpPr/>
          <p:nvPr/>
        </p:nvSpPr>
        <p:spPr>
          <a:xfrm>
            <a:off x="5124473" y="1368377"/>
            <a:ext cx="1108292" cy="789218"/>
          </a:xfrm>
          <a:prstGeom prst="rect">
            <a:avLst/>
          </a:prstGeom>
          <a:solidFill>
            <a:schemeClr val="tx1">
              <a:lumMod val="50000"/>
              <a:lumOff val="50000"/>
            </a:schemeClr>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4400">
                <a:solidFill>
                  <a:schemeClr val="bg1">
                    <a:lumMod val="95000"/>
                  </a:schemeClr>
                </a:solidFill>
                <a:latin typeface="Meiryo UI" panose="020B0604030504040204" pitchFamily="50" charset="-128"/>
                <a:ea typeface="Meiryo UI" panose="020B0604030504040204" pitchFamily="50" charset="-128"/>
              </a:rPr>
              <a:t>L</a:t>
            </a:r>
          </a:p>
        </p:txBody>
      </p:sp>
      <p:graphicFrame>
        <p:nvGraphicFramePr>
          <p:cNvPr id="42" name="表 41">
            <a:extLst>
              <a:ext uri="{FF2B5EF4-FFF2-40B4-BE49-F238E27FC236}">
                <a16:creationId xmlns:a16="http://schemas.microsoft.com/office/drawing/2014/main" id="{C176B599-EE0F-202B-39A0-11B0FAE8387C}"/>
              </a:ext>
            </a:extLst>
          </p:cNvPr>
          <p:cNvGraphicFramePr>
            <a:graphicFrameLocks noGrp="1"/>
          </p:cNvGraphicFramePr>
          <p:nvPr>
            <p:extLst>
              <p:ext uri="{D42A27DB-BD31-4B8C-83A1-F6EECF244321}">
                <p14:modId xmlns:p14="http://schemas.microsoft.com/office/powerpoint/2010/main" val="1638707524"/>
              </p:ext>
            </p:extLst>
          </p:nvPr>
        </p:nvGraphicFramePr>
        <p:xfrm>
          <a:off x="6950735" y="2305978"/>
          <a:ext cx="1354138" cy="1125689"/>
        </p:xfrm>
        <a:graphic>
          <a:graphicData uri="http://schemas.openxmlformats.org/drawingml/2006/table">
            <a:tbl>
              <a:tblPr bandRow="1">
                <a:tableStyleId>{5C22544A-7EE6-4342-B048-85BDC9FD1C3A}</a:tableStyleId>
              </a:tblPr>
              <a:tblGrid>
                <a:gridCol w="1354138">
                  <a:extLst>
                    <a:ext uri="{9D8B030D-6E8A-4147-A177-3AD203B41FA5}">
                      <a16:colId xmlns:a16="http://schemas.microsoft.com/office/drawing/2014/main" val="2399718998"/>
                    </a:ext>
                  </a:extLst>
                </a:gridCol>
              </a:tblGrid>
              <a:tr h="1125689">
                <a:tc>
                  <a:txBody>
                    <a:bodyPr/>
                    <a:lstStyle/>
                    <a:p>
                      <a:pPr algn="ctr"/>
                      <a:r>
                        <a:rPr kumimoji="1" lang="ja-JP" altLang="en-US" sz="1100">
                          <a:ea typeface="源ノ角ゴシック JP Heavy" panose="020B0A00000000000000" pitchFamily="34" charset="-128"/>
                        </a:rPr>
                        <a:t>デスク同様に処理</a:t>
                      </a:r>
                      <a:endParaRPr kumimoji="1" lang="en-US" altLang="ja-JP" sz="1100">
                        <a:ea typeface="源ノ角ゴシック JP Heavy" panose="020B0A00000000000000" pitchFamily="34" charset="-128"/>
                      </a:endParaRPr>
                    </a:p>
                    <a:p>
                      <a:pPr algn="ctr"/>
                      <a:r>
                        <a:rPr kumimoji="1" lang="ja-JP" altLang="en-US" sz="1100">
                          <a:ea typeface="源ノ角ゴシック JP Heavy" panose="020B0A00000000000000" pitchFamily="34" charset="-128"/>
                        </a:rPr>
                        <a:t>統合型</a:t>
                      </a:r>
                      <a:r>
                        <a:rPr kumimoji="1" lang="en-US" altLang="ja-JP" sz="1100">
                          <a:ea typeface="源ノ角ゴシック JP Heavy" panose="020B0A00000000000000" pitchFamily="34" charset="-128"/>
                        </a:rPr>
                        <a:t>GPU</a:t>
                      </a:r>
                      <a:r>
                        <a:rPr kumimoji="1" lang="ja-JP" altLang="en-US" sz="1100">
                          <a:ea typeface="源ノ角ゴシック JP Heavy" panose="020B0A00000000000000" pitchFamily="34" charset="-128"/>
                        </a:rPr>
                        <a:t>は</a:t>
                      </a:r>
                      <a:r>
                        <a:rPr kumimoji="1" lang="en-US" altLang="ja-JP" sz="1100">
                          <a:ea typeface="源ノ角ゴシック JP Heavy" panose="020B0A00000000000000" pitchFamily="34" charset="-128"/>
                        </a:rPr>
                        <a:t>IG</a:t>
                      </a:r>
                      <a:r>
                        <a:rPr kumimoji="1" lang="ja-JP" altLang="en-US" sz="1100">
                          <a:ea typeface="源ノ角ゴシック JP Heavy" panose="020B0A00000000000000" pitchFamily="34" charset="-128"/>
                        </a:rPr>
                        <a:t>とする</a:t>
                      </a:r>
                      <a:endParaRPr kumimoji="1" lang="en-US" altLang="ja-JP" sz="1100">
                        <a:ea typeface="源ノ角ゴシック JP Heavy" panose="020B0A00000000000000" pitchFamily="34" charset="-128"/>
                      </a:endParaRPr>
                    </a:p>
                  </a:txBody>
                  <a:tcPr anchor="ctr"/>
                </a:tc>
                <a:extLst>
                  <a:ext uri="{0D108BD9-81ED-4DB2-BD59-A6C34878D82A}">
                    <a16:rowId xmlns:a16="http://schemas.microsoft.com/office/drawing/2014/main" val="2559994642"/>
                  </a:ext>
                </a:extLst>
              </a:tr>
            </a:tbl>
          </a:graphicData>
        </a:graphic>
      </p:graphicFrame>
      <p:graphicFrame>
        <p:nvGraphicFramePr>
          <p:cNvPr id="45" name="表 44">
            <a:extLst>
              <a:ext uri="{FF2B5EF4-FFF2-40B4-BE49-F238E27FC236}">
                <a16:creationId xmlns:a16="http://schemas.microsoft.com/office/drawing/2014/main" id="{2E5E00CD-B1B1-813B-E38A-D20AB0A43FEB}"/>
              </a:ext>
            </a:extLst>
          </p:cNvPr>
          <p:cNvGraphicFramePr>
            <a:graphicFrameLocks noGrp="1"/>
          </p:cNvGraphicFramePr>
          <p:nvPr>
            <p:extLst>
              <p:ext uri="{D42A27DB-BD31-4B8C-83A1-F6EECF244321}">
                <p14:modId xmlns:p14="http://schemas.microsoft.com/office/powerpoint/2010/main" val="232744940"/>
              </p:ext>
            </p:extLst>
          </p:nvPr>
        </p:nvGraphicFramePr>
        <p:xfrm>
          <a:off x="8516304" y="3268994"/>
          <a:ext cx="1776738" cy="1899245"/>
        </p:xfrm>
        <a:graphic>
          <a:graphicData uri="http://schemas.openxmlformats.org/drawingml/2006/table">
            <a:tbl>
              <a:tblPr bandRow="1">
                <a:tableStyleId>{5C22544A-7EE6-4342-B048-85BDC9FD1C3A}</a:tableStyleId>
              </a:tblPr>
              <a:tblGrid>
                <a:gridCol w="540192">
                  <a:extLst>
                    <a:ext uri="{9D8B030D-6E8A-4147-A177-3AD203B41FA5}">
                      <a16:colId xmlns:a16="http://schemas.microsoft.com/office/drawing/2014/main" val="2399718998"/>
                    </a:ext>
                  </a:extLst>
                </a:gridCol>
                <a:gridCol w="1236546">
                  <a:extLst>
                    <a:ext uri="{9D8B030D-6E8A-4147-A177-3AD203B41FA5}">
                      <a16:colId xmlns:a16="http://schemas.microsoft.com/office/drawing/2014/main" val="3362704146"/>
                    </a:ext>
                  </a:extLst>
                </a:gridCol>
              </a:tblGrid>
              <a:tr h="310888">
                <a:tc gridSpan="2">
                  <a:txBody>
                    <a:bodyPr/>
                    <a:lstStyle/>
                    <a:p>
                      <a:pPr algn="ctr" fontAlgn="ctr"/>
                      <a:r>
                        <a:rPr lang="ja-JP" altLang="en-US"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サイズ区分</a:t>
                      </a:r>
                      <a:endPar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endParaRPr>
                    </a:p>
                  </a:txBody>
                  <a:tcPr marL="9525" marR="9525" marT="9525" marB="0" anchor="ctr"/>
                </a:tc>
                <a:tc hMerge="1">
                  <a:txBody>
                    <a:bodyPr/>
                    <a:lstStyle/>
                    <a:p>
                      <a:pPr algn="l" fontAlgn="ctr"/>
                      <a:endPar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endParaRPr>
                    </a:p>
                  </a:txBody>
                  <a:tcPr marL="9525" marR="9525" marT="9525" marB="0" anchor="ctr"/>
                </a:tc>
                <a:extLst>
                  <a:ext uri="{0D108BD9-81ED-4DB2-BD59-A6C34878D82A}">
                    <a16:rowId xmlns:a16="http://schemas.microsoft.com/office/drawing/2014/main" val="2559994642"/>
                  </a:ext>
                </a:extLst>
              </a:tr>
              <a:tr h="310888">
                <a:tc>
                  <a:txBody>
                    <a:bodyPr/>
                    <a:lstStyle/>
                    <a:p>
                      <a:pPr algn="ctr"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4</a:t>
                      </a:r>
                    </a:p>
                  </a:txBody>
                  <a:tcPr marL="9525" marR="9525" marT="9525" marB="0" anchor="ctr"/>
                </a:tc>
                <a:tc>
                  <a:txBody>
                    <a:bodyPr/>
                    <a:lstStyle/>
                    <a:p>
                      <a:pPr algn="l"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14inch</a:t>
                      </a:r>
                      <a:endPar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endParaRPr>
                    </a:p>
                  </a:txBody>
                  <a:tcPr marL="9525" marR="9525" marT="9525" marB="0" anchor="ctr"/>
                </a:tc>
                <a:extLst>
                  <a:ext uri="{0D108BD9-81ED-4DB2-BD59-A6C34878D82A}">
                    <a16:rowId xmlns:a16="http://schemas.microsoft.com/office/drawing/2014/main" val="1945651563"/>
                  </a:ext>
                </a:extLst>
              </a:tr>
              <a:tr h="310888">
                <a:tc>
                  <a:txBody>
                    <a:bodyPr/>
                    <a:lstStyle/>
                    <a:p>
                      <a:pPr algn="ctr"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5</a:t>
                      </a:r>
                    </a:p>
                  </a:txBody>
                  <a:tcPr marL="9525" marR="9525" marT="9525" marB="0" anchor="ctr"/>
                </a:tc>
                <a:tc>
                  <a:txBody>
                    <a:bodyPr/>
                    <a:lstStyle/>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15.3inch</a:t>
                      </a:r>
                    </a:p>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15.6inch</a:t>
                      </a:r>
                    </a:p>
                  </a:txBody>
                  <a:tcPr marL="9525" marR="9525" marT="9525" marB="0" anchor="ctr"/>
                </a:tc>
                <a:extLst>
                  <a:ext uri="{0D108BD9-81ED-4DB2-BD59-A6C34878D82A}">
                    <a16:rowId xmlns:a16="http://schemas.microsoft.com/office/drawing/2014/main" val="4077472717"/>
                  </a:ext>
                </a:extLst>
              </a:tr>
              <a:tr h="310888">
                <a:tc>
                  <a:txBody>
                    <a:bodyPr/>
                    <a:lstStyle/>
                    <a:p>
                      <a:pPr algn="ctr"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6</a:t>
                      </a:r>
                    </a:p>
                  </a:txBody>
                  <a:tcPr marL="9525" marR="9525" marT="9525" marB="0" anchor="ctr"/>
                </a:tc>
                <a:tc>
                  <a:txBody>
                    <a:bodyPr/>
                    <a:lstStyle/>
                    <a:p>
                      <a:pPr algn="l"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16.0inch</a:t>
                      </a:r>
                    </a:p>
                  </a:txBody>
                  <a:tcPr marL="9525" marR="9525" marT="9525" marB="0" anchor="ctr"/>
                </a:tc>
                <a:extLst>
                  <a:ext uri="{0D108BD9-81ED-4DB2-BD59-A6C34878D82A}">
                    <a16:rowId xmlns:a16="http://schemas.microsoft.com/office/drawing/2014/main" val="1200866637"/>
                  </a:ext>
                </a:extLst>
              </a:tr>
              <a:tr h="310888">
                <a:tc>
                  <a:txBody>
                    <a:bodyPr/>
                    <a:lstStyle/>
                    <a:p>
                      <a:pPr algn="ctr"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7</a:t>
                      </a:r>
                    </a:p>
                  </a:txBody>
                  <a:tcPr marL="9525" marR="9525" marT="9525" marB="0" anchor="ctr"/>
                </a:tc>
                <a:tc>
                  <a:txBody>
                    <a:bodyPr/>
                    <a:lstStyle/>
                    <a:p>
                      <a:pPr algn="l"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17.3inch</a:t>
                      </a:r>
                    </a:p>
                  </a:txBody>
                  <a:tcPr marL="9525" marR="9525" marT="9525" marB="0" anchor="ctr"/>
                </a:tc>
                <a:extLst>
                  <a:ext uri="{0D108BD9-81ED-4DB2-BD59-A6C34878D82A}">
                    <a16:rowId xmlns:a16="http://schemas.microsoft.com/office/drawing/2014/main" val="2810210352"/>
                  </a:ext>
                </a:extLst>
              </a:tr>
              <a:tr h="310888">
                <a:tc>
                  <a:txBody>
                    <a:bodyPr/>
                    <a:lstStyle/>
                    <a:p>
                      <a:pPr algn="ctr"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8</a:t>
                      </a:r>
                    </a:p>
                  </a:txBody>
                  <a:tcPr marL="9525" marR="9525" marT="9525" marB="0" anchor="ctr"/>
                </a:tc>
                <a:tc>
                  <a:txBody>
                    <a:bodyPr/>
                    <a:lstStyle/>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18.0inch</a:t>
                      </a:r>
                    </a:p>
                  </a:txBody>
                  <a:tcPr marL="9525" marR="9525" marT="9525" marB="0" anchor="ctr"/>
                </a:tc>
                <a:extLst>
                  <a:ext uri="{0D108BD9-81ED-4DB2-BD59-A6C34878D82A}">
                    <a16:rowId xmlns:a16="http://schemas.microsoft.com/office/drawing/2014/main" val="1566631875"/>
                  </a:ext>
                </a:extLst>
              </a:tr>
            </a:tbl>
          </a:graphicData>
        </a:graphic>
      </p:graphicFrame>
      <p:graphicFrame>
        <p:nvGraphicFramePr>
          <p:cNvPr id="51" name="表 50">
            <a:extLst>
              <a:ext uri="{FF2B5EF4-FFF2-40B4-BE49-F238E27FC236}">
                <a16:creationId xmlns:a16="http://schemas.microsoft.com/office/drawing/2014/main" id="{211F3079-32D4-BD38-38E3-C1CB9541FC55}"/>
              </a:ext>
            </a:extLst>
          </p:cNvPr>
          <p:cNvGraphicFramePr>
            <a:graphicFrameLocks noGrp="1"/>
          </p:cNvGraphicFramePr>
          <p:nvPr>
            <p:extLst>
              <p:ext uri="{D42A27DB-BD31-4B8C-83A1-F6EECF244321}">
                <p14:modId xmlns:p14="http://schemas.microsoft.com/office/powerpoint/2010/main" val="3795606824"/>
              </p:ext>
            </p:extLst>
          </p:nvPr>
        </p:nvGraphicFramePr>
        <p:xfrm>
          <a:off x="569216" y="3925316"/>
          <a:ext cx="3403585" cy="2619375"/>
        </p:xfrm>
        <a:graphic>
          <a:graphicData uri="http://schemas.openxmlformats.org/drawingml/2006/table">
            <a:tbl>
              <a:tblPr/>
              <a:tblGrid>
                <a:gridCol w="899519">
                  <a:extLst>
                    <a:ext uri="{9D8B030D-6E8A-4147-A177-3AD203B41FA5}">
                      <a16:colId xmlns:a16="http://schemas.microsoft.com/office/drawing/2014/main" val="980777390"/>
                    </a:ext>
                  </a:extLst>
                </a:gridCol>
                <a:gridCol w="1239877">
                  <a:extLst>
                    <a:ext uri="{9D8B030D-6E8A-4147-A177-3AD203B41FA5}">
                      <a16:colId xmlns:a16="http://schemas.microsoft.com/office/drawing/2014/main" val="3023100576"/>
                    </a:ext>
                  </a:extLst>
                </a:gridCol>
                <a:gridCol w="1264189">
                  <a:extLst>
                    <a:ext uri="{9D8B030D-6E8A-4147-A177-3AD203B41FA5}">
                      <a16:colId xmlns:a16="http://schemas.microsoft.com/office/drawing/2014/main" val="2531770128"/>
                    </a:ext>
                  </a:extLst>
                </a:gridCol>
              </a:tblGrid>
              <a:tr h="238125">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GAME</a:t>
                      </a: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Before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After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87181345"/>
                  </a:ext>
                </a:extLst>
              </a:tr>
              <a:tr h="238125">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Master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UL9C-R59-8A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NMC9L-R59-G8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53841049"/>
                  </a:ext>
                </a:extLst>
              </a:tr>
              <a:tr h="238125">
                <a:tc rowSpan="5">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Diamond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ZL9R-R57T-6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NDR9L-R57T-G6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3048562"/>
                  </a:ext>
                </a:extLst>
              </a:tr>
              <a:tr h="238125">
                <a:tc vMerge="1">
                  <a:txBody>
                    <a:bodyPr/>
                    <a:lstStyle/>
                    <a:p>
                      <a:endParaRPr kumimoji="1" lang="ja-JP" altLang="en-US"/>
                    </a:p>
                  </a:txBody>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ZL9C-R57T-6A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NDC9L-R57T-G6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44479669"/>
                  </a:ext>
                </a:extLst>
              </a:tr>
              <a:tr h="238125">
                <a:tc vMerge="1">
                  <a:txBody>
                    <a:bodyPr/>
                    <a:lstStyle/>
                    <a:p>
                      <a:endParaRPr kumimoji="1" lang="ja-JP" altLang="en-US"/>
                    </a:p>
                  </a:txBody>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ZL7C-R57-6A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NDC7L-R57-G6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1470047"/>
                  </a:ext>
                </a:extLst>
              </a:tr>
              <a:tr h="238125">
                <a:tc vMerge="1">
                  <a:txBody>
                    <a:bodyPr/>
                    <a:lstStyle/>
                    <a:p>
                      <a:endParaRPr kumimoji="1" lang="ja-JP" altLang="en-US"/>
                    </a:p>
                  </a:txBody>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XL7R-R56-6A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NDR7L-R56-G6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44746756"/>
                  </a:ext>
                </a:extLst>
              </a:tr>
              <a:tr h="238125">
                <a:tc vMerge="1">
                  <a:txBody>
                    <a:bodyPr/>
                    <a:lstStyle/>
                    <a:p>
                      <a:endParaRPr kumimoji="1" lang="ja-JP" altLang="en-US"/>
                    </a:p>
                  </a:txBody>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XL7C-R56-6A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NDC7L-R56-G6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85109721"/>
                  </a:ext>
                </a:extLst>
              </a:tr>
              <a:tr h="238125">
                <a:tc rowSpan="4">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Platinum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RL7C-R56-5N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NPC7L-R56-G5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14634512"/>
                  </a:ext>
                </a:extLst>
              </a:tr>
              <a:tr h="238125">
                <a:tc vMerge="1">
                  <a:txBody>
                    <a:bodyPr/>
                    <a:lstStyle/>
                    <a:p>
                      <a:endParaRPr kumimoji="1" lang="ja-JP" altLang="en-US"/>
                    </a:p>
                  </a:txBody>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RL7C-R55-5N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NPC7L-R55-G5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49354687"/>
                  </a:ext>
                </a:extLst>
              </a:tr>
              <a:tr h="238125">
                <a:tc vMerge="1">
                  <a:txBody>
                    <a:bodyPr/>
                    <a:lstStyle/>
                    <a:p>
                      <a:endParaRPr kumimoji="1" lang="ja-JP" altLang="en-US"/>
                    </a:p>
                  </a:txBody>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RL7C-R45-5N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NPC7L-R45-G5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55808829"/>
                  </a:ext>
                </a:extLst>
              </a:tr>
              <a:tr h="238125">
                <a:tc vMerge="1">
                  <a:txBody>
                    <a:bodyPr/>
                    <a:lstStyle/>
                    <a:p>
                      <a:endParaRPr kumimoji="1" lang="ja-JP" altLang="en-US"/>
                    </a:p>
                  </a:txBody>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RL7C-R35-5N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NPC7L-R35-G5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61016718"/>
                  </a:ext>
                </a:extLst>
              </a:tr>
            </a:tbl>
          </a:graphicData>
        </a:graphic>
      </p:graphicFrame>
      <p:graphicFrame>
        <p:nvGraphicFramePr>
          <p:cNvPr id="52" name="表 51">
            <a:extLst>
              <a:ext uri="{FF2B5EF4-FFF2-40B4-BE49-F238E27FC236}">
                <a16:creationId xmlns:a16="http://schemas.microsoft.com/office/drawing/2014/main" id="{7A9D9CF3-646A-412A-CE3F-EF33B51CD079}"/>
              </a:ext>
            </a:extLst>
          </p:cNvPr>
          <p:cNvGraphicFramePr>
            <a:graphicFrameLocks noGrp="1"/>
          </p:cNvGraphicFramePr>
          <p:nvPr>
            <p:extLst>
              <p:ext uri="{D42A27DB-BD31-4B8C-83A1-F6EECF244321}">
                <p14:modId xmlns:p14="http://schemas.microsoft.com/office/powerpoint/2010/main" val="1513794109"/>
              </p:ext>
            </p:extLst>
          </p:nvPr>
        </p:nvGraphicFramePr>
        <p:xfrm>
          <a:off x="4080548" y="3925316"/>
          <a:ext cx="3403585" cy="2143125"/>
        </p:xfrm>
        <a:graphic>
          <a:graphicData uri="http://schemas.openxmlformats.org/drawingml/2006/table">
            <a:tbl>
              <a:tblPr/>
              <a:tblGrid>
                <a:gridCol w="1021376">
                  <a:extLst>
                    <a:ext uri="{9D8B030D-6E8A-4147-A177-3AD203B41FA5}">
                      <a16:colId xmlns:a16="http://schemas.microsoft.com/office/drawing/2014/main" val="220437021"/>
                    </a:ext>
                  </a:extLst>
                </a:gridCol>
                <a:gridCol w="1201619">
                  <a:extLst>
                    <a:ext uri="{9D8B030D-6E8A-4147-A177-3AD203B41FA5}">
                      <a16:colId xmlns:a16="http://schemas.microsoft.com/office/drawing/2014/main" val="1438685819"/>
                    </a:ext>
                  </a:extLst>
                </a:gridCol>
                <a:gridCol w="1180590">
                  <a:extLst>
                    <a:ext uri="{9D8B030D-6E8A-4147-A177-3AD203B41FA5}">
                      <a16:colId xmlns:a16="http://schemas.microsoft.com/office/drawing/2014/main" val="568237695"/>
                    </a:ext>
                  </a:extLst>
                </a:gridCol>
              </a:tblGrid>
              <a:tr h="238125">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CREATIVE</a:t>
                      </a:r>
                      <a:endParaRPr lang="ja-JP" altLang="en-US"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Before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After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24913953"/>
                  </a:ext>
                </a:extLst>
              </a:tr>
              <a:tr h="238125">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Ultimate</a:t>
                      </a:r>
                      <a:endParaRPr lang="it-IT"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chemeClr val="tx1"/>
                          </a:solidFill>
                          <a:effectLst/>
                          <a:latin typeface="游ゴシック" panose="020B0400000000000000" pitchFamily="50" charset="-128"/>
                          <a:ea typeface="游ゴシック" panose="020B0400000000000000" pitchFamily="50" charset="-128"/>
                        </a:rPr>
                        <a:t>UL9C-R59-8A</a:t>
                      </a:r>
                      <a:endParaRPr lang="it-IT" sz="1100" b="0" i="0" u="none" strike="noStrike">
                        <a:solidFill>
                          <a:schemeClr val="tx1"/>
                        </a:solidFill>
                        <a:effectLst/>
                        <a:latin typeface="游ゴシック" panose="020B0400000000000000" pitchFamily="50" charset="-128"/>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NUC9L-R59-C8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54229898"/>
                  </a:ext>
                </a:extLst>
              </a:tr>
              <a:tr h="238125">
                <a:tc rowSpan="3">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Deluxe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ZL9C-R57-C7</a:t>
                      </a:r>
                      <a:endParaRPr lang="it-IT" sz="1100" b="0" i="0" u="none" strike="noStrike">
                        <a:solidFill>
                          <a:srgbClr val="FF0000"/>
                        </a:solidFill>
                        <a:effectLst/>
                        <a:latin typeface="游ゴシック" panose="020B0400000000000000" pitchFamily="50" charset="-128"/>
                        <a:ea typeface="游ゴシック" panose="020B0400000000000000"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NDC9L-R57-C7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40733930"/>
                  </a:ext>
                </a:extLst>
              </a:tr>
              <a:tr h="238125">
                <a:tc vMerge="1">
                  <a:txBody>
                    <a:bodyPr/>
                    <a:lstStyle/>
                    <a:p>
                      <a:endParaRPr kumimoji="1" lang="ja-JP" altLang="en-US"/>
                    </a:p>
                  </a:txBody>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XL7C-R56-C6A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NDC7L-R56-C6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15904861"/>
                  </a:ext>
                </a:extLst>
              </a:tr>
              <a:tr h="238125">
                <a:tc vMerge="1">
                  <a:txBody>
                    <a:bodyPr/>
                    <a:lstStyle/>
                    <a:p>
                      <a:endParaRPr kumimoji="1" lang="ja-JP" altLang="en-US"/>
                    </a:p>
                  </a:txBody>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DL9R-IG-C4A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NDR9L-IG-C4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45195452"/>
                  </a:ext>
                </a:extLst>
              </a:tr>
              <a:tr h="238125">
                <a:tc rowSpan="4">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Selected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RL7C-R56-C5N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NSC7L-R56-C5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67302809"/>
                  </a:ext>
                </a:extLst>
              </a:tr>
              <a:tr h="238125">
                <a:tc vMerge="1">
                  <a:txBody>
                    <a:bodyPr/>
                    <a:lstStyle/>
                    <a:p>
                      <a:endParaRPr kumimoji="1" lang="ja-JP" altLang="en-US"/>
                    </a:p>
                  </a:txBody>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RL7C-R55-C5N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NSC7L-R55-C5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56069329"/>
                  </a:ext>
                </a:extLst>
              </a:tr>
              <a:tr h="238125">
                <a:tc vMerge="1">
                  <a:txBody>
                    <a:bodyPr/>
                    <a:lstStyle/>
                    <a:p>
                      <a:endParaRPr kumimoji="1" lang="ja-JP" altLang="en-US"/>
                    </a:p>
                  </a:txBody>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RL7C-R45-C5N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NSC7L-R45-C5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619913"/>
                  </a:ext>
                </a:extLst>
              </a:tr>
              <a:tr h="238125">
                <a:tc vMerge="1">
                  <a:txBody>
                    <a:bodyPr/>
                    <a:lstStyle/>
                    <a:p>
                      <a:endParaRPr kumimoji="1" lang="ja-JP" altLang="en-US"/>
                    </a:p>
                  </a:txBody>
                  <a:tcPr/>
                </a:tc>
                <a:tc>
                  <a:txBody>
                    <a:bodyPr/>
                    <a:lstStyle/>
                    <a:p>
                      <a:pPr algn="ctr"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RL7C-R35-C5N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it-IT" sz="1100" b="0" i="0" u="none" strike="noStrike">
                          <a:solidFill>
                            <a:srgbClr val="000000"/>
                          </a:solidFill>
                          <a:effectLst/>
                          <a:latin typeface="游ゴシック" panose="020B0400000000000000" pitchFamily="50" charset="-128"/>
                          <a:ea typeface="游ゴシック" panose="020B0400000000000000" pitchFamily="50" charset="-128"/>
                        </a:rPr>
                        <a:t>NSC7L-R35-C5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30933490"/>
                  </a:ext>
                </a:extLst>
              </a:tr>
            </a:tbl>
          </a:graphicData>
        </a:graphic>
      </p:graphicFrame>
      <p:sp>
        <p:nvSpPr>
          <p:cNvPr id="3" name="正方形/長方形 2">
            <a:extLst>
              <a:ext uri="{FF2B5EF4-FFF2-40B4-BE49-F238E27FC236}">
                <a16:creationId xmlns:a16="http://schemas.microsoft.com/office/drawing/2014/main" id="{51548B9D-3B04-9F45-6EED-C693AC964D63}"/>
              </a:ext>
            </a:extLst>
          </p:cNvPr>
          <p:cNvSpPr/>
          <p:nvPr/>
        </p:nvSpPr>
        <p:spPr>
          <a:xfrm>
            <a:off x="1494514" y="1363966"/>
            <a:ext cx="1144915" cy="798818"/>
          </a:xfrm>
          <a:prstGeom prst="rect">
            <a:avLst/>
          </a:prstGeom>
          <a:solidFill>
            <a:srgbClr val="002060"/>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4400">
                <a:solidFill>
                  <a:schemeClr val="bg1">
                    <a:lumMod val="95000"/>
                  </a:schemeClr>
                </a:solidFill>
                <a:latin typeface="Meiryo UI" panose="020B0604030504040204" pitchFamily="50" charset="-128"/>
                <a:ea typeface="Meiryo UI" panose="020B0604030504040204" pitchFamily="50" charset="-128"/>
              </a:rPr>
              <a:t>D</a:t>
            </a:r>
            <a:endParaRPr kumimoji="1" lang="ja-JP" altLang="en-US" sz="4400">
              <a:solidFill>
                <a:schemeClr val="bg1">
                  <a:lumMod val="95000"/>
                </a:schemeClr>
              </a:solidFill>
              <a:latin typeface="Meiryo UI" panose="020B0604030504040204" pitchFamily="50" charset="-128"/>
              <a:ea typeface="Meiryo UI" panose="020B0604030504040204" pitchFamily="50" charset="-128"/>
            </a:endParaRPr>
          </a:p>
        </p:txBody>
      </p:sp>
      <p:graphicFrame>
        <p:nvGraphicFramePr>
          <p:cNvPr id="5" name="表 4">
            <a:extLst>
              <a:ext uri="{FF2B5EF4-FFF2-40B4-BE49-F238E27FC236}">
                <a16:creationId xmlns:a16="http://schemas.microsoft.com/office/drawing/2014/main" id="{5EE6E20F-C307-E732-4877-084597535EBB}"/>
              </a:ext>
            </a:extLst>
          </p:cNvPr>
          <p:cNvGraphicFramePr>
            <a:graphicFrameLocks noGrp="1"/>
          </p:cNvGraphicFramePr>
          <p:nvPr>
            <p:extLst>
              <p:ext uri="{D42A27DB-BD31-4B8C-83A1-F6EECF244321}">
                <p14:modId xmlns:p14="http://schemas.microsoft.com/office/powerpoint/2010/main" val="2367619547"/>
              </p:ext>
            </p:extLst>
          </p:nvPr>
        </p:nvGraphicFramePr>
        <p:xfrm>
          <a:off x="1494514" y="2283099"/>
          <a:ext cx="1160403" cy="1112520"/>
        </p:xfrm>
        <a:graphic>
          <a:graphicData uri="http://schemas.openxmlformats.org/drawingml/2006/table">
            <a:tbl>
              <a:tblPr bandRow="1">
                <a:tableStyleId>{5C22544A-7EE6-4342-B048-85BDC9FD1C3A}</a:tableStyleId>
              </a:tblPr>
              <a:tblGrid>
                <a:gridCol w="352804">
                  <a:extLst>
                    <a:ext uri="{9D8B030D-6E8A-4147-A177-3AD203B41FA5}">
                      <a16:colId xmlns:a16="http://schemas.microsoft.com/office/drawing/2014/main" val="2399718998"/>
                    </a:ext>
                  </a:extLst>
                </a:gridCol>
                <a:gridCol w="807599">
                  <a:extLst>
                    <a:ext uri="{9D8B030D-6E8A-4147-A177-3AD203B41FA5}">
                      <a16:colId xmlns:a16="http://schemas.microsoft.com/office/drawing/2014/main" val="3362704146"/>
                    </a:ext>
                  </a:extLst>
                </a:gridCol>
              </a:tblGrid>
              <a:tr h="370840">
                <a:tc>
                  <a:txBody>
                    <a:bodyPr/>
                    <a:lstStyle/>
                    <a:p>
                      <a:pPr algn="ctr"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M/U</a:t>
                      </a:r>
                    </a:p>
                  </a:txBody>
                  <a:tcPr marL="9525" marR="9525" marT="9525" marB="0" anchor="ctr"/>
                </a:tc>
                <a:tc>
                  <a:txBody>
                    <a:bodyPr/>
                    <a:lstStyle/>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Master</a:t>
                      </a:r>
                    </a:p>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Ultimate</a:t>
                      </a:r>
                    </a:p>
                  </a:txBody>
                  <a:tcPr marL="9525" marR="9525" marT="9525" marB="0" anchor="ctr"/>
                </a:tc>
                <a:extLst>
                  <a:ext uri="{0D108BD9-81ED-4DB2-BD59-A6C34878D82A}">
                    <a16:rowId xmlns:a16="http://schemas.microsoft.com/office/drawing/2014/main" val="2559994642"/>
                  </a:ext>
                </a:extLst>
              </a:tr>
              <a:tr h="370840">
                <a:tc>
                  <a:txBody>
                    <a:bodyPr/>
                    <a:lstStyle/>
                    <a:p>
                      <a:pPr algn="ctr"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D/D</a:t>
                      </a:r>
                    </a:p>
                  </a:txBody>
                  <a:tcPr marL="9525" marR="9525" marT="9525" marB="0" anchor="ctr"/>
                </a:tc>
                <a:tc>
                  <a:txBody>
                    <a:bodyPr/>
                    <a:lstStyle/>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Diamond</a:t>
                      </a:r>
                    </a:p>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Deluxe</a:t>
                      </a:r>
                    </a:p>
                  </a:txBody>
                  <a:tcPr marL="9525" marR="9525" marT="9525" marB="0" anchor="ctr"/>
                </a:tc>
                <a:extLst>
                  <a:ext uri="{0D108BD9-81ED-4DB2-BD59-A6C34878D82A}">
                    <a16:rowId xmlns:a16="http://schemas.microsoft.com/office/drawing/2014/main" val="4077472717"/>
                  </a:ext>
                </a:extLst>
              </a:tr>
              <a:tr h="370840">
                <a:tc>
                  <a:txBody>
                    <a:bodyPr/>
                    <a:lstStyle/>
                    <a:p>
                      <a:pPr algn="ctr"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P/S</a:t>
                      </a:r>
                    </a:p>
                  </a:txBody>
                  <a:tcPr marL="9525" marR="9525" marT="9525" marB="0" anchor="ctr"/>
                </a:tc>
                <a:tc>
                  <a:txBody>
                    <a:bodyPr/>
                    <a:lstStyle/>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Platinum</a:t>
                      </a:r>
                    </a:p>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Selected</a:t>
                      </a:r>
                    </a:p>
                  </a:txBody>
                  <a:tcPr marL="9525" marR="9525" marT="9525" marB="0" anchor="ctr"/>
                </a:tc>
                <a:extLst>
                  <a:ext uri="{0D108BD9-81ED-4DB2-BD59-A6C34878D82A}">
                    <a16:rowId xmlns:a16="http://schemas.microsoft.com/office/drawing/2014/main" val="2085222001"/>
                  </a:ext>
                </a:extLst>
              </a:tr>
            </a:tbl>
          </a:graphicData>
        </a:graphic>
      </p:graphicFrame>
      <p:graphicFrame>
        <p:nvGraphicFramePr>
          <p:cNvPr id="2" name="表 1">
            <a:extLst>
              <a:ext uri="{FF2B5EF4-FFF2-40B4-BE49-F238E27FC236}">
                <a16:creationId xmlns:a16="http://schemas.microsoft.com/office/drawing/2014/main" id="{CB340ED4-7D93-C031-633F-8C6EAD9BA028}"/>
              </a:ext>
            </a:extLst>
          </p:cNvPr>
          <p:cNvGraphicFramePr>
            <a:graphicFrameLocks noGrp="1"/>
          </p:cNvGraphicFramePr>
          <p:nvPr>
            <p:extLst>
              <p:ext uri="{D42A27DB-BD31-4B8C-83A1-F6EECF244321}">
                <p14:modId xmlns:p14="http://schemas.microsoft.com/office/powerpoint/2010/main" val="392631906"/>
              </p:ext>
            </p:extLst>
          </p:nvPr>
        </p:nvGraphicFramePr>
        <p:xfrm>
          <a:off x="10455921" y="2338818"/>
          <a:ext cx="1504936" cy="2829426"/>
        </p:xfrm>
        <a:graphic>
          <a:graphicData uri="http://schemas.openxmlformats.org/drawingml/2006/table">
            <a:tbl>
              <a:tblPr bandRow="1">
                <a:tableStyleId>{5C22544A-7EE6-4342-B048-85BDC9FD1C3A}</a:tableStyleId>
              </a:tblPr>
              <a:tblGrid>
                <a:gridCol w="474976">
                  <a:extLst>
                    <a:ext uri="{9D8B030D-6E8A-4147-A177-3AD203B41FA5}">
                      <a16:colId xmlns:a16="http://schemas.microsoft.com/office/drawing/2014/main" val="2399718998"/>
                    </a:ext>
                  </a:extLst>
                </a:gridCol>
                <a:gridCol w="1029960">
                  <a:extLst>
                    <a:ext uri="{9D8B030D-6E8A-4147-A177-3AD203B41FA5}">
                      <a16:colId xmlns:a16="http://schemas.microsoft.com/office/drawing/2014/main" val="3362704146"/>
                    </a:ext>
                  </a:extLst>
                </a:gridCol>
              </a:tblGrid>
              <a:tr h="471571">
                <a:tc gridSpan="2">
                  <a:txBody>
                    <a:bodyPr/>
                    <a:lstStyle/>
                    <a:p>
                      <a:pPr algn="ctr" fontAlgn="ctr"/>
                      <a:r>
                        <a:rPr lang="ja-JP" altLang="en-US"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リビジョン</a:t>
                      </a:r>
                      <a:endPar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endParaRPr>
                    </a:p>
                    <a:p>
                      <a:pPr algn="ctr" fontAlgn="ctr"/>
                      <a:r>
                        <a:rPr lang="ja-JP" altLang="en-US"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バリエーション管理</a:t>
                      </a:r>
                      <a:endPar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endParaRPr>
                    </a:p>
                  </a:txBody>
                  <a:tcPr marL="9525" marR="9525" marT="9525" marB="0" anchor="ctr"/>
                </a:tc>
                <a:tc hMerge="1">
                  <a:txBody>
                    <a:bodyPr/>
                    <a:lstStyle/>
                    <a:p>
                      <a:pPr algn="l" fontAlgn="ctr"/>
                      <a:endPar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endParaRPr>
                    </a:p>
                  </a:txBody>
                  <a:tcPr marL="9525" marR="9525" marT="9525" marB="0" anchor="ctr"/>
                </a:tc>
                <a:extLst>
                  <a:ext uri="{0D108BD9-81ED-4DB2-BD59-A6C34878D82A}">
                    <a16:rowId xmlns:a16="http://schemas.microsoft.com/office/drawing/2014/main" val="2559994642"/>
                  </a:ext>
                </a:extLst>
              </a:tr>
              <a:tr h="471571">
                <a:tc>
                  <a:txBody>
                    <a:bodyPr/>
                    <a:lstStyle/>
                    <a:p>
                      <a:pPr algn="ctr" fontAlgn="ctr"/>
                      <a:r>
                        <a:rPr lang="ja-JP" altLang="en-US"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なし</a:t>
                      </a:r>
                      <a:endPar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endParaRPr>
                    </a:p>
                  </a:txBody>
                  <a:tcPr marL="9525" marR="9525" marT="9525" marB="0" anchor="ctr"/>
                </a:tc>
                <a:tc>
                  <a:txBody>
                    <a:bodyPr/>
                    <a:lstStyle/>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1</a:t>
                      </a:r>
                    </a:p>
                  </a:txBody>
                  <a:tcPr marL="9525" marR="9525" marT="9525" marB="0" anchor="ctr"/>
                </a:tc>
                <a:extLst>
                  <a:ext uri="{0D108BD9-81ED-4DB2-BD59-A6C34878D82A}">
                    <a16:rowId xmlns:a16="http://schemas.microsoft.com/office/drawing/2014/main" val="4077472717"/>
                  </a:ext>
                </a:extLst>
              </a:tr>
              <a:tr h="471571">
                <a:tc>
                  <a:txBody>
                    <a:bodyPr/>
                    <a:lstStyle/>
                    <a:p>
                      <a:pPr algn="ctr"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Z</a:t>
                      </a:r>
                    </a:p>
                  </a:txBody>
                  <a:tcPr marL="9525" marR="9525" marT="9525" marB="0" anchor="ctr"/>
                </a:tc>
                <a:tc>
                  <a:txBody>
                    <a:bodyPr/>
                    <a:lstStyle/>
                    <a:p>
                      <a:pPr algn="l"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2</a:t>
                      </a:r>
                    </a:p>
                  </a:txBody>
                  <a:tcPr marL="9525" marR="9525" marT="9525" marB="0" anchor="ctr"/>
                </a:tc>
                <a:extLst>
                  <a:ext uri="{0D108BD9-81ED-4DB2-BD59-A6C34878D82A}">
                    <a16:rowId xmlns:a16="http://schemas.microsoft.com/office/drawing/2014/main" val="1200866637"/>
                  </a:ext>
                </a:extLst>
              </a:tr>
              <a:tr h="471571">
                <a:tc>
                  <a:txBody>
                    <a:bodyPr/>
                    <a:lstStyle/>
                    <a:p>
                      <a:pPr algn="ctr"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D</a:t>
                      </a:r>
                    </a:p>
                  </a:txBody>
                  <a:tcPr marL="9525" marR="9525" marT="9525" marB="0" anchor="ctr"/>
                </a:tc>
                <a:tc>
                  <a:txBody>
                    <a:bodyPr/>
                    <a:lstStyle/>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3</a:t>
                      </a:r>
                    </a:p>
                  </a:txBody>
                  <a:tcPr marL="9525" marR="9525" marT="9525" marB="0" anchor="ctr"/>
                </a:tc>
                <a:extLst>
                  <a:ext uri="{0D108BD9-81ED-4DB2-BD59-A6C34878D82A}">
                    <a16:rowId xmlns:a16="http://schemas.microsoft.com/office/drawing/2014/main" val="2810210352"/>
                  </a:ext>
                </a:extLst>
              </a:tr>
              <a:tr h="471571">
                <a:tc>
                  <a:txBody>
                    <a:bodyPr/>
                    <a:lstStyle/>
                    <a:p>
                      <a:pPr algn="ctr"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V</a:t>
                      </a:r>
                    </a:p>
                  </a:txBody>
                  <a:tcPr marL="9525" marR="9525" marT="9525" marB="0" anchor="ctr"/>
                </a:tc>
                <a:tc>
                  <a:txBody>
                    <a:bodyPr/>
                    <a:lstStyle/>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4</a:t>
                      </a:r>
                    </a:p>
                  </a:txBody>
                  <a:tcPr marL="9525" marR="9525" marT="9525" marB="0" anchor="ctr"/>
                </a:tc>
                <a:extLst>
                  <a:ext uri="{0D108BD9-81ED-4DB2-BD59-A6C34878D82A}">
                    <a16:rowId xmlns:a16="http://schemas.microsoft.com/office/drawing/2014/main" val="3946291877"/>
                  </a:ext>
                </a:extLst>
              </a:tr>
              <a:tr h="471571">
                <a:tc>
                  <a:txBody>
                    <a:bodyPr/>
                    <a:lstStyle/>
                    <a:p>
                      <a:pPr algn="ctr"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F</a:t>
                      </a:r>
                    </a:p>
                  </a:txBody>
                  <a:tcPr marL="9525" marR="9525" marT="9525" marB="0" anchor="ctr"/>
                </a:tc>
                <a:tc>
                  <a:txBody>
                    <a:bodyPr/>
                    <a:lstStyle/>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5</a:t>
                      </a:r>
                    </a:p>
                  </a:txBody>
                  <a:tcPr marL="9525" marR="9525" marT="9525" marB="0" anchor="ctr"/>
                </a:tc>
                <a:extLst>
                  <a:ext uri="{0D108BD9-81ED-4DB2-BD59-A6C34878D82A}">
                    <a16:rowId xmlns:a16="http://schemas.microsoft.com/office/drawing/2014/main" val="2883504473"/>
                  </a:ext>
                </a:extLst>
              </a:tr>
            </a:tbl>
          </a:graphicData>
        </a:graphic>
      </p:graphicFrame>
      <p:cxnSp>
        <p:nvCxnSpPr>
          <p:cNvPr id="7" name="直線矢印コネクタ 6">
            <a:extLst>
              <a:ext uri="{FF2B5EF4-FFF2-40B4-BE49-F238E27FC236}">
                <a16:creationId xmlns:a16="http://schemas.microsoft.com/office/drawing/2014/main" id="{F765625A-5CE0-2E47-D099-123747AC5E90}"/>
              </a:ext>
            </a:extLst>
          </p:cNvPr>
          <p:cNvCxnSpPr>
            <a:cxnSpLocks/>
            <a:stCxn id="2" idx="2"/>
            <a:endCxn id="15" idx="0"/>
          </p:cNvCxnSpPr>
          <p:nvPr/>
        </p:nvCxnSpPr>
        <p:spPr>
          <a:xfrm flipH="1">
            <a:off x="10231085" y="5168244"/>
            <a:ext cx="977304" cy="2515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四角形: 角を丸くする 14">
            <a:extLst>
              <a:ext uri="{FF2B5EF4-FFF2-40B4-BE49-F238E27FC236}">
                <a16:creationId xmlns:a16="http://schemas.microsoft.com/office/drawing/2014/main" id="{A118CA1D-7B8A-D6E8-0A43-A4FCF08D79CF}"/>
              </a:ext>
            </a:extLst>
          </p:cNvPr>
          <p:cNvSpPr/>
          <p:nvPr/>
        </p:nvSpPr>
        <p:spPr>
          <a:xfrm>
            <a:off x="8399481" y="5419777"/>
            <a:ext cx="3663208" cy="1246442"/>
          </a:xfrm>
          <a:prstGeom prst="roundRect">
            <a:avLst/>
          </a:prstGeom>
          <a:solidFill>
            <a:srgbClr val="4472C4">
              <a:alpha val="61961"/>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r>
              <a:rPr lang="ja-JP" altLang="en-US" sz="1100">
                <a:solidFill>
                  <a:schemeClr val="tx1"/>
                </a:solidFill>
                <a:latin typeface="Meiryo UI" panose="020B0604030504040204" pitchFamily="50" charset="-128"/>
                <a:ea typeface="Meiryo UI" panose="020B0604030504040204" pitchFamily="50" charset="-128"/>
              </a:rPr>
              <a:t>★リビジョン管理</a:t>
            </a:r>
            <a:endParaRPr lang="en-US" altLang="ja-JP" sz="1100">
              <a:solidFill>
                <a:schemeClr val="tx1"/>
              </a:solidFill>
              <a:latin typeface="Meiryo UI" panose="020B0604030504040204" pitchFamily="50" charset="-128"/>
              <a:ea typeface="Meiryo UI" panose="020B0604030504040204" pitchFamily="50" charset="-128"/>
            </a:endParaRPr>
          </a:p>
          <a:p>
            <a:r>
              <a:rPr lang="en-US" altLang="ja-JP" sz="1100">
                <a:solidFill>
                  <a:schemeClr val="tx1"/>
                </a:solidFill>
                <a:latin typeface="Meiryo UI" panose="020B0604030504040204" pitchFamily="50" charset="-128"/>
                <a:ea typeface="Meiryo UI" panose="020B0604030504040204" pitchFamily="50" charset="-128"/>
              </a:rPr>
              <a:t>CPU/GPU/</a:t>
            </a:r>
            <a:r>
              <a:rPr lang="ja-JP" altLang="en-US" sz="1100">
                <a:solidFill>
                  <a:schemeClr val="tx1"/>
                </a:solidFill>
                <a:latin typeface="Meiryo UI" panose="020B0604030504040204" pitchFamily="50" charset="-128"/>
                <a:ea typeface="Meiryo UI" panose="020B0604030504040204" pitchFamily="50" charset="-128"/>
              </a:rPr>
              <a:t>サイズ区分が同じままベアボーンを変更する場合</a:t>
            </a:r>
            <a:endParaRPr lang="en-US" altLang="ja-JP" sz="1100">
              <a:solidFill>
                <a:schemeClr val="tx1"/>
              </a:solidFill>
              <a:latin typeface="Meiryo UI" panose="020B0604030504040204" pitchFamily="50" charset="-128"/>
              <a:ea typeface="Meiryo UI" panose="020B0604030504040204" pitchFamily="50" charset="-128"/>
            </a:endParaRPr>
          </a:p>
          <a:p>
            <a:r>
              <a:rPr lang="ja-JP" altLang="en-US" sz="1100">
                <a:solidFill>
                  <a:schemeClr val="tx1"/>
                </a:solidFill>
                <a:latin typeface="Meiryo UI" panose="020B0604030504040204" pitchFamily="50" charset="-128"/>
                <a:ea typeface="Meiryo UI" panose="020B0604030504040204" pitchFamily="50" charset="-128"/>
              </a:rPr>
              <a:t>など、型番が同一になる場合末尾で区別をする。</a:t>
            </a:r>
            <a:endParaRPr lang="en-US" altLang="ja-JP" sz="1100">
              <a:solidFill>
                <a:schemeClr val="tx1"/>
              </a:solidFill>
              <a:latin typeface="Meiryo UI" panose="020B0604030504040204" pitchFamily="50" charset="-128"/>
              <a:ea typeface="Meiryo UI" panose="020B0604030504040204" pitchFamily="50" charset="-128"/>
            </a:endParaRPr>
          </a:p>
          <a:p>
            <a:r>
              <a:rPr lang="ja-JP" altLang="en-US" sz="1100">
                <a:solidFill>
                  <a:schemeClr val="tx1"/>
                </a:solidFill>
                <a:latin typeface="Meiryo UI" panose="020B0604030504040204" pitchFamily="50" charset="-128"/>
                <a:ea typeface="Meiryo UI" panose="020B0604030504040204" pitchFamily="50" charset="-128"/>
              </a:rPr>
              <a:t>新モデルが発売中製品と完全に同一のモデル名になるが管理上同じモデルとして扱うべきでない場合に使用。</a:t>
            </a:r>
            <a:endParaRPr lang="en-US" altLang="ja-JP" sz="1100">
              <a:solidFill>
                <a:schemeClr val="tx1"/>
              </a:solidFill>
              <a:latin typeface="Meiryo UI" panose="020B0604030504040204" pitchFamily="50" charset="-128"/>
              <a:ea typeface="Meiryo UI" panose="020B0604030504040204" pitchFamily="50" charset="-128"/>
            </a:endParaRPr>
          </a:p>
          <a:p>
            <a:endParaRPr kumimoji="1" lang="ja-JP" altLang="en-US" sz="1100">
              <a:latin typeface="Meiryo UI" panose="020B0604030504040204" pitchFamily="50" charset="-128"/>
              <a:ea typeface="Meiryo UI" panose="020B0604030504040204" pitchFamily="50" charset="-128"/>
            </a:endParaRPr>
          </a:p>
        </p:txBody>
      </p:sp>
      <p:sp>
        <p:nvSpPr>
          <p:cNvPr id="28" name="テキスト ボックス 27">
            <a:extLst>
              <a:ext uri="{FF2B5EF4-FFF2-40B4-BE49-F238E27FC236}">
                <a16:creationId xmlns:a16="http://schemas.microsoft.com/office/drawing/2014/main" id="{C3895946-A9EF-5819-A338-44E378228FB7}"/>
              </a:ext>
            </a:extLst>
          </p:cNvPr>
          <p:cNvSpPr txBox="1"/>
          <p:nvPr/>
        </p:nvSpPr>
        <p:spPr>
          <a:xfrm>
            <a:off x="181159" y="133644"/>
            <a:ext cx="11382767" cy="369332"/>
          </a:xfrm>
          <a:prstGeom prst="rect">
            <a:avLst/>
          </a:prstGeom>
          <a:noFill/>
        </p:spPr>
        <p:txBody>
          <a:bodyPr wrap="square" rtlCol="0">
            <a:spAutoFit/>
          </a:bodyPr>
          <a:lstStyle/>
          <a:p>
            <a:r>
              <a:rPr lang="ja-JP" altLang="en-US"/>
              <a:t>型番</a:t>
            </a:r>
            <a:r>
              <a:rPr kumimoji="1" lang="ja-JP" altLang="en-US"/>
              <a:t>規則</a:t>
            </a:r>
          </a:p>
        </p:txBody>
      </p:sp>
      <p:sp>
        <p:nvSpPr>
          <p:cNvPr id="29" name="テキスト ボックス 28">
            <a:extLst>
              <a:ext uri="{FF2B5EF4-FFF2-40B4-BE49-F238E27FC236}">
                <a16:creationId xmlns:a16="http://schemas.microsoft.com/office/drawing/2014/main" id="{D0F0CA43-AF93-BB13-C635-E343BAEBF842}"/>
              </a:ext>
            </a:extLst>
          </p:cNvPr>
          <p:cNvSpPr txBox="1"/>
          <p:nvPr/>
        </p:nvSpPr>
        <p:spPr>
          <a:xfrm>
            <a:off x="569216" y="3649324"/>
            <a:ext cx="6914918" cy="276999"/>
          </a:xfrm>
          <a:prstGeom prst="rect">
            <a:avLst/>
          </a:prstGeom>
          <a:noFill/>
        </p:spPr>
        <p:txBody>
          <a:bodyPr wrap="square" rtlCol="0">
            <a:spAutoFit/>
          </a:bodyPr>
          <a:lstStyle/>
          <a:p>
            <a:r>
              <a:rPr kumimoji="1" lang="en-US" altLang="ja-JP" sz="1200" b="1">
                <a:latin typeface="Meiryo UI" panose="020B0604030504040204" pitchFamily="50" charset="-128"/>
                <a:ea typeface="Meiryo UI" panose="020B0604030504040204" pitchFamily="50" charset="-128"/>
              </a:rPr>
              <a:t>2025/10</a:t>
            </a:r>
            <a:r>
              <a:rPr kumimoji="1" lang="ja-JP" altLang="en-US" sz="1200" b="1">
                <a:latin typeface="Meiryo UI" panose="020B0604030504040204" pitchFamily="50" charset="-128"/>
                <a:ea typeface="Meiryo UI" panose="020B0604030504040204" pitchFamily="50" charset="-128"/>
              </a:rPr>
              <a:t>月時点販売モデルでのシミュレート</a:t>
            </a:r>
          </a:p>
        </p:txBody>
      </p:sp>
      <p:graphicFrame>
        <p:nvGraphicFramePr>
          <p:cNvPr id="6" name="表 5">
            <a:extLst>
              <a:ext uri="{FF2B5EF4-FFF2-40B4-BE49-F238E27FC236}">
                <a16:creationId xmlns:a16="http://schemas.microsoft.com/office/drawing/2014/main" id="{3FA91C2F-199A-D4AF-7FFC-8BC8F15EA590}"/>
              </a:ext>
            </a:extLst>
          </p:cNvPr>
          <p:cNvGraphicFramePr>
            <a:graphicFrameLocks noGrp="1"/>
          </p:cNvGraphicFramePr>
          <p:nvPr>
            <p:extLst>
              <p:ext uri="{D42A27DB-BD31-4B8C-83A1-F6EECF244321}">
                <p14:modId xmlns:p14="http://schemas.microsoft.com/office/powerpoint/2010/main" val="3678483030"/>
              </p:ext>
            </p:extLst>
          </p:nvPr>
        </p:nvGraphicFramePr>
        <p:xfrm>
          <a:off x="8514626" y="2338819"/>
          <a:ext cx="1769340" cy="807390"/>
        </p:xfrm>
        <a:graphic>
          <a:graphicData uri="http://schemas.openxmlformats.org/drawingml/2006/table">
            <a:tbl>
              <a:tblPr bandRow="1">
                <a:tableStyleId>{5C22544A-7EE6-4342-B048-85BDC9FD1C3A}</a:tableStyleId>
              </a:tblPr>
              <a:tblGrid>
                <a:gridCol w="537943">
                  <a:extLst>
                    <a:ext uri="{9D8B030D-6E8A-4147-A177-3AD203B41FA5}">
                      <a16:colId xmlns:a16="http://schemas.microsoft.com/office/drawing/2014/main" val="2399718998"/>
                    </a:ext>
                  </a:extLst>
                </a:gridCol>
                <a:gridCol w="1231397">
                  <a:extLst>
                    <a:ext uri="{9D8B030D-6E8A-4147-A177-3AD203B41FA5}">
                      <a16:colId xmlns:a16="http://schemas.microsoft.com/office/drawing/2014/main" val="3362704146"/>
                    </a:ext>
                  </a:extLst>
                </a:gridCol>
              </a:tblGrid>
              <a:tr h="269130">
                <a:tc gridSpan="2">
                  <a:txBody>
                    <a:bodyPr/>
                    <a:lstStyle/>
                    <a:p>
                      <a:pPr algn="ctr" fontAlgn="ctr"/>
                      <a:r>
                        <a:rPr lang="ja-JP" altLang="en-US"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カテゴリ区分</a:t>
                      </a:r>
                      <a:endPar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endParaRPr>
                    </a:p>
                  </a:txBody>
                  <a:tcPr marL="9525" marR="9525" marT="9525" marB="0" anchor="ctr"/>
                </a:tc>
                <a:tc hMerge="1">
                  <a:txBody>
                    <a:bodyPr/>
                    <a:lstStyle/>
                    <a:p>
                      <a:pPr algn="l" fontAlgn="ctr"/>
                      <a:endPar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endParaRPr>
                    </a:p>
                  </a:txBody>
                  <a:tcPr marL="9525" marR="9525" marT="9525" marB="0" anchor="ctr"/>
                </a:tc>
                <a:extLst>
                  <a:ext uri="{0D108BD9-81ED-4DB2-BD59-A6C34878D82A}">
                    <a16:rowId xmlns:a16="http://schemas.microsoft.com/office/drawing/2014/main" val="2559994642"/>
                  </a:ext>
                </a:extLst>
              </a:tr>
              <a:tr h="269130">
                <a:tc>
                  <a:txBody>
                    <a:bodyPr/>
                    <a:lstStyle/>
                    <a:p>
                      <a:pPr algn="ctr"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G</a:t>
                      </a:r>
                    </a:p>
                  </a:txBody>
                  <a:tcPr marL="9525" marR="9525" marT="9525" marB="0" anchor="ctr"/>
                </a:tc>
                <a:tc>
                  <a:txBody>
                    <a:bodyPr/>
                    <a:lstStyle/>
                    <a:p>
                      <a:pPr algn="l" fontAlgn="ctr"/>
                      <a:r>
                        <a:rPr lang="ja-JP" altLang="en-US"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ゲーム</a:t>
                      </a:r>
                      <a:endPar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endParaRPr>
                    </a:p>
                  </a:txBody>
                  <a:tcPr marL="9525" marR="9525" marT="9525" marB="0" anchor="ctr"/>
                </a:tc>
                <a:extLst>
                  <a:ext uri="{0D108BD9-81ED-4DB2-BD59-A6C34878D82A}">
                    <a16:rowId xmlns:a16="http://schemas.microsoft.com/office/drawing/2014/main" val="4077472717"/>
                  </a:ext>
                </a:extLst>
              </a:tr>
              <a:tr h="269130">
                <a:tc>
                  <a:txBody>
                    <a:bodyPr/>
                    <a:lstStyle/>
                    <a:p>
                      <a:pPr algn="ctr" fontAlgn="ctr"/>
                      <a:r>
                        <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C</a:t>
                      </a:r>
                    </a:p>
                  </a:txBody>
                  <a:tcPr marL="9525" marR="9525" marT="9525" marB="0" anchor="ctr"/>
                </a:tc>
                <a:tc>
                  <a:txBody>
                    <a:bodyPr/>
                    <a:lstStyle/>
                    <a:p>
                      <a:pPr algn="l" fontAlgn="ctr"/>
                      <a:r>
                        <a:rPr lang="ja-JP" altLang="en-US"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クリエイター</a:t>
                      </a:r>
                      <a:endParaRPr lang="en-US" altLang="ja-JP"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endParaRPr>
                    </a:p>
                  </a:txBody>
                  <a:tcPr marL="9525" marR="9525" marT="9525" marB="0" anchor="ctr"/>
                </a:tc>
                <a:extLst>
                  <a:ext uri="{0D108BD9-81ED-4DB2-BD59-A6C34878D82A}">
                    <a16:rowId xmlns:a16="http://schemas.microsoft.com/office/drawing/2014/main" val="1200866637"/>
                  </a:ext>
                </a:extLst>
              </a:tr>
            </a:tbl>
          </a:graphicData>
        </a:graphic>
      </p:graphicFrame>
      <p:sp>
        <p:nvSpPr>
          <p:cNvPr id="11" name="正方形/長方形 10">
            <a:extLst>
              <a:ext uri="{FF2B5EF4-FFF2-40B4-BE49-F238E27FC236}">
                <a16:creationId xmlns:a16="http://schemas.microsoft.com/office/drawing/2014/main" id="{752B73D8-CA78-9A88-6E92-78F08A07462F}"/>
              </a:ext>
            </a:extLst>
          </p:cNvPr>
          <p:cNvSpPr/>
          <p:nvPr/>
        </p:nvSpPr>
        <p:spPr>
          <a:xfrm>
            <a:off x="2747031" y="1363966"/>
            <a:ext cx="1108292" cy="798041"/>
          </a:xfrm>
          <a:prstGeom prst="rect">
            <a:avLst/>
          </a:prstGeom>
          <a:solidFill>
            <a:schemeClr val="tx1">
              <a:lumMod val="50000"/>
              <a:lumOff val="50000"/>
            </a:schemeClr>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4400">
                <a:solidFill>
                  <a:schemeClr val="bg1">
                    <a:lumMod val="95000"/>
                  </a:schemeClr>
                </a:solidFill>
                <a:latin typeface="Meiryo UI" panose="020B0604030504040204" pitchFamily="50" charset="-128"/>
                <a:ea typeface="Meiryo UI" panose="020B0604030504040204" pitchFamily="50" charset="-128"/>
              </a:rPr>
              <a:t>C</a:t>
            </a:r>
          </a:p>
        </p:txBody>
      </p:sp>
      <p:graphicFrame>
        <p:nvGraphicFramePr>
          <p:cNvPr id="12" name="表 11">
            <a:extLst>
              <a:ext uri="{FF2B5EF4-FFF2-40B4-BE49-F238E27FC236}">
                <a16:creationId xmlns:a16="http://schemas.microsoft.com/office/drawing/2014/main" id="{8D37180F-7753-DE3C-EB03-41B5C19F9E45}"/>
              </a:ext>
            </a:extLst>
          </p:cNvPr>
          <p:cNvGraphicFramePr>
            <a:graphicFrameLocks noGrp="1"/>
          </p:cNvGraphicFramePr>
          <p:nvPr>
            <p:extLst>
              <p:ext uri="{D42A27DB-BD31-4B8C-83A1-F6EECF244321}">
                <p14:modId xmlns:p14="http://schemas.microsoft.com/office/powerpoint/2010/main" val="163162218"/>
              </p:ext>
            </p:extLst>
          </p:nvPr>
        </p:nvGraphicFramePr>
        <p:xfrm>
          <a:off x="2730735" y="2265789"/>
          <a:ext cx="1108292" cy="741680"/>
        </p:xfrm>
        <a:graphic>
          <a:graphicData uri="http://schemas.openxmlformats.org/drawingml/2006/table">
            <a:tbl>
              <a:tblPr bandRow="1">
                <a:tableStyleId>{5C22544A-7EE6-4342-B048-85BDC9FD1C3A}</a:tableStyleId>
              </a:tblPr>
              <a:tblGrid>
                <a:gridCol w="336960">
                  <a:extLst>
                    <a:ext uri="{9D8B030D-6E8A-4147-A177-3AD203B41FA5}">
                      <a16:colId xmlns:a16="http://schemas.microsoft.com/office/drawing/2014/main" val="2399718998"/>
                    </a:ext>
                  </a:extLst>
                </a:gridCol>
                <a:gridCol w="771332">
                  <a:extLst>
                    <a:ext uri="{9D8B030D-6E8A-4147-A177-3AD203B41FA5}">
                      <a16:colId xmlns:a16="http://schemas.microsoft.com/office/drawing/2014/main" val="3362704146"/>
                    </a:ext>
                  </a:extLst>
                </a:gridCol>
              </a:tblGrid>
              <a:tr h="370840">
                <a:tc>
                  <a:txBody>
                    <a:bodyPr/>
                    <a:lstStyle/>
                    <a:p>
                      <a:pPr algn="ctr"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C</a:t>
                      </a:r>
                    </a:p>
                  </a:txBody>
                  <a:tcPr marL="9525" marR="9525" marT="9525" marB="0" anchor="ctr"/>
                </a:tc>
                <a:tc>
                  <a:txBody>
                    <a:bodyPr/>
                    <a:lstStyle/>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Core</a:t>
                      </a:r>
                    </a:p>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(Intel)</a:t>
                      </a:r>
                    </a:p>
                  </a:txBody>
                  <a:tcPr marL="9525" marR="9525" marT="9525" marB="0" anchor="ctr"/>
                </a:tc>
                <a:extLst>
                  <a:ext uri="{0D108BD9-81ED-4DB2-BD59-A6C34878D82A}">
                    <a16:rowId xmlns:a16="http://schemas.microsoft.com/office/drawing/2014/main" val="2559994642"/>
                  </a:ext>
                </a:extLst>
              </a:tr>
              <a:tr h="370840">
                <a:tc>
                  <a:txBody>
                    <a:bodyPr/>
                    <a:lstStyle/>
                    <a:p>
                      <a:pPr algn="ctr"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R</a:t>
                      </a:r>
                    </a:p>
                  </a:txBody>
                  <a:tcPr marL="9525" marR="9525" marT="9525" marB="0" anchor="ctr"/>
                </a:tc>
                <a:tc>
                  <a:txBody>
                    <a:bodyPr/>
                    <a:lstStyle/>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Ryzen</a:t>
                      </a:r>
                    </a:p>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(AMD)</a:t>
                      </a:r>
                    </a:p>
                  </a:txBody>
                  <a:tcPr marL="9525" marR="9525" marT="9525" marB="0" anchor="ctr"/>
                </a:tc>
                <a:extLst>
                  <a:ext uri="{0D108BD9-81ED-4DB2-BD59-A6C34878D82A}">
                    <a16:rowId xmlns:a16="http://schemas.microsoft.com/office/drawing/2014/main" val="4077472717"/>
                  </a:ext>
                </a:extLst>
              </a:tr>
            </a:tbl>
          </a:graphicData>
        </a:graphic>
      </p:graphicFrame>
      <p:graphicFrame>
        <p:nvGraphicFramePr>
          <p:cNvPr id="16" name="表 15">
            <a:extLst>
              <a:ext uri="{FF2B5EF4-FFF2-40B4-BE49-F238E27FC236}">
                <a16:creationId xmlns:a16="http://schemas.microsoft.com/office/drawing/2014/main" id="{B45AC57E-2D3C-0B69-44A4-E3096700B1BF}"/>
              </a:ext>
            </a:extLst>
          </p:cNvPr>
          <p:cNvGraphicFramePr>
            <a:graphicFrameLocks noGrp="1"/>
          </p:cNvGraphicFramePr>
          <p:nvPr>
            <p:extLst>
              <p:ext uri="{D42A27DB-BD31-4B8C-83A1-F6EECF244321}">
                <p14:modId xmlns:p14="http://schemas.microsoft.com/office/powerpoint/2010/main" val="2086521007"/>
              </p:ext>
            </p:extLst>
          </p:nvPr>
        </p:nvGraphicFramePr>
        <p:xfrm>
          <a:off x="5109391" y="2265789"/>
          <a:ext cx="1108292" cy="370840"/>
        </p:xfrm>
        <a:graphic>
          <a:graphicData uri="http://schemas.openxmlformats.org/drawingml/2006/table">
            <a:tbl>
              <a:tblPr bandRow="1">
                <a:tableStyleId>{5C22544A-7EE6-4342-B048-85BDC9FD1C3A}</a:tableStyleId>
              </a:tblPr>
              <a:tblGrid>
                <a:gridCol w="336960">
                  <a:extLst>
                    <a:ext uri="{9D8B030D-6E8A-4147-A177-3AD203B41FA5}">
                      <a16:colId xmlns:a16="http://schemas.microsoft.com/office/drawing/2014/main" val="2399718998"/>
                    </a:ext>
                  </a:extLst>
                </a:gridCol>
                <a:gridCol w="771332">
                  <a:extLst>
                    <a:ext uri="{9D8B030D-6E8A-4147-A177-3AD203B41FA5}">
                      <a16:colId xmlns:a16="http://schemas.microsoft.com/office/drawing/2014/main" val="3362704146"/>
                    </a:ext>
                  </a:extLst>
                </a:gridCol>
              </a:tblGrid>
              <a:tr h="370840">
                <a:tc>
                  <a:txBody>
                    <a:bodyPr/>
                    <a:lstStyle/>
                    <a:p>
                      <a:pPr algn="ctr"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L</a:t>
                      </a:r>
                    </a:p>
                  </a:txBody>
                  <a:tcPr marL="9525" marR="9525" marT="9525" marB="0" anchor="ctr"/>
                </a:tc>
                <a:tc>
                  <a:txBody>
                    <a:bodyPr/>
                    <a:lstStyle/>
                    <a:p>
                      <a:pPr algn="l" fontAlgn="ctr"/>
                      <a:r>
                        <a:rPr lang="nn-NO" sz="1100" b="0" i="0" u="none" strike="noStrike">
                          <a:solidFill>
                            <a:srgbClr val="000000"/>
                          </a:solidFill>
                          <a:effectLst/>
                          <a:latin typeface="源ノ角ゴシック JP Heavy" panose="020B0A00000000000000" pitchFamily="34" charset="-128"/>
                          <a:ea typeface="源ノ角ゴシック JP Heavy" panose="020B0A00000000000000" pitchFamily="34" charset="-128"/>
                        </a:rPr>
                        <a:t>Laptop</a:t>
                      </a:r>
                    </a:p>
                  </a:txBody>
                  <a:tcPr marL="9525" marR="9525" marT="9525" marB="0" anchor="ctr"/>
                </a:tc>
                <a:extLst>
                  <a:ext uri="{0D108BD9-81ED-4DB2-BD59-A6C34878D82A}">
                    <a16:rowId xmlns:a16="http://schemas.microsoft.com/office/drawing/2014/main" val="2559994642"/>
                  </a:ext>
                </a:extLst>
              </a:tr>
            </a:tbl>
          </a:graphicData>
        </a:graphic>
      </p:graphicFrame>
    </p:spTree>
    <p:extLst>
      <p:ext uri="{BB962C8B-B14F-4D97-AF65-F5344CB8AC3E}">
        <p14:creationId xmlns:p14="http://schemas.microsoft.com/office/powerpoint/2010/main" val="2340192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6CBA9AD7-3DA1-3BFA-B28C-7DB62E35F0C2}"/>
              </a:ext>
            </a:extLst>
          </p:cNvPr>
          <p:cNvSpPr txBox="1"/>
          <p:nvPr/>
        </p:nvSpPr>
        <p:spPr>
          <a:xfrm>
            <a:off x="250145" y="245577"/>
            <a:ext cx="11415382" cy="369332"/>
          </a:xfrm>
          <a:prstGeom prst="rect">
            <a:avLst/>
          </a:prstGeom>
          <a:noFill/>
        </p:spPr>
        <p:txBody>
          <a:bodyPr wrap="square" rtlCol="0">
            <a:spAutoFit/>
          </a:bodyPr>
          <a:lstStyle/>
          <a:p>
            <a:r>
              <a:rPr lang="ja-JP" altLang="en-US" b="1"/>
              <a:t>シリーズ・モデル名反映時期 </a:t>
            </a:r>
            <a:r>
              <a:rPr lang="en-US" altLang="ja-JP" b="1"/>
              <a:t>(※</a:t>
            </a:r>
            <a:r>
              <a:rPr lang="ja-JP" altLang="en-US" b="1"/>
              <a:t>相談事項</a:t>
            </a:r>
            <a:r>
              <a:rPr lang="en-US" altLang="ja-JP" b="1"/>
              <a:t>)</a:t>
            </a:r>
            <a:endParaRPr lang="ja-JP" altLang="en-US" b="1"/>
          </a:p>
        </p:txBody>
      </p:sp>
      <p:graphicFrame>
        <p:nvGraphicFramePr>
          <p:cNvPr id="5" name="表 4">
            <a:extLst>
              <a:ext uri="{FF2B5EF4-FFF2-40B4-BE49-F238E27FC236}">
                <a16:creationId xmlns:a16="http://schemas.microsoft.com/office/drawing/2014/main" id="{BEE5C422-4D9E-A2B4-02DC-EBB2D95E61E7}"/>
              </a:ext>
            </a:extLst>
          </p:cNvPr>
          <p:cNvGraphicFramePr>
            <a:graphicFrameLocks noGrp="1"/>
          </p:cNvGraphicFramePr>
          <p:nvPr>
            <p:extLst>
              <p:ext uri="{D42A27DB-BD31-4B8C-83A1-F6EECF244321}">
                <p14:modId xmlns:p14="http://schemas.microsoft.com/office/powerpoint/2010/main" val="2926306892"/>
              </p:ext>
            </p:extLst>
          </p:nvPr>
        </p:nvGraphicFramePr>
        <p:xfrm>
          <a:off x="590837" y="909133"/>
          <a:ext cx="11010325" cy="750570"/>
        </p:xfrm>
        <a:graphic>
          <a:graphicData uri="http://schemas.openxmlformats.org/drawingml/2006/table">
            <a:tbl>
              <a:tblPr/>
              <a:tblGrid>
                <a:gridCol w="2202065">
                  <a:extLst>
                    <a:ext uri="{9D8B030D-6E8A-4147-A177-3AD203B41FA5}">
                      <a16:colId xmlns:a16="http://schemas.microsoft.com/office/drawing/2014/main" val="210188945"/>
                    </a:ext>
                  </a:extLst>
                </a:gridCol>
                <a:gridCol w="2202065">
                  <a:extLst>
                    <a:ext uri="{9D8B030D-6E8A-4147-A177-3AD203B41FA5}">
                      <a16:colId xmlns:a16="http://schemas.microsoft.com/office/drawing/2014/main" val="3400674050"/>
                    </a:ext>
                  </a:extLst>
                </a:gridCol>
                <a:gridCol w="2202065">
                  <a:extLst>
                    <a:ext uri="{9D8B030D-6E8A-4147-A177-3AD203B41FA5}">
                      <a16:colId xmlns:a16="http://schemas.microsoft.com/office/drawing/2014/main" val="4258318374"/>
                    </a:ext>
                  </a:extLst>
                </a:gridCol>
                <a:gridCol w="2202065">
                  <a:extLst>
                    <a:ext uri="{9D8B030D-6E8A-4147-A177-3AD203B41FA5}">
                      <a16:colId xmlns:a16="http://schemas.microsoft.com/office/drawing/2014/main" val="3458713911"/>
                    </a:ext>
                  </a:extLst>
                </a:gridCol>
                <a:gridCol w="2202065">
                  <a:extLst>
                    <a:ext uri="{9D8B030D-6E8A-4147-A177-3AD203B41FA5}">
                      <a16:colId xmlns:a16="http://schemas.microsoft.com/office/drawing/2014/main" val="547769713"/>
                    </a:ext>
                  </a:extLst>
                </a:gridCol>
              </a:tblGrid>
              <a:tr h="238125">
                <a:tc gridSpan="2">
                  <a:txBody>
                    <a:bodyPr/>
                    <a:lstStyle/>
                    <a:p>
                      <a:pPr algn="l" fontAlgn="ctr">
                        <a:buNone/>
                      </a:pPr>
                      <a:r>
                        <a:rPr lang="en-US" altLang="ja-JP" sz="2400" b="0" i="0" u="none" strike="noStrike">
                          <a:solidFill>
                            <a:srgbClr val="000000"/>
                          </a:solidFill>
                          <a:effectLst/>
                          <a:latin typeface="メイリオ" panose="020B0604030504040204" pitchFamily="50" charset="-128"/>
                          <a:ea typeface="メイリオ" panose="020B0604030504040204" pitchFamily="50" charset="-128"/>
                        </a:rPr>
                        <a:t>2025</a:t>
                      </a:r>
                      <a:r>
                        <a:rPr lang="ja-JP" altLang="en-US" sz="2400" b="0" i="0" u="none" strike="noStrike">
                          <a:solidFill>
                            <a:srgbClr val="000000"/>
                          </a:solidFill>
                          <a:effectLst/>
                          <a:latin typeface="メイリオ" panose="020B0604030504040204" pitchFamily="50" charset="-128"/>
                          <a:ea typeface="メイリオ" panose="020B0604030504040204" pitchFamily="50" charset="-128"/>
                        </a:rPr>
                        <a:t>年</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gridSpan="3">
                  <a:txBody>
                    <a:bodyPr/>
                    <a:lstStyle/>
                    <a:p>
                      <a:pPr algn="l" fontAlgn="ctr">
                        <a:buNone/>
                      </a:pPr>
                      <a:r>
                        <a:rPr lang="en-US" altLang="ja-JP" sz="2400" b="0" i="0" u="none" strike="noStrike">
                          <a:solidFill>
                            <a:srgbClr val="000000"/>
                          </a:solidFill>
                          <a:effectLst/>
                          <a:latin typeface="メイリオ" panose="020B0604030504040204" pitchFamily="50" charset="-128"/>
                          <a:ea typeface="メイリオ" panose="020B0604030504040204" pitchFamily="50" charset="-128"/>
                        </a:rPr>
                        <a:t>2026</a:t>
                      </a:r>
                      <a:r>
                        <a:rPr lang="ja-JP" altLang="en-US" sz="2400" b="0" i="0" u="none" strike="noStrike">
                          <a:solidFill>
                            <a:srgbClr val="000000"/>
                          </a:solidFill>
                          <a:effectLst/>
                          <a:latin typeface="メイリオ" panose="020B0604030504040204" pitchFamily="50" charset="-128"/>
                          <a:ea typeface="メイリオ" panose="020B0604030504040204" pitchFamily="50" charset="-128"/>
                        </a:rPr>
                        <a:t>年</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746972501"/>
                  </a:ext>
                </a:extLst>
              </a:tr>
              <a:tr h="238125">
                <a:tc>
                  <a:txBody>
                    <a:bodyPr/>
                    <a:lstStyle/>
                    <a:p>
                      <a:pPr algn="l" fontAlgn="ctr">
                        <a:buNone/>
                      </a:pPr>
                      <a:r>
                        <a:rPr lang="en-US" altLang="ja-JP" sz="2400" b="0" i="0" u="none" strike="noStrike">
                          <a:solidFill>
                            <a:srgbClr val="000000"/>
                          </a:solidFill>
                          <a:effectLst/>
                          <a:latin typeface="メイリオ" panose="020B0604030504040204" pitchFamily="50" charset="-128"/>
                          <a:ea typeface="メイリオ" panose="020B0604030504040204" pitchFamily="50" charset="-128"/>
                        </a:rPr>
                        <a:t>11</a:t>
                      </a:r>
                      <a:r>
                        <a:rPr lang="ja-JP" altLang="en-US" sz="2400" b="0" i="0" u="none" strike="noStrike">
                          <a:solidFill>
                            <a:srgbClr val="000000"/>
                          </a:solidFill>
                          <a:effectLst/>
                          <a:latin typeface="メイリオ" panose="020B0604030504040204" pitchFamily="50" charset="-128"/>
                          <a:ea typeface="メイリオ" panose="020B0604030504040204" pitchFamily="50" charset="-128"/>
                        </a:rPr>
                        <a:t>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2400" b="0" i="0" u="none" strike="noStrike">
                          <a:solidFill>
                            <a:srgbClr val="000000"/>
                          </a:solidFill>
                          <a:effectLst/>
                          <a:latin typeface="メイリオ" panose="020B0604030504040204" pitchFamily="50" charset="-128"/>
                          <a:ea typeface="メイリオ" panose="020B0604030504040204" pitchFamily="50" charset="-128"/>
                        </a:rPr>
                        <a:t>12</a:t>
                      </a:r>
                      <a:r>
                        <a:rPr lang="ja-JP" altLang="en-US" sz="2400" b="0" i="0" u="none" strike="noStrike">
                          <a:solidFill>
                            <a:srgbClr val="000000"/>
                          </a:solidFill>
                          <a:effectLst/>
                          <a:latin typeface="メイリオ" panose="020B0604030504040204" pitchFamily="50" charset="-128"/>
                          <a:ea typeface="メイリオ" panose="020B0604030504040204" pitchFamily="50" charset="-128"/>
                        </a:rPr>
                        <a:t>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2400" b="0" i="0" u="none" strike="noStrike">
                          <a:solidFill>
                            <a:srgbClr val="000000"/>
                          </a:solidFill>
                          <a:effectLst/>
                          <a:latin typeface="メイリオ" panose="020B0604030504040204" pitchFamily="50" charset="-128"/>
                          <a:ea typeface="メイリオ" panose="020B0604030504040204" pitchFamily="50" charset="-128"/>
                        </a:rPr>
                        <a:t>1</a:t>
                      </a:r>
                      <a:r>
                        <a:rPr lang="ja-JP" altLang="en-US" sz="2400" b="0" i="0" u="none" strike="noStrike">
                          <a:solidFill>
                            <a:srgbClr val="000000"/>
                          </a:solidFill>
                          <a:effectLst/>
                          <a:latin typeface="メイリオ" panose="020B0604030504040204" pitchFamily="50" charset="-128"/>
                          <a:ea typeface="メイリオ" panose="020B0604030504040204" pitchFamily="50" charset="-128"/>
                        </a:rPr>
                        <a:t>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2400" b="0" i="0" u="none" strike="noStrike">
                          <a:solidFill>
                            <a:srgbClr val="000000"/>
                          </a:solidFill>
                          <a:effectLst/>
                          <a:latin typeface="メイリオ" panose="020B0604030504040204" pitchFamily="50" charset="-128"/>
                          <a:ea typeface="メイリオ" panose="020B0604030504040204" pitchFamily="50" charset="-128"/>
                        </a:rPr>
                        <a:t>2</a:t>
                      </a:r>
                      <a:r>
                        <a:rPr lang="ja-JP" altLang="en-US" sz="2400" b="0" i="0" u="none" strike="noStrike">
                          <a:solidFill>
                            <a:srgbClr val="000000"/>
                          </a:solidFill>
                          <a:effectLst/>
                          <a:latin typeface="メイリオ" panose="020B0604030504040204" pitchFamily="50" charset="-128"/>
                          <a:ea typeface="メイリオ" panose="020B0604030504040204" pitchFamily="50" charset="-128"/>
                        </a:rPr>
                        <a:t>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2400" b="0" i="0" u="none" strike="noStrike">
                          <a:solidFill>
                            <a:srgbClr val="000000"/>
                          </a:solidFill>
                          <a:effectLst/>
                          <a:latin typeface="メイリオ" panose="020B0604030504040204" pitchFamily="50" charset="-128"/>
                          <a:ea typeface="メイリオ" panose="020B0604030504040204" pitchFamily="50" charset="-128"/>
                        </a:rPr>
                        <a:t>3</a:t>
                      </a:r>
                      <a:r>
                        <a:rPr lang="ja-JP" altLang="en-US" sz="2400" b="0" i="0" u="none" strike="noStrike">
                          <a:solidFill>
                            <a:srgbClr val="000000"/>
                          </a:solidFill>
                          <a:effectLst/>
                          <a:latin typeface="メイリオ" panose="020B0604030504040204" pitchFamily="50" charset="-128"/>
                          <a:ea typeface="メイリオ" panose="020B0604030504040204" pitchFamily="50" charset="-128"/>
                        </a:rPr>
                        <a:t>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7144757"/>
                  </a:ext>
                </a:extLst>
              </a:tr>
            </a:tbl>
          </a:graphicData>
        </a:graphic>
      </p:graphicFrame>
      <p:sp>
        <p:nvSpPr>
          <p:cNvPr id="6" name="楕円 5">
            <a:extLst>
              <a:ext uri="{FF2B5EF4-FFF2-40B4-BE49-F238E27FC236}">
                <a16:creationId xmlns:a16="http://schemas.microsoft.com/office/drawing/2014/main" id="{82B963AB-051C-0697-5991-5C002DD4EEBE}"/>
              </a:ext>
            </a:extLst>
          </p:cNvPr>
          <p:cNvSpPr/>
          <p:nvPr/>
        </p:nvSpPr>
        <p:spPr>
          <a:xfrm>
            <a:off x="8044873" y="2309090"/>
            <a:ext cx="563418" cy="53571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l"/>
            <a:endParaRPr kumimoji="1" lang="ja-JP" altLang="en-US" sz="1100"/>
          </a:p>
        </p:txBody>
      </p:sp>
      <p:cxnSp>
        <p:nvCxnSpPr>
          <p:cNvPr id="8" name="直線コネクタ 7">
            <a:extLst>
              <a:ext uri="{FF2B5EF4-FFF2-40B4-BE49-F238E27FC236}">
                <a16:creationId xmlns:a16="http://schemas.microsoft.com/office/drawing/2014/main" id="{91A6A79D-E32C-92F8-4DF5-F24E2BE19611}"/>
              </a:ext>
            </a:extLst>
          </p:cNvPr>
          <p:cNvCxnSpPr>
            <a:cxnSpLocks/>
          </p:cNvCxnSpPr>
          <p:nvPr/>
        </p:nvCxnSpPr>
        <p:spPr>
          <a:xfrm>
            <a:off x="8326582" y="1659703"/>
            <a:ext cx="0" cy="473186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コネクタ: カギ線 10">
            <a:extLst>
              <a:ext uri="{FF2B5EF4-FFF2-40B4-BE49-F238E27FC236}">
                <a16:creationId xmlns:a16="http://schemas.microsoft.com/office/drawing/2014/main" id="{F069C782-98E8-B841-6FB4-76258102A691}"/>
              </a:ext>
            </a:extLst>
          </p:cNvPr>
          <p:cNvCxnSpPr>
            <a:cxnSpLocks/>
            <a:stCxn id="15" idx="3"/>
            <a:endCxn id="6" idx="2"/>
          </p:cNvCxnSpPr>
          <p:nvPr/>
        </p:nvCxnSpPr>
        <p:spPr>
          <a:xfrm flipV="1">
            <a:off x="6095999" y="2576945"/>
            <a:ext cx="1948874" cy="655041"/>
          </a:xfrm>
          <a:prstGeom prst="bentConnector3">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5" name="四角形: 角を丸くする 14">
            <a:extLst>
              <a:ext uri="{FF2B5EF4-FFF2-40B4-BE49-F238E27FC236}">
                <a16:creationId xmlns:a16="http://schemas.microsoft.com/office/drawing/2014/main" id="{58DA829C-9D62-B8E1-7335-C04205318232}"/>
              </a:ext>
            </a:extLst>
          </p:cNvPr>
          <p:cNvSpPr/>
          <p:nvPr/>
        </p:nvSpPr>
        <p:spPr>
          <a:xfrm>
            <a:off x="1468585" y="2067462"/>
            <a:ext cx="4627414" cy="23290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l"/>
            <a:endParaRPr lang="en-US" altLang="ja-JP" sz="1600">
              <a:latin typeface="メイリオ" panose="020B0604030504040204" pitchFamily="50" charset="-128"/>
              <a:ea typeface="メイリオ" panose="020B0604030504040204" pitchFamily="50" charset="-128"/>
            </a:endParaRPr>
          </a:p>
          <a:p>
            <a:pPr algn="l"/>
            <a:r>
              <a:rPr kumimoji="1" lang="en-US" altLang="ja-JP" sz="1600">
                <a:latin typeface="メイリオ" panose="020B0604030504040204" pitchFamily="50" charset="-128"/>
                <a:ea typeface="メイリオ" panose="020B0604030504040204" pitchFamily="50" charset="-128"/>
              </a:rPr>
              <a:t>2025</a:t>
            </a:r>
            <a:r>
              <a:rPr kumimoji="1" lang="ja-JP" altLang="en-US" sz="1600">
                <a:latin typeface="メイリオ" panose="020B0604030504040204" pitchFamily="50" charset="-128"/>
                <a:ea typeface="メイリオ" panose="020B0604030504040204" pitchFamily="50" charset="-128"/>
              </a:rPr>
              <a:t>年</a:t>
            </a:r>
            <a:r>
              <a:rPr kumimoji="1" lang="en-US" altLang="ja-JP" sz="1600">
                <a:latin typeface="メイリオ" panose="020B0604030504040204" pitchFamily="50" charset="-128"/>
                <a:ea typeface="メイリオ" panose="020B0604030504040204" pitchFamily="50" charset="-128"/>
              </a:rPr>
              <a:t>11</a:t>
            </a:r>
            <a:r>
              <a:rPr kumimoji="1" lang="ja-JP" altLang="en-US" sz="1600">
                <a:latin typeface="メイリオ" panose="020B0604030504040204" pitchFamily="50" charset="-128"/>
                <a:ea typeface="メイリオ" panose="020B0604030504040204" pitchFamily="50" charset="-128"/>
              </a:rPr>
              <a:t>月～企画進行中</a:t>
            </a:r>
            <a:endParaRPr kumimoji="1" lang="en-US" altLang="ja-JP" sz="1600">
              <a:latin typeface="メイリオ" panose="020B0604030504040204" pitchFamily="50" charset="-128"/>
              <a:ea typeface="メイリオ" panose="020B0604030504040204" pitchFamily="50" charset="-128"/>
            </a:endParaRPr>
          </a:p>
          <a:p>
            <a:pPr algn="l"/>
            <a:r>
              <a:rPr kumimoji="1" lang="en-US" altLang="ja-JP" sz="1600">
                <a:latin typeface="メイリオ" panose="020B0604030504040204" pitchFamily="50" charset="-128"/>
                <a:ea typeface="メイリオ" panose="020B0604030504040204" pitchFamily="50" charset="-128"/>
              </a:rPr>
              <a:t>GORGON POINT</a:t>
            </a:r>
          </a:p>
          <a:p>
            <a:pPr algn="l"/>
            <a:r>
              <a:rPr lang="en-US" altLang="ja-JP" sz="1600">
                <a:latin typeface="メイリオ" panose="020B0604030504040204" pitchFamily="50" charset="-128"/>
                <a:ea typeface="メイリオ" panose="020B0604030504040204" pitchFamily="50" charset="-128"/>
              </a:rPr>
              <a:t>※</a:t>
            </a:r>
            <a:r>
              <a:rPr kumimoji="1" lang="en-US" altLang="ja-JP" sz="1600">
                <a:latin typeface="メイリオ" panose="020B0604030504040204" pitchFamily="50" charset="-128"/>
                <a:ea typeface="メイリオ" panose="020B0604030504040204" pitchFamily="50" charset="-128"/>
              </a:rPr>
              <a:t>2026</a:t>
            </a:r>
            <a:r>
              <a:rPr kumimoji="1" lang="ja-JP" altLang="en-US" sz="1600">
                <a:latin typeface="メイリオ" panose="020B0604030504040204" pitchFamily="50" charset="-128"/>
                <a:ea typeface="メイリオ" panose="020B0604030504040204" pitchFamily="50" charset="-128"/>
              </a:rPr>
              <a:t>年</a:t>
            </a:r>
            <a:r>
              <a:rPr kumimoji="1" lang="en-US" altLang="ja-JP" sz="1600">
                <a:latin typeface="メイリオ" panose="020B0604030504040204" pitchFamily="50" charset="-128"/>
                <a:ea typeface="メイリオ" panose="020B0604030504040204" pitchFamily="50" charset="-128"/>
              </a:rPr>
              <a:t>2</a:t>
            </a:r>
            <a:r>
              <a:rPr lang="ja-JP" altLang="en-US" sz="1600">
                <a:latin typeface="メイリオ" panose="020B0604030504040204" pitchFamily="50" charset="-128"/>
                <a:ea typeface="メイリオ" panose="020B0604030504040204" pitchFamily="50" charset="-128"/>
              </a:rPr>
              <a:t>月</a:t>
            </a:r>
            <a:r>
              <a:rPr lang="en-US" altLang="ja-JP" sz="1600">
                <a:latin typeface="メイリオ" panose="020B0604030504040204" pitchFamily="50" charset="-128"/>
                <a:ea typeface="メイリオ" panose="020B0604030504040204" pitchFamily="50" charset="-128"/>
              </a:rPr>
              <a:t>TTM</a:t>
            </a:r>
            <a:r>
              <a:rPr lang="ja-JP" altLang="en-US" sz="1600">
                <a:latin typeface="メイリオ" panose="020B0604030504040204" pitchFamily="50" charset="-128"/>
                <a:ea typeface="メイリオ" panose="020B0604030504040204" pitchFamily="50" charset="-128"/>
              </a:rPr>
              <a:t>予定・日付未定</a:t>
            </a:r>
            <a:endParaRPr kumimoji="1" lang="en-US" altLang="ja-JP" sz="1600">
              <a:latin typeface="メイリオ" panose="020B0604030504040204" pitchFamily="50" charset="-128"/>
              <a:ea typeface="メイリオ" panose="020B0604030504040204" pitchFamily="50" charset="-128"/>
            </a:endParaRPr>
          </a:p>
          <a:p>
            <a:pPr algn="l"/>
            <a:endParaRPr lang="en-US" altLang="ja-JP" sz="1600">
              <a:latin typeface="メイリオ" panose="020B0604030504040204" pitchFamily="50" charset="-128"/>
              <a:ea typeface="メイリオ" panose="020B0604030504040204" pitchFamily="50" charset="-128"/>
            </a:endParaRPr>
          </a:p>
          <a:p>
            <a:pPr algn="l"/>
            <a:r>
              <a:rPr lang="ja-JP" altLang="en-US" sz="1600">
                <a:latin typeface="メイリオ" panose="020B0604030504040204" pitchFamily="50" charset="-128"/>
                <a:ea typeface="メイリオ" panose="020B0604030504040204" pitchFamily="50" charset="-128"/>
              </a:rPr>
              <a:t>の情報公開までにシリーズ運用が更新されていることが望ましい。</a:t>
            </a:r>
            <a:endParaRPr lang="en-US" altLang="ja-JP" sz="1600">
              <a:latin typeface="メイリオ" panose="020B0604030504040204" pitchFamily="50" charset="-128"/>
              <a:ea typeface="メイリオ" panose="020B0604030504040204" pitchFamily="50" charset="-128"/>
            </a:endParaRPr>
          </a:p>
          <a:p>
            <a:pPr algn="l"/>
            <a:endParaRPr lang="en-US" altLang="ja-JP" sz="1600">
              <a:latin typeface="メイリオ" panose="020B0604030504040204" pitchFamily="50" charset="-128"/>
              <a:ea typeface="メイリオ" panose="020B0604030504040204" pitchFamily="50" charset="-128"/>
            </a:endParaRPr>
          </a:p>
          <a:p>
            <a:pPr algn="l"/>
            <a:endParaRPr lang="en-US" altLang="ja-JP" sz="1600">
              <a:latin typeface="メイリオ" panose="020B0604030504040204" pitchFamily="50" charset="-128"/>
              <a:ea typeface="メイリオ" panose="020B0604030504040204" pitchFamily="50" charset="-128"/>
            </a:endParaRPr>
          </a:p>
          <a:p>
            <a:pPr algn="l"/>
            <a:endParaRPr lang="en-US" altLang="ja-JP" sz="1600">
              <a:latin typeface="メイリオ" panose="020B0604030504040204" pitchFamily="50" charset="-128"/>
              <a:ea typeface="メイリオ" panose="020B0604030504040204" pitchFamily="50" charset="-128"/>
            </a:endParaRPr>
          </a:p>
        </p:txBody>
      </p:sp>
      <p:sp>
        <p:nvSpPr>
          <p:cNvPr id="26" name="矢印: ストライプ 25">
            <a:extLst>
              <a:ext uri="{FF2B5EF4-FFF2-40B4-BE49-F238E27FC236}">
                <a16:creationId xmlns:a16="http://schemas.microsoft.com/office/drawing/2014/main" id="{400E265D-662A-AA14-26D4-0FCAD72F90F9}"/>
              </a:ext>
            </a:extLst>
          </p:cNvPr>
          <p:cNvSpPr/>
          <p:nvPr/>
        </p:nvSpPr>
        <p:spPr>
          <a:xfrm>
            <a:off x="7813965" y="2309090"/>
            <a:ext cx="3646342" cy="3639126"/>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l"/>
            <a:r>
              <a:rPr kumimoji="1" lang="ja-JP" altLang="en-US" sz="2000">
                <a:latin typeface="メイリオ" panose="020B0604030504040204" pitchFamily="50" charset="-128"/>
                <a:ea typeface="メイリオ" panose="020B0604030504040204" pitchFamily="50" charset="-128"/>
              </a:rPr>
              <a:t>新シリーズ</a:t>
            </a:r>
            <a:endParaRPr kumimoji="1" lang="en-US" altLang="ja-JP" sz="2000">
              <a:latin typeface="メイリオ" panose="020B0604030504040204" pitchFamily="50" charset="-128"/>
              <a:ea typeface="メイリオ" panose="020B0604030504040204" pitchFamily="50" charset="-128"/>
            </a:endParaRPr>
          </a:p>
          <a:p>
            <a:pPr algn="l"/>
            <a:r>
              <a:rPr lang="ja-JP" altLang="en-US" sz="2000">
                <a:latin typeface="メイリオ" panose="020B0604030504040204" pitchFamily="50" charset="-128"/>
                <a:ea typeface="メイリオ" panose="020B0604030504040204" pitchFamily="50" charset="-128"/>
              </a:rPr>
              <a:t>運用開始</a:t>
            </a:r>
            <a:endParaRPr lang="en-US" altLang="ja-JP" sz="2000">
              <a:latin typeface="メイリオ" panose="020B0604030504040204" pitchFamily="50" charset="-128"/>
              <a:ea typeface="メイリオ" panose="020B0604030504040204" pitchFamily="50" charset="-128"/>
            </a:endParaRPr>
          </a:p>
          <a:p>
            <a:pPr algn="l"/>
            <a:r>
              <a:rPr kumimoji="1" lang="ja-JP" altLang="en-US" sz="1200">
                <a:latin typeface="メイリオ" panose="020B0604030504040204" pitchFamily="50" charset="-128"/>
                <a:ea typeface="メイリオ" panose="020B0604030504040204" pitchFamily="50" charset="-128"/>
              </a:rPr>
              <a:t>（既存モデル名の変更も）</a:t>
            </a:r>
          </a:p>
        </p:txBody>
      </p:sp>
      <p:sp>
        <p:nvSpPr>
          <p:cNvPr id="28" name="テキスト ボックス 27">
            <a:extLst>
              <a:ext uri="{FF2B5EF4-FFF2-40B4-BE49-F238E27FC236}">
                <a16:creationId xmlns:a16="http://schemas.microsoft.com/office/drawing/2014/main" id="{886869C6-046D-314C-3E99-DE9B4801DE66}"/>
              </a:ext>
            </a:extLst>
          </p:cNvPr>
          <p:cNvSpPr txBox="1"/>
          <p:nvPr/>
        </p:nvSpPr>
        <p:spPr>
          <a:xfrm>
            <a:off x="6629545" y="1736497"/>
            <a:ext cx="1697037" cy="369332"/>
          </a:xfrm>
          <a:prstGeom prst="rect">
            <a:avLst/>
          </a:prstGeom>
          <a:noFill/>
        </p:spPr>
        <p:txBody>
          <a:bodyPr wrap="square" rtlCol="0">
            <a:spAutoFit/>
          </a:bodyPr>
          <a:lstStyle/>
          <a:p>
            <a:pPr algn="r"/>
            <a:r>
              <a:rPr kumimoji="1" lang="ja-JP" altLang="en-US">
                <a:solidFill>
                  <a:srgbClr val="FF0000"/>
                </a:solidFill>
                <a:latin typeface="メイリオ" panose="020B0604030504040204" pitchFamily="50" charset="-128"/>
                <a:ea typeface="メイリオ" panose="020B0604030504040204" pitchFamily="50" charset="-128"/>
              </a:rPr>
              <a:t>デッドライン</a:t>
            </a:r>
          </a:p>
        </p:txBody>
      </p:sp>
      <p:sp>
        <p:nvSpPr>
          <p:cNvPr id="32" name="四角形: 角を丸くする 31">
            <a:extLst>
              <a:ext uri="{FF2B5EF4-FFF2-40B4-BE49-F238E27FC236}">
                <a16:creationId xmlns:a16="http://schemas.microsoft.com/office/drawing/2014/main" id="{83FD661C-7DE3-D66E-04CE-907F06785520}"/>
              </a:ext>
            </a:extLst>
          </p:cNvPr>
          <p:cNvSpPr/>
          <p:nvPr/>
        </p:nvSpPr>
        <p:spPr>
          <a:xfrm>
            <a:off x="590836" y="5033821"/>
            <a:ext cx="6668943" cy="1357743"/>
          </a:xfrm>
          <a:prstGeom prst="roundRect">
            <a:avLst>
              <a:gd name="adj" fmla="val 0"/>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l"/>
            <a:r>
              <a:rPr lang="ja-JP" altLang="en-US" sz="1600">
                <a:solidFill>
                  <a:schemeClr val="tx1">
                    <a:lumMod val="85000"/>
                    <a:lumOff val="15000"/>
                  </a:schemeClr>
                </a:solidFill>
                <a:latin typeface="メイリオ" panose="020B0604030504040204" pitchFamily="50" charset="-128"/>
                <a:ea typeface="メイリオ" panose="020B0604030504040204" pitchFamily="50" charset="-128"/>
              </a:rPr>
              <a:t>★確認事項</a:t>
            </a:r>
            <a:endParaRPr lang="en-US" altLang="ja-JP" sz="1600">
              <a:solidFill>
                <a:schemeClr val="tx1">
                  <a:lumMod val="85000"/>
                  <a:lumOff val="15000"/>
                </a:schemeClr>
              </a:solidFill>
              <a:latin typeface="メイリオ" panose="020B0604030504040204" pitchFamily="50" charset="-128"/>
              <a:ea typeface="メイリオ" panose="020B0604030504040204" pitchFamily="50" charset="-128"/>
            </a:endParaRPr>
          </a:p>
          <a:p>
            <a:pPr algn="l"/>
            <a:r>
              <a:rPr lang="ja-JP" altLang="en-US" sz="1600">
                <a:solidFill>
                  <a:schemeClr val="tx1">
                    <a:lumMod val="85000"/>
                    <a:lumOff val="15000"/>
                  </a:schemeClr>
                </a:solidFill>
                <a:latin typeface="メイリオ" panose="020B0604030504040204" pitchFamily="50" charset="-128"/>
                <a:ea typeface="メイリオ" panose="020B0604030504040204" pitchFamily="50" charset="-128"/>
              </a:rPr>
              <a:t>　・既存モデル：定格銘板変更</a:t>
            </a:r>
            <a:r>
              <a:rPr lang="en-US" altLang="ja-JP" sz="1600">
                <a:solidFill>
                  <a:schemeClr val="tx1">
                    <a:lumMod val="85000"/>
                    <a:lumOff val="15000"/>
                  </a:schemeClr>
                </a:solidFill>
                <a:latin typeface="メイリオ" panose="020B0604030504040204" pitchFamily="50" charset="-128"/>
                <a:ea typeface="メイリオ" panose="020B0604030504040204" pitchFamily="50" charset="-128"/>
              </a:rPr>
              <a:t>(4M</a:t>
            </a:r>
            <a:r>
              <a:rPr lang="ja-JP" altLang="en-US" sz="1600">
                <a:solidFill>
                  <a:schemeClr val="tx1">
                    <a:lumMod val="85000"/>
                    <a:lumOff val="15000"/>
                  </a:schemeClr>
                </a:solidFill>
                <a:latin typeface="メイリオ" panose="020B0604030504040204" pitchFamily="50" charset="-128"/>
                <a:ea typeface="メイリオ" panose="020B0604030504040204" pitchFamily="50" charset="-128"/>
              </a:rPr>
              <a:t>変更</a:t>
            </a:r>
            <a:r>
              <a:rPr lang="en-US" altLang="ja-JP" sz="1600">
                <a:solidFill>
                  <a:schemeClr val="tx1">
                    <a:lumMod val="85000"/>
                    <a:lumOff val="15000"/>
                  </a:schemeClr>
                </a:solidFill>
                <a:latin typeface="メイリオ" panose="020B0604030504040204" pitchFamily="50" charset="-128"/>
                <a:ea typeface="メイリオ" panose="020B0604030504040204" pitchFamily="50" charset="-128"/>
              </a:rPr>
              <a:t>)</a:t>
            </a:r>
            <a:r>
              <a:rPr lang="ja-JP" altLang="en-US" sz="1600">
                <a:solidFill>
                  <a:schemeClr val="tx1">
                    <a:lumMod val="85000"/>
                    <a:lumOff val="15000"/>
                  </a:schemeClr>
                </a:solidFill>
                <a:latin typeface="メイリオ" panose="020B0604030504040204" pitchFamily="50" charset="-128"/>
                <a:ea typeface="メイリオ" panose="020B0604030504040204" pitchFamily="50" charset="-128"/>
              </a:rPr>
              <a:t>　要不要・変更時期</a:t>
            </a:r>
            <a:endParaRPr lang="en-US" altLang="ja-JP" sz="1600">
              <a:solidFill>
                <a:schemeClr val="tx1">
                  <a:lumMod val="85000"/>
                  <a:lumOff val="15000"/>
                </a:schemeClr>
              </a:solidFill>
              <a:latin typeface="メイリオ" panose="020B0604030504040204" pitchFamily="50" charset="-128"/>
              <a:ea typeface="メイリオ" panose="020B0604030504040204" pitchFamily="50" charset="-128"/>
            </a:endParaRPr>
          </a:p>
          <a:p>
            <a:pPr algn="l"/>
            <a:r>
              <a:rPr lang="ja-JP" altLang="en-US" sz="1600">
                <a:solidFill>
                  <a:schemeClr val="tx1">
                    <a:lumMod val="85000"/>
                    <a:lumOff val="15000"/>
                  </a:schemeClr>
                </a:solidFill>
                <a:latin typeface="メイリオ" panose="020B0604030504040204" pitchFamily="50" charset="-128"/>
                <a:ea typeface="メイリオ" panose="020B0604030504040204" pitchFamily="50" charset="-128"/>
              </a:rPr>
              <a:t>　</a:t>
            </a:r>
            <a:endParaRPr lang="en-US" altLang="ja-JP" sz="1600">
              <a:latin typeface="メイリオ" panose="020B0604030504040204" pitchFamily="50" charset="-128"/>
              <a:ea typeface="メイリオ" panose="020B0604030504040204" pitchFamily="50" charset="-128"/>
            </a:endParaRPr>
          </a:p>
          <a:p>
            <a:pPr algn="l"/>
            <a:endParaRPr lang="en-US" altLang="ja-JP" sz="1600">
              <a:latin typeface="メイリオ" panose="020B0604030504040204" pitchFamily="50" charset="-128"/>
              <a:ea typeface="メイリオ" panose="020B0604030504040204" pitchFamily="50" charset="-128"/>
            </a:endParaRPr>
          </a:p>
        </p:txBody>
      </p:sp>
      <p:sp>
        <p:nvSpPr>
          <p:cNvPr id="33" name="四角形: 角を丸くする 32">
            <a:extLst>
              <a:ext uri="{FF2B5EF4-FFF2-40B4-BE49-F238E27FC236}">
                <a16:creationId xmlns:a16="http://schemas.microsoft.com/office/drawing/2014/main" id="{9E46BC95-46FC-8B71-2FA2-4C6FC067A1F9}"/>
              </a:ext>
            </a:extLst>
          </p:cNvPr>
          <p:cNvSpPr/>
          <p:nvPr/>
        </p:nvSpPr>
        <p:spPr>
          <a:xfrm>
            <a:off x="3681845" y="84860"/>
            <a:ext cx="5049982" cy="404667"/>
          </a:xfrm>
          <a:prstGeom prst="roundRect">
            <a:avLst/>
          </a:prstGeom>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1"/>
          <a:lstStyle/>
          <a:p>
            <a:pPr algn="ctr"/>
            <a:r>
              <a:rPr kumimoji="1" lang="en-US" altLang="ja-JP" sz="1600">
                <a:latin typeface="メイリオ" panose="020B0604030504040204" pitchFamily="50" charset="-128"/>
                <a:ea typeface="メイリオ" panose="020B0604030504040204" pitchFamily="50" charset="-128"/>
              </a:rPr>
              <a:t>25</a:t>
            </a:r>
            <a:r>
              <a:rPr kumimoji="1" lang="ja-JP" altLang="en-US" sz="1600">
                <a:latin typeface="メイリオ" panose="020B0604030504040204" pitchFamily="50" charset="-128"/>
                <a:ea typeface="メイリオ" panose="020B0604030504040204" pitchFamily="50" charset="-128"/>
              </a:rPr>
              <a:t>年</a:t>
            </a:r>
            <a:r>
              <a:rPr kumimoji="1" lang="en-US" altLang="ja-JP" sz="1600">
                <a:latin typeface="メイリオ" panose="020B0604030504040204" pitchFamily="50" charset="-128"/>
                <a:ea typeface="メイリオ" panose="020B0604030504040204" pitchFamily="50" charset="-128"/>
              </a:rPr>
              <a:t>11</a:t>
            </a:r>
            <a:r>
              <a:rPr kumimoji="1" lang="ja-JP" altLang="en-US" sz="1600">
                <a:latin typeface="メイリオ" panose="020B0604030504040204" pitchFamily="50" charset="-128"/>
                <a:ea typeface="メイリオ" panose="020B0604030504040204" pitchFamily="50" charset="-128"/>
              </a:rPr>
              <a:t>月レビューで要合意形成</a:t>
            </a:r>
          </a:p>
        </p:txBody>
      </p:sp>
    </p:spTree>
    <p:extLst>
      <p:ext uri="{BB962C8B-B14F-4D97-AF65-F5344CB8AC3E}">
        <p14:creationId xmlns:p14="http://schemas.microsoft.com/office/powerpoint/2010/main" val="11579446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A1005-B764-7D4C-DDE5-FA1AC88BDE3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8FEF02A-125D-207C-882B-E7A71D277076}"/>
              </a:ext>
            </a:extLst>
          </p:cNvPr>
          <p:cNvSpPr>
            <a:spLocks noGrp="1"/>
          </p:cNvSpPr>
          <p:nvPr>
            <p:ph type="title"/>
          </p:nvPr>
        </p:nvSpPr>
        <p:spPr/>
        <p:txBody>
          <a:bodyPr/>
          <a:lstStyle/>
          <a:p>
            <a:r>
              <a:rPr kumimoji="1" lang="ja-JP" altLang="en-US"/>
              <a:t>以降付録資料です。</a:t>
            </a:r>
          </a:p>
        </p:txBody>
      </p:sp>
    </p:spTree>
    <p:extLst>
      <p:ext uri="{BB962C8B-B14F-4D97-AF65-F5344CB8AC3E}">
        <p14:creationId xmlns:p14="http://schemas.microsoft.com/office/powerpoint/2010/main" val="34067667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1FD4CE6F-5861-19E9-7486-B686A78152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2872" y="720436"/>
            <a:ext cx="5009589" cy="541712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E49607D8-2B74-6D38-8E8E-B1EC271046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8671" y="512329"/>
            <a:ext cx="3800475" cy="5962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87600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 name="図 94">
            <a:extLst>
              <a:ext uri="{FF2B5EF4-FFF2-40B4-BE49-F238E27FC236}">
                <a16:creationId xmlns:a16="http://schemas.microsoft.com/office/drawing/2014/main" id="{5F43F7CD-2FBD-08D5-8952-BE001D028B57}"/>
              </a:ext>
            </a:extLst>
          </p:cNvPr>
          <p:cNvPicPr>
            <a:picLocks noChangeAspect="1"/>
          </p:cNvPicPr>
          <p:nvPr/>
        </p:nvPicPr>
        <p:blipFill>
          <a:blip r:embed="rId2"/>
          <a:stretch>
            <a:fillRect/>
          </a:stretch>
        </p:blipFill>
        <p:spPr>
          <a:xfrm>
            <a:off x="3500582" y="567034"/>
            <a:ext cx="4039117" cy="2271378"/>
          </a:xfrm>
          <a:prstGeom prst="rect">
            <a:avLst/>
          </a:prstGeom>
        </p:spPr>
      </p:pic>
      <p:pic>
        <p:nvPicPr>
          <p:cNvPr id="101" name="図 100">
            <a:extLst>
              <a:ext uri="{FF2B5EF4-FFF2-40B4-BE49-F238E27FC236}">
                <a16:creationId xmlns:a16="http://schemas.microsoft.com/office/drawing/2014/main" id="{86D71015-4FF7-6889-B4E9-F138E58F9CA7}"/>
              </a:ext>
            </a:extLst>
          </p:cNvPr>
          <p:cNvPicPr>
            <a:picLocks noChangeAspect="1"/>
          </p:cNvPicPr>
          <p:nvPr/>
        </p:nvPicPr>
        <p:blipFill>
          <a:blip r:embed="rId3"/>
          <a:stretch>
            <a:fillRect/>
          </a:stretch>
        </p:blipFill>
        <p:spPr>
          <a:xfrm>
            <a:off x="5750648" y="3031836"/>
            <a:ext cx="6147274" cy="3470564"/>
          </a:xfrm>
          <a:prstGeom prst="rect">
            <a:avLst/>
          </a:prstGeom>
        </p:spPr>
      </p:pic>
      <p:pic>
        <p:nvPicPr>
          <p:cNvPr id="91" name="図 90">
            <a:extLst>
              <a:ext uri="{FF2B5EF4-FFF2-40B4-BE49-F238E27FC236}">
                <a16:creationId xmlns:a16="http://schemas.microsoft.com/office/drawing/2014/main" id="{CEA1D8ED-89DC-DC08-C7CD-16CA116356FC}"/>
              </a:ext>
            </a:extLst>
          </p:cNvPr>
          <p:cNvPicPr>
            <a:picLocks noChangeAspect="1"/>
          </p:cNvPicPr>
          <p:nvPr/>
        </p:nvPicPr>
        <p:blipFill>
          <a:blip r:embed="rId4"/>
          <a:stretch>
            <a:fillRect/>
          </a:stretch>
        </p:blipFill>
        <p:spPr>
          <a:xfrm>
            <a:off x="294078" y="175759"/>
            <a:ext cx="3105149" cy="3253241"/>
          </a:xfrm>
          <a:prstGeom prst="rect">
            <a:avLst/>
          </a:prstGeom>
        </p:spPr>
      </p:pic>
      <p:pic>
        <p:nvPicPr>
          <p:cNvPr id="97" name="図 96">
            <a:extLst>
              <a:ext uri="{FF2B5EF4-FFF2-40B4-BE49-F238E27FC236}">
                <a16:creationId xmlns:a16="http://schemas.microsoft.com/office/drawing/2014/main" id="{7FAB7E2F-AE67-28B3-7F6B-BF789FC090FF}"/>
              </a:ext>
            </a:extLst>
          </p:cNvPr>
          <p:cNvPicPr>
            <a:picLocks noChangeAspect="1"/>
          </p:cNvPicPr>
          <p:nvPr/>
        </p:nvPicPr>
        <p:blipFill>
          <a:blip r:embed="rId5"/>
          <a:stretch>
            <a:fillRect/>
          </a:stretch>
        </p:blipFill>
        <p:spPr>
          <a:xfrm>
            <a:off x="7607596" y="355599"/>
            <a:ext cx="4389660" cy="2482813"/>
          </a:xfrm>
          <a:prstGeom prst="rect">
            <a:avLst/>
          </a:prstGeom>
        </p:spPr>
      </p:pic>
      <p:pic>
        <p:nvPicPr>
          <p:cNvPr id="99" name="図 98">
            <a:extLst>
              <a:ext uri="{FF2B5EF4-FFF2-40B4-BE49-F238E27FC236}">
                <a16:creationId xmlns:a16="http://schemas.microsoft.com/office/drawing/2014/main" id="{027F3BBA-7123-F640-D1B5-987D89FDD013}"/>
              </a:ext>
            </a:extLst>
          </p:cNvPr>
          <p:cNvPicPr>
            <a:picLocks noChangeAspect="1"/>
          </p:cNvPicPr>
          <p:nvPr/>
        </p:nvPicPr>
        <p:blipFill>
          <a:blip r:embed="rId6"/>
          <a:stretch>
            <a:fillRect/>
          </a:stretch>
        </p:blipFill>
        <p:spPr>
          <a:xfrm>
            <a:off x="294078" y="3617043"/>
            <a:ext cx="5120134" cy="2885357"/>
          </a:xfrm>
          <a:prstGeom prst="rect">
            <a:avLst/>
          </a:prstGeom>
        </p:spPr>
      </p:pic>
    </p:spTree>
    <p:extLst>
      <p:ext uri="{BB962C8B-B14F-4D97-AF65-F5344CB8AC3E}">
        <p14:creationId xmlns:p14="http://schemas.microsoft.com/office/powerpoint/2010/main" val="42625124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テキスト ボックス 12">
            <a:extLst>
              <a:ext uri="{FF2B5EF4-FFF2-40B4-BE49-F238E27FC236}">
                <a16:creationId xmlns:a16="http://schemas.microsoft.com/office/drawing/2014/main" id="{DB086F95-91C2-8E9B-F540-FC0CED7EC14B}"/>
              </a:ext>
            </a:extLst>
          </p:cNvPr>
          <p:cNvSpPr txBox="1"/>
          <p:nvPr/>
        </p:nvSpPr>
        <p:spPr>
          <a:xfrm>
            <a:off x="469814" y="467340"/>
            <a:ext cx="9419093" cy="2862322"/>
          </a:xfrm>
          <a:prstGeom prst="rect">
            <a:avLst/>
          </a:prstGeom>
          <a:noFill/>
        </p:spPr>
        <p:txBody>
          <a:bodyPr wrap="square" rtlCol="0">
            <a:spAutoFit/>
          </a:bodyPr>
          <a:lstStyle/>
          <a:p>
            <a:r>
              <a:rPr lang="en-US" altLang="ja-JP"/>
              <a:t>ASUS : ROG – TUF</a:t>
            </a:r>
          </a:p>
          <a:p>
            <a:r>
              <a:rPr kumimoji="1" lang="en-US" altLang="ja-JP"/>
              <a:t>ALIENWARE : AEA51 – AUR</a:t>
            </a:r>
            <a:r>
              <a:rPr lang="en-US" altLang="ja-JP"/>
              <a:t>ORA</a:t>
            </a:r>
            <a:endParaRPr kumimoji="1" lang="en-US" altLang="ja-JP"/>
          </a:p>
          <a:p>
            <a:r>
              <a:rPr lang="en-US" altLang="ja-JP"/>
              <a:t>Razer</a:t>
            </a:r>
            <a:r>
              <a:rPr lang="ja-JP" altLang="en-US"/>
              <a:t>：</a:t>
            </a:r>
            <a:r>
              <a:rPr lang="en-US" altLang="ja-JP"/>
              <a:t>Blade</a:t>
            </a:r>
            <a:r>
              <a:rPr lang="ja-JP" altLang="en-US"/>
              <a:t>－</a:t>
            </a:r>
            <a:r>
              <a:rPr lang="en-US" altLang="ja-JP"/>
              <a:t>Stealth</a:t>
            </a:r>
          </a:p>
          <a:p>
            <a:endParaRPr lang="en-US" altLang="ja-JP"/>
          </a:p>
          <a:p>
            <a:r>
              <a:rPr kumimoji="1" lang="en-US" altLang="ja-JP"/>
              <a:t>MSI</a:t>
            </a:r>
          </a:p>
          <a:p>
            <a:r>
              <a:rPr kumimoji="1" lang="en-US" altLang="ja-JP"/>
              <a:t> Titan : </a:t>
            </a:r>
            <a:r>
              <a:rPr kumimoji="1" lang="ja-JP" altLang="en-US"/>
              <a:t>フラッグシップモデル</a:t>
            </a:r>
            <a:endParaRPr kumimoji="1" lang="en-US" altLang="ja-JP"/>
          </a:p>
          <a:p>
            <a:r>
              <a:rPr lang="en-US" altLang="ja-JP"/>
              <a:t> Stealth</a:t>
            </a:r>
            <a:r>
              <a:rPr lang="ja-JP" altLang="en-US"/>
              <a:t>：薄型ハイエンドモデル</a:t>
            </a:r>
            <a:endParaRPr lang="en-US" altLang="ja-JP"/>
          </a:p>
          <a:p>
            <a:r>
              <a:rPr kumimoji="1" lang="en-US" altLang="ja-JP"/>
              <a:t> Raider</a:t>
            </a:r>
            <a:r>
              <a:rPr kumimoji="1" lang="ja-JP" altLang="en-US"/>
              <a:t>：性能・機能重視 ハイエンドモデル</a:t>
            </a:r>
            <a:endParaRPr kumimoji="1" lang="en-US" altLang="ja-JP"/>
          </a:p>
          <a:p>
            <a:r>
              <a:rPr lang="en-US" altLang="ja-JP"/>
              <a:t> Vector</a:t>
            </a:r>
            <a:r>
              <a:rPr lang="ja-JP" altLang="en-US"/>
              <a:t>：性能・コスパ重視 ハイスペックモデル</a:t>
            </a:r>
            <a:endParaRPr lang="en-US" altLang="ja-JP"/>
          </a:p>
          <a:p>
            <a:endParaRPr kumimoji="1" lang="en-US" altLang="ja-JP"/>
          </a:p>
        </p:txBody>
      </p:sp>
      <p:sp>
        <p:nvSpPr>
          <p:cNvPr id="3" name="テキスト ボックス 2">
            <a:extLst>
              <a:ext uri="{FF2B5EF4-FFF2-40B4-BE49-F238E27FC236}">
                <a16:creationId xmlns:a16="http://schemas.microsoft.com/office/drawing/2014/main" id="{E0235A4A-4F3C-401A-865F-FA20FDBF14AF}"/>
              </a:ext>
            </a:extLst>
          </p:cNvPr>
          <p:cNvSpPr txBox="1"/>
          <p:nvPr/>
        </p:nvSpPr>
        <p:spPr>
          <a:xfrm>
            <a:off x="618835" y="4198035"/>
            <a:ext cx="8903855" cy="369332"/>
          </a:xfrm>
          <a:prstGeom prst="rect">
            <a:avLst/>
          </a:prstGeom>
          <a:noFill/>
        </p:spPr>
        <p:txBody>
          <a:bodyPr wrap="square">
            <a:spAutoFit/>
          </a:bodyPr>
          <a:lstStyle/>
          <a:p>
            <a:r>
              <a:rPr lang="en-US" altLang="ja-JP">
                <a:hlinkClick r:id="rId2"/>
              </a:rPr>
              <a:t>ZEPHYRUS </a:t>
            </a:r>
            <a:r>
              <a:rPr lang="ja-JP" altLang="en-US">
                <a:hlinkClick r:id="rId2"/>
              </a:rPr>
              <a:t>対 </a:t>
            </a:r>
            <a:r>
              <a:rPr lang="en-US" altLang="ja-JP">
                <a:hlinkClick r:id="rId2"/>
              </a:rPr>
              <a:t>STRIX </a:t>
            </a:r>
            <a:r>
              <a:rPr lang="ja-JP" altLang="en-US">
                <a:hlinkClick r:id="rId2"/>
              </a:rPr>
              <a:t>対 </a:t>
            </a:r>
            <a:r>
              <a:rPr lang="en-US" altLang="ja-JP">
                <a:hlinkClick r:id="rId2"/>
              </a:rPr>
              <a:t>FLOW</a:t>
            </a:r>
            <a:r>
              <a:rPr lang="ja-JP" altLang="en-US">
                <a:hlinkClick r:id="rId2"/>
              </a:rPr>
              <a:t>：</a:t>
            </a:r>
            <a:r>
              <a:rPr lang="en-US" altLang="ja-JP">
                <a:hlinkClick r:id="rId2"/>
              </a:rPr>
              <a:t>ROG</a:t>
            </a:r>
            <a:r>
              <a:rPr lang="ja-JP" altLang="en-US">
                <a:hlinkClick r:id="rId2"/>
              </a:rPr>
              <a:t>ゲーミングノートパソコン</a:t>
            </a:r>
            <a:r>
              <a:rPr lang="en-US" altLang="ja-JP">
                <a:hlinkClick r:id="rId2"/>
              </a:rPr>
              <a:t>3</a:t>
            </a:r>
            <a:r>
              <a:rPr lang="ja-JP" altLang="en-US">
                <a:hlinkClick r:id="rId2"/>
              </a:rPr>
              <a:t>製品の違いとは？</a:t>
            </a:r>
            <a:endParaRPr lang="ja-JP" altLang="en-US"/>
          </a:p>
        </p:txBody>
      </p:sp>
    </p:spTree>
    <p:extLst>
      <p:ext uri="{BB962C8B-B14F-4D97-AF65-F5344CB8AC3E}">
        <p14:creationId xmlns:p14="http://schemas.microsoft.com/office/powerpoint/2010/main" val="41466248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ED70E55E-BDB5-4EF3-5304-36D22DA738D1}"/>
              </a:ext>
            </a:extLst>
          </p:cNvPr>
          <p:cNvPicPr>
            <a:picLocks noChangeAspect="1"/>
          </p:cNvPicPr>
          <p:nvPr/>
        </p:nvPicPr>
        <p:blipFill>
          <a:blip r:embed="rId2"/>
          <a:stretch>
            <a:fillRect/>
          </a:stretch>
        </p:blipFill>
        <p:spPr>
          <a:xfrm>
            <a:off x="805059" y="365234"/>
            <a:ext cx="3358692" cy="2154369"/>
          </a:xfrm>
          <a:prstGeom prst="rect">
            <a:avLst/>
          </a:prstGeom>
        </p:spPr>
      </p:pic>
      <p:sp>
        <p:nvSpPr>
          <p:cNvPr id="7" name="テキスト ボックス 6">
            <a:extLst>
              <a:ext uri="{FF2B5EF4-FFF2-40B4-BE49-F238E27FC236}">
                <a16:creationId xmlns:a16="http://schemas.microsoft.com/office/drawing/2014/main" id="{88E0E77B-E9F2-B53D-655E-C129D20BDEC0}"/>
              </a:ext>
            </a:extLst>
          </p:cNvPr>
          <p:cNvSpPr txBox="1"/>
          <p:nvPr/>
        </p:nvSpPr>
        <p:spPr>
          <a:xfrm>
            <a:off x="-21546" y="2584150"/>
            <a:ext cx="5011902" cy="276999"/>
          </a:xfrm>
          <a:prstGeom prst="rect">
            <a:avLst/>
          </a:prstGeom>
          <a:noFill/>
        </p:spPr>
        <p:txBody>
          <a:bodyPr wrap="square">
            <a:spAutoFit/>
          </a:bodyPr>
          <a:lstStyle/>
          <a:p>
            <a:pPr algn="ctr"/>
            <a:r>
              <a:rPr lang="en-US" altLang="ja-JP" sz="1200">
                <a:hlinkClick r:id="rId3"/>
              </a:rPr>
              <a:t>ROG Strix G16 (2025) G615 | </a:t>
            </a:r>
            <a:r>
              <a:rPr lang="ja-JP" altLang="en-US" sz="1200">
                <a:hlinkClick r:id="rId3"/>
              </a:rPr>
              <a:t>ノートパソコン </a:t>
            </a:r>
            <a:r>
              <a:rPr lang="en-US" altLang="ja-JP" sz="1200">
                <a:hlinkClick r:id="rId3"/>
              </a:rPr>
              <a:t>| ROG </a:t>
            </a:r>
            <a:r>
              <a:rPr lang="ja-JP" altLang="en-US" sz="1200">
                <a:hlinkClick r:id="rId3"/>
              </a:rPr>
              <a:t>日本</a:t>
            </a:r>
            <a:endParaRPr lang="ja-JP" altLang="en-US" sz="1200"/>
          </a:p>
        </p:txBody>
      </p:sp>
      <p:sp>
        <p:nvSpPr>
          <p:cNvPr id="9" name="テキスト ボックス 8">
            <a:extLst>
              <a:ext uri="{FF2B5EF4-FFF2-40B4-BE49-F238E27FC236}">
                <a16:creationId xmlns:a16="http://schemas.microsoft.com/office/drawing/2014/main" id="{75FA83A2-209A-0CBB-DAFA-41358D41CD43}"/>
              </a:ext>
            </a:extLst>
          </p:cNvPr>
          <p:cNvSpPr txBox="1"/>
          <p:nvPr/>
        </p:nvSpPr>
        <p:spPr>
          <a:xfrm>
            <a:off x="3194332" y="2819372"/>
            <a:ext cx="5803334" cy="276999"/>
          </a:xfrm>
          <a:prstGeom prst="rect">
            <a:avLst/>
          </a:prstGeom>
          <a:noFill/>
        </p:spPr>
        <p:txBody>
          <a:bodyPr wrap="square">
            <a:spAutoFit/>
          </a:bodyPr>
          <a:lstStyle/>
          <a:p>
            <a:pPr algn="ctr"/>
            <a:r>
              <a:rPr lang="ja-JP" altLang="en-US" sz="1200">
                <a:hlinkClick r:id="rId4"/>
              </a:rPr>
              <a:t>最高速 </a:t>
            </a:r>
            <a:r>
              <a:rPr lang="en-US" altLang="ja-JP" sz="1200">
                <a:hlinkClick r:id="rId4"/>
              </a:rPr>
              <a:t>OLED </a:t>
            </a:r>
            <a:r>
              <a:rPr lang="ja-JP" altLang="en-US" sz="1200">
                <a:hlinkClick r:id="rId4"/>
              </a:rPr>
              <a:t>ディスプレイ搭載の </a:t>
            </a:r>
            <a:r>
              <a:rPr lang="en-US" altLang="ja-JP" sz="1200">
                <a:hlinkClick r:id="rId4"/>
              </a:rPr>
              <a:t>16 </a:t>
            </a:r>
            <a:r>
              <a:rPr lang="ja-JP" altLang="en-US" sz="1200">
                <a:hlinkClick r:id="rId4"/>
              </a:rPr>
              <a:t>インチゲーミングノート </a:t>
            </a:r>
            <a:r>
              <a:rPr lang="en-US" altLang="ja-JP" sz="1200">
                <a:hlinkClick r:id="rId4"/>
              </a:rPr>
              <a:t>PC | Razer </a:t>
            </a:r>
            <a:r>
              <a:rPr lang="ja-JP" altLang="en-US" sz="1200">
                <a:hlinkClick r:id="rId4"/>
              </a:rPr>
              <a:t>日本</a:t>
            </a:r>
            <a:endParaRPr lang="ja-JP" altLang="en-US" sz="1200"/>
          </a:p>
        </p:txBody>
      </p:sp>
      <p:pic>
        <p:nvPicPr>
          <p:cNvPr id="11" name="図 10">
            <a:extLst>
              <a:ext uri="{FF2B5EF4-FFF2-40B4-BE49-F238E27FC236}">
                <a16:creationId xmlns:a16="http://schemas.microsoft.com/office/drawing/2014/main" id="{5E2808DC-54B2-A04D-7438-1910889A8A0C}"/>
              </a:ext>
            </a:extLst>
          </p:cNvPr>
          <p:cNvPicPr>
            <a:picLocks noChangeAspect="1"/>
          </p:cNvPicPr>
          <p:nvPr/>
        </p:nvPicPr>
        <p:blipFill>
          <a:blip r:embed="rId5"/>
          <a:stretch>
            <a:fillRect/>
          </a:stretch>
        </p:blipFill>
        <p:spPr>
          <a:xfrm>
            <a:off x="4693143" y="305926"/>
            <a:ext cx="2805713" cy="2272983"/>
          </a:xfrm>
          <a:prstGeom prst="rect">
            <a:avLst/>
          </a:prstGeom>
        </p:spPr>
      </p:pic>
      <p:pic>
        <p:nvPicPr>
          <p:cNvPr id="13" name="図 12">
            <a:extLst>
              <a:ext uri="{FF2B5EF4-FFF2-40B4-BE49-F238E27FC236}">
                <a16:creationId xmlns:a16="http://schemas.microsoft.com/office/drawing/2014/main" id="{4FDC681E-8995-F26A-3316-E77D6CC02557}"/>
              </a:ext>
            </a:extLst>
          </p:cNvPr>
          <p:cNvPicPr>
            <a:picLocks noChangeAspect="1"/>
          </p:cNvPicPr>
          <p:nvPr/>
        </p:nvPicPr>
        <p:blipFill>
          <a:blip r:embed="rId6"/>
          <a:stretch>
            <a:fillRect/>
          </a:stretch>
        </p:blipFill>
        <p:spPr>
          <a:xfrm>
            <a:off x="8219380" y="250563"/>
            <a:ext cx="2601225" cy="2269040"/>
          </a:xfrm>
          <a:prstGeom prst="rect">
            <a:avLst/>
          </a:prstGeom>
        </p:spPr>
      </p:pic>
      <p:pic>
        <p:nvPicPr>
          <p:cNvPr id="15" name="図 14">
            <a:extLst>
              <a:ext uri="{FF2B5EF4-FFF2-40B4-BE49-F238E27FC236}">
                <a16:creationId xmlns:a16="http://schemas.microsoft.com/office/drawing/2014/main" id="{6D5B4D4D-4B6D-ADFB-5161-860EF398AE6E}"/>
              </a:ext>
            </a:extLst>
          </p:cNvPr>
          <p:cNvPicPr>
            <a:picLocks noChangeAspect="1"/>
          </p:cNvPicPr>
          <p:nvPr/>
        </p:nvPicPr>
        <p:blipFill>
          <a:blip r:embed="rId7"/>
          <a:stretch>
            <a:fillRect/>
          </a:stretch>
        </p:blipFill>
        <p:spPr>
          <a:xfrm>
            <a:off x="979875" y="3376803"/>
            <a:ext cx="2879750" cy="2325952"/>
          </a:xfrm>
          <a:prstGeom prst="rect">
            <a:avLst/>
          </a:prstGeom>
        </p:spPr>
      </p:pic>
      <p:sp>
        <p:nvSpPr>
          <p:cNvPr id="17" name="テキスト ボックス 16">
            <a:extLst>
              <a:ext uri="{FF2B5EF4-FFF2-40B4-BE49-F238E27FC236}">
                <a16:creationId xmlns:a16="http://schemas.microsoft.com/office/drawing/2014/main" id="{D1894AA5-BCC7-8F27-0AC2-E4EF6A055353}"/>
              </a:ext>
            </a:extLst>
          </p:cNvPr>
          <p:cNvSpPr txBox="1"/>
          <p:nvPr/>
        </p:nvSpPr>
        <p:spPr>
          <a:xfrm>
            <a:off x="7014041" y="2584149"/>
            <a:ext cx="5011901" cy="276999"/>
          </a:xfrm>
          <a:prstGeom prst="rect">
            <a:avLst/>
          </a:prstGeom>
          <a:noFill/>
        </p:spPr>
        <p:txBody>
          <a:bodyPr wrap="square">
            <a:spAutoFit/>
          </a:bodyPr>
          <a:lstStyle/>
          <a:p>
            <a:pPr algn="ctr"/>
            <a:r>
              <a:rPr lang="en-US" altLang="ja-JP" sz="1200">
                <a:hlinkClick r:id="rId8"/>
              </a:rPr>
              <a:t>ASUS TUF Gaming F16 (2025) | </a:t>
            </a:r>
            <a:r>
              <a:rPr lang="ja-JP" altLang="en-US" sz="1200">
                <a:hlinkClick r:id="rId8"/>
              </a:rPr>
              <a:t>ノートパソコン </a:t>
            </a:r>
            <a:r>
              <a:rPr lang="en-US" altLang="ja-JP" sz="1200">
                <a:hlinkClick r:id="rId8"/>
              </a:rPr>
              <a:t>| ASUS</a:t>
            </a:r>
            <a:r>
              <a:rPr lang="ja-JP" altLang="en-US" sz="1200">
                <a:hlinkClick r:id="rId8"/>
              </a:rPr>
              <a:t>日本</a:t>
            </a:r>
            <a:endParaRPr lang="ja-JP" altLang="en-US" sz="1200"/>
          </a:p>
        </p:txBody>
      </p:sp>
      <p:sp>
        <p:nvSpPr>
          <p:cNvPr id="19" name="テキスト ボックス 18">
            <a:extLst>
              <a:ext uri="{FF2B5EF4-FFF2-40B4-BE49-F238E27FC236}">
                <a16:creationId xmlns:a16="http://schemas.microsoft.com/office/drawing/2014/main" id="{E4EA1527-EE8B-2417-7540-0FE6670C2FAC}"/>
              </a:ext>
            </a:extLst>
          </p:cNvPr>
          <p:cNvSpPr txBox="1"/>
          <p:nvPr/>
        </p:nvSpPr>
        <p:spPr>
          <a:xfrm>
            <a:off x="-184678" y="5844687"/>
            <a:ext cx="5522891" cy="276999"/>
          </a:xfrm>
          <a:prstGeom prst="rect">
            <a:avLst/>
          </a:prstGeom>
          <a:noFill/>
        </p:spPr>
        <p:txBody>
          <a:bodyPr wrap="square">
            <a:spAutoFit/>
          </a:bodyPr>
          <a:lstStyle/>
          <a:p>
            <a:pPr algn="ctr"/>
            <a:r>
              <a:rPr lang="it-IT" altLang="ja-JP" sz="1200">
                <a:hlinkClick r:id="rId9"/>
              </a:rPr>
              <a:t>MSI </a:t>
            </a:r>
            <a:r>
              <a:rPr lang="ja-JP" altLang="en-US" sz="1200">
                <a:hlinkClick r:id="rId9"/>
              </a:rPr>
              <a:t>ゲーミングノート</a:t>
            </a:r>
            <a:r>
              <a:rPr lang="it-IT" altLang="ja-JP" sz="1200">
                <a:hlinkClick r:id="rId9"/>
              </a:rPr>
              <a:t>PC Vector 16 HX AI A2XW - GeForce RTX™ 50</a:t>
            </a:r>
            <a:endParaRPr lang="ja-JP" altLang="en-US" sz="1200"/>
          </a:p>
        </p:txBody>
      </p:sp>
      <p:sp>
        <p:nvSpPr>
          <p:cNvPr id="21" name="テキスト ボックス 20">
            <a:extLst>
              <a:ext uri="{FF2B5EF4-FFF2-40B4-BE49-F238E27FC236}">
                <a16:creationId xmlns:a16="http://schemas.microsoft.com/office/drawing/2014/main" id="{45A8DC38-E405-86A9-63FD-5B85C6F637B6}"/>
              </a:ext>
            </a:extLst>
          </p:cNvPr>
          <p:cNvSpPr txBox="1"/>
          <p:nvPr/>
        </p:nvSpPr>
        <p:spPr>
          <a:xfrm>
            <a:off x="6758318" y="5802910"/>
            <a:ext cx="5523345" cy="276999"/>
          </a:xfrm>
          <a:prstGeom prst="rect">
            <a:avLst/>
          </a:prstGeom>
          <a:noFill/>
        </p:spPr>
        <p:txBody>
          <a:bodyPr wrap="square">
            <a:spAutoFit/>
          </a:bodyPr>
          <a:lstStyle/>
          <a:p>
            <a:pPr algn="ctr"/>
            <a:r>
              <a:rPr lang="en-US" altLang="ja-JP" sz="1200">
                <a:hlinkClick r:id="rId10"/>
              </a:rPr>
              <a:t>OMEN MAX 16</a:t>
            </a:r>
            <a:r>
              <a:rPr lang="ja-JP" altLang="en-US" sz="1200">
                <a:hlinkClick r:id="rId10"/>
              </a:rPr>
              <a:t>（インテル）製品詳細</a:t>
            </a:r>
            <a:r>
              <a:rPr lang="en-US" altLang="ja-JP" sz="1200">
                <a:hlinkClick r:id="rId10"/>
              </a:rPr>
              <a:t>- </a:t>
            </a:r>
            <a:r>
              <a:rPr lang="ja-JP" altLang="en-US" sz="1200">
                <a:hlinkClick r:id="rId10"/>
              </a:rPr>
              <a:t>ゲーミングパソコン </a:t>
            </a:r>
            <a:r>
              <a:rPr lang="en-US" altLang="ja-JP" sz="1200">
                <a:hlinkClick r:id="rId10"/>
              </a:rPr>
              <a:t>| </a:t>
            </a:r>
            <a:r>
              <a:rPr lang="ja-JP" altLang="en-US" sz="1200">
                <a:hlinkClick r:id="rId10"/>
              </a:rPr>
              <a:t>日本</a:t>
            </a:r>
            <a:r>
              <a:rPr lang="en-US" altLang="ja-JP" sz="1200">
                <a:hlinkClick r:id="rId10"/>
              </a:rPr>
              <a:t>HP</a:t>
            </a:r>
            <a:endParaRPr lang="ja-JP" altLang="en-US" sz="1200"/>
          </a:p>
        </p:txBody>
      </p:sp>
      <p:pic>
        <p:nvPicPr>
          <p:cNvPr id="23" name="図 22">
            <a:extLst>
              <a:ext uri="{FF2B5EF4-FFF2-40B4-BE49-F238E27FC236}">
                <a16:creationId xmlns:a16="http://schemas.microsoft.com/office/drawing/2014/main" id="{1F6E6468-A19D-FC6E-4CDE-95F41C3834C1}"/>
              </a:ext>
            </a:extLst>
          </p:cNvPr>
          <p:cNvPicPr>
            <a:picLocks noChangeAspect="1"/>
          </p:cNvPicPr>
          <p:nvPr/>
        </p:nvPicPr>
        <p:blipFill>
          <a:blip r:embed="rId11"/>
          <a:stretch>
            <a:fillRect/>
          </a:stretch>
        </p:blipFill>
        <p:spPr>
          <a:xfrm>
            <a:off x="7533497" y="3429000"/>
            <a:ext cx="3972985" cy="2273755"/>
          </a:xfrm>
          <a:prstGeom prst="rect">
            <a:avLst/>
          </a:prstGeom>
        </p:spPr>
      </p:pic>
      <p:pic>
        <p:nvPicPr>
          <p:cNvPr id="24" name="図 23">
            <a:extLst>
              <a:ext uri="{FF2B5EF4-FFF2-40B4-BE49-F238E27FC236}">
                <a16:creationId xmlns:a16="http://schemas.microsoft.com/office/drawing/2014/main" id="{89EE105F-D3E8-6058-3EB9-EA3E123F51C4}"/>
              </a:ext>
            </a:extLst>
          </p:cNvPr>
          <p:cNvPicPr>
            <a:picLocks noChangeAspect="1"/>
          </p:cNvPicPr>
          <p:nvPr/>
        </p:nvPicPr>
        <p:blipFill>
          <a:blip r:embed="rId12"/>
          <a:srcRect l="48933" t="9976" r="3983" b="7284"/>
          <a:stretch>
            <a:fillRect/>
          </a:stretch>
        </p:blipFill>
        <p:spPr>
          <a:xfrm>
            <a:off x="4257963" y="3483252"/>
            <a:ext cx="3057237" cy="2325952"/>
          </a:xfrm>
          <a:prstGeom prst="rect">
            <a:avLst/>
          </a:prstGeom>
        </p:spPr>
      </p:pic>
      <p:sp>
        <p:nvSpPr>
          <p:cNvPr id="27" name="テキスト ボックス 26">
            <a:extLst>
              <a:ext uri="{FF2B5EF4-FFF2-40B4-BE49-F238E27FC236}">
                <a16:creationId xmlns:a16="http://schemas.microsoft.com/office/drawing/2014/main" id="{691898C3-AC15-B55C-CB9C-507C15E7F834}"/>
              </a:ext>
            </a:extLst>
          </p:cNvPr>
          <p:cNvSpPr txBox="1"/>
          <p:nvPr/>
        </p:nvSpPr>
        <p:spPr>
          <a:xfrm>
            <a:off x="2655455" y="6150875"/>
            <a:ext cx="6645564" cy="276999"/>
          </a:xfrm>
          <a:prstGeom prst="rect">
            <a:avLst/>
          </a:prstGeom>
          <a:noFill/>
        </p:spPr>
        <p:txBody>
          <a:bodyPr wrap="square">
            <a:spAutoFit/>
          </a:bodyPr>
          <a:lstStyle/>
          <a:p>
            <a:pPr algn="ctr"/>
            <a:r>
              <a:rPr lang="en-US" altLang="ja-JP" sz="1200">
                <a:hlinkClick r:id="rId13"/>
              </a:rPr>
              <a:t>Alienware 16X Aurora</a:t>
            </a:r>
            <a:r>
              <a:rPr lang="ja-JP" altLang="en-US" sz="1200">
                <a:hlinkClick r:id="rId13"/>
              </a:rPr>
              <a:t>ゲーミング ノートパソコン </a:t>
            </a:r>
            <a:r>
              <a:rPr lang="en-US" altLang="ja-JP" sz="1200">
                <a:hlinkClick r:id="rId13"/>
              </a:rPr>
              <a:t>- NVIDIA</a:t>
            </a:r>
            <a:r>
              <a:rPr lang="ja-JP" altLang="en-US" sz="1200">
                <a:hlinkClick r:id="rId13"/>
              </a:rPr>
              <a:t>ノートパソコン </a:t>
            </a:r>
            <a:r>
              <a:rPr lang="en-US" altLang="ja-JP" sz="1200">
                <a:hlinkClick r:id="rId13"/>
              </a:rPr>
              <a:t>| Dell </a:t>
            </a:r>
            <a:r>
              <a:rPr lang="ja-JP" altLang="en-US" sz="1200">
                <a:hlinkClick r:id="rId13"/>
              </a:rPr>
              <a:t>日本</a:t>
            </a:r>
            <a:endParaRPr lang="ja-JP" altLang="en-US" sz="1200"/>
          </a:p>
        </p:txBody>
      </p:sp>
    </p:spTree>
    <p:extLst>
      <p:ext uri="{BB962C8B-B14F-4D97-AF65-F5344CB8AC3E}">
        <p14:creationId xmlns:p14="http://schemas.microsoft.com/office/powerpoint/2010/main" val="25227284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A7F942D4-E35F-C355-CCA2-6267FF9A383A}"/>
              </a:ext>
            </a:extLst>
          </p:cNvPr>
          <p:cNvPicPr>
            <a:picLocks noChangeAspect="1"/>
          </p:cNvPicPr>
          <p:nvPr/>
        </p:nvPicPr>
        <p:blipFill>
          <a:blip r:embed="rId2"/>
          <a:stretch>
            <a:fillRect/>
          </a:stretch>
        </p:blipFill>
        <p:spPr>
          <a:xfrm>
            <a:off x="304800" y="430723"/>
            <a:ext cx="6493164" cy="2811158"/>
          </a:xfrm>
          <a:prstGeom prst="rect">
            <a:avLst/>
          </a:prstGeom>
        </p:spPr>
      </p:pic>
      <p:sp>
        <p:nvSpPr>
          <p:cNvPr id="7" name="テキスト ボックス 6">
            <a:extLst>
              <a:ext uri="{FF2B5EF4-FFF2-40B4-BE49-F238E27FC236}">
                <a16:creationId xmlns:a16="http://schemas.microsoft.com/office/drawing/2014/main" id="{EE443837-1290-A12D-420E-C072CA115677}"/>
              </a:ext>
            </a:extLst>
          </p:cNvPr>
          <p:cNvSpPr txBox="1"/>
          <p:nvPr/>
        </p:nvSpPr>
        <p:spPr>
          <a:xfrm>
            <a:off x="304800" y="3246788"/>
            <a:ext cx="6096000" cy="369332"/>
          </a:xfrm>
          <a:prstGeom prst="rect">
            <a:avLst/>
          </a:prstGeom>
          <a:noFill/>
        </p:spPr>
        <p:txBody>
          <a:bodyPr wrap="square">
            <a:spAutoFit/>
          </a:bodyPr>
          <a:lstStyle/>
          <a:p>
            <a:pPr algn="ctr"/>
            <a:r>
              <a:rPr lang="en-US" altLang="ja-JP">
                <a:hlinkClick r:id="rId3"/>
              </a:rPr>
              <a:t>Alienware</a:t>
            </a:r>
            <a:r>
              <a:rPr lang="ja-JP" altLang="en-US">
                <a:hlinkClick r:id="rId3"/>
              </a:rPr>
              <a:t>ゲーミング ノートパソコン </a:t>
            </a:r>
            <a:r>
              <a:rPr lang="en-US" altLang="ja-JP">
                <a:hlinkClick r:id="rId3"/>
              </a:rPr>
              <a:t>| Dell </a:t>
            </a:r>
            <a:r>
              <a:rPr lang="ja-JP" altLang="en-US">
                <a:hlinkClick r:id="rId3"/>
              </a:rPr>
              <a:t>日本</a:t>
            </a:r>
            <a:endParaRPr lang="ja-JP" altLang="en-US"/>
          </a:p>
        </p:txBody>
      </p:sp>
    </p:spTree>
    <p:extLst>
      <p:ext uri="{BB962C8B-B14F-4D97-AF65-F5344CB8AC3E}">
        <p14:creationId xmlns:p14="http://schemas.microsoft.com/office/powerpoint/2010/main" val="273134671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t" anchorCtr="0"/>
      <a:lstStyle>
        <a:defPPr algn="l">
          <a:defRPr sz="1600" dirty="0">
            <a:latin typeface="メイリオ" panose="020B0604030504040204" pitchFamily="50" charset="-128"/>
            <a:ea typeface="メイリオ" panose="020B0604030504040204" pitchFamily="50" charset="-128"/>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35CF1B0CCAF0C943A0E16AF811686336" ma:contentTypeVersion="19" ma:contentTypeDescription="新しいドキュメントを作成します。" ma:contentTypeScope="" ma:versionID="90f1f3cdbb7c9d301908c025c9da572a">
  <xsd:schema xmlns:xsd="http://www.w3.org/2001/XMLSchema" xmlns:xs="http://www.w3.org/2001/XMLSchema" xmlns:p="http://schemas.microsoft.com/office/2006/metadata/properties" xmlns:ns2="17223b86-cd0c-4aec-84c0-d04ac54a92b3" xmlns:ns3="472e07d5-3b10-4778-b642-d36c5795a63b" targetNamespace="http://schemas.microsoft.com/office/2006/metadata/properties" ma:root="true" ma:fieldsID="e588d3bfbdf3908ed997e2d6a0111e24" ns2:_="" ns3:_="">
    <xsd:import namespace="17223b86-cd0c-4aec-84c0-d04ac54a92b3"/>
    <xsd:import namespace="472e07d5-3b10-4778-b642-d36c5795a63b"/>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DateTaken"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7223b86-cd0c-4aec-84c0-d04ac54a92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DateTaken" ma:index="11" nillable="true" ma:displayName="MediaServiceDateTaken" ma:hidden="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Location" ma:index="14" nillable="true" ma:displayName="Location" ma:internalName="MediaServiceLocation"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画像タグ" ma:readOnly="false" ma:fieldId="{5cf76f15-5ced-4ddc-b409-7134ff3c332f}" ma:taxonomyMulti="true" ma:sspId="9cfcd125-7367-4ca6-9a5c-7ce1c2aaa07e"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72e07d5-3b10-4778-b642-d36c5795a63b" elementFormDefault="qualified">
    <xsd:import namespace="http://schemas.microsoft.com/office/2006/documentManagement/types"/>
    <xsd:import namespace="http://schemas.microsoft.com/office/infopath/2007/PartnerControls"/>
    <xsd:element name="SharedWithUsers" ma:index="15"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共有相手の詳細情報" ma:internalName="SharedWithDetails" ma:readOnly="true">
      <xsd:simpleType>
        <xsd:restriction base="dms:Note">
          <xsd:maxLength value="255"/>
        </xsd:restriction>
      </xsd:simpleType>
    </xsd:element>
    <xsd:element name="TaxCatchAll" ma:index="22" nillable="true" ma:displayName="Taxonomy Catch All Column" ma:hidden="true" ma:list="{09d7852c-a9c6-47cb-a422-f2135a272ba4}" ma:internalName="TaxCatchAll" ma:showField="CatchAllData" ma:web="472e07d5-3b10-4778-b642-d36c5795a63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7223b86-cd0c-4aec-84c0-d04ac54a92b3">
      <Terms xmlns="http://schemas.microsoft.com/office/infopath/2007/PartnerControls"/>
    </lcf76f155ced4ddcb4097134ff3c332f>
    <TaxCatchAll xmlns="472e07d5-3b10-4778-b642-d36c5795a63b" xsi:nil="true"/>
  </documentManagement>
</p:properties>
</file>

<file path=customXml/itemProps1.xml><?xml version="1.0" encoding="utf-8"?>
<ds:datastoreItem xmlns:ds="http://schemas.openxmlformats.org/officeDocument/2006/customXml" ds:itemID="{5ABF895C-C51B-4165-80C7-6DEB4614B206}">
  <ds:schemaRefs>
    <ds:schemaRef ds:uri="http://schemas.microsoft.com/sharepoint/v3/contenttype/forms"/>
  </ds:schemaRefs>
</ds:datastoreItem>
</file>

<file path=customXml/itemProps2.xml><?xml version="1.0" encoding="utf-8"?>
<ds:datastoreItem xmlns:ds="http://schemas.openxmlformats.org/officeDocument/2006/customXml" ds:itemID="{CE02F240-D331-4A03-9D21-F34EFE08C938}">
  <ds:schemaRefs>
    <ds:schemaRef ds:uri="17223b86-cd0c-4aec-84c0-d04ac54a92b3"/>
    <ds:schemaRef ds:uri="472e07d5-3b10-4778-b642-d36c5795a63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9F92C15-B0CA-456F-977D-2716AEFE527F}">
  <ds:schemaRefs>
    <ds:schemaRef ds:uri="17223b86-cd0c-4aec-84c0-d04ac54a92b3"/>
    <ds:schemaRef ds:uri="472e07d5-3b10-4778-b642-d36c5795a63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43</Slides>
  <Notes>5</Notes>
  <HiddenSlides>0</HiddenSlide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Office テーマ</vt:lpstr>
      <vt:lpstr>GALLERIAノート 2026~2027年計画   2026/6/9 企画部</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GALLERIAノート ラインアップ再構成案 （シリーズ区分再整理）  2025/11/19 企画部 – プロモ部</vt:lpstr>
      <vt:lpstr>目次</vt:lpstr>
      <vt:lpstr>概要 – 背景</vt:lpstr>
      <vt:lpstr>Nシリーズ  – 展開にあたっての詳細事項</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シリーズ刷新に係る具体事項</vt:lpstr>
      <vt:lpstr>PowerPoint Presentation</vt:lpstr>
      <vt:lpstr>PowerPoint Presentation</vt:lpstr>
      <vt:lpstr>PowerPoint Presentation</vt:lpstr>
      <vt:lpstr>以降付録資料です。</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大内 実</dc:creator>
  <cp:revision>1</cp:revision>
  <cp:lastPrinted>2026-04-01T08:03:26Z</cp:lastPrinted>
  <dcterms:created xsi:type="dcterms:W3CDTF">2025-10-07T05:49:55Z</dcterms:created>
  <dcterms:modified xsi:type="dcterms:W3CDTF">2026-07-01T06:33:54Z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0x01010035CF1B0CCAF0C943A0E16AF811686336</vt:lpwstr>
  </property>
  <property fmtid="{D5CDD505-2E9C-101B-9397-08002B2CF9AE}" pid="3" name="MediaServiceImageTags">
    <vt:lpwstr/>
  </property>
</Properties>
</file>